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86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</p:sldIdLst>
  <p:sldSz cx="8999538" cy="14398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0013"/>
    <a:srgbClr val="001460"/>
    <a:srgbClr val="595959"/>
    <a:srgbClr val="FFFFFF"/>
    <a:srgbClr val="FFCF00"/>
    <a:srgbClr val="52AB43"/>
    <a:srgbClr val="018F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41" autoAdjust="0"/>
    <p:restoredTop sz="92421" autoAdjust="0"/>
  </p:normalViewPr>
  <p:slideViewPr>
    <p:cSldViewPr snapToGrid="0">
      <p:cViewPr>
        <p:scale>
          <a:sx n="125" d="100"/>
          <a:sy n="125" d="100"/>
        </p:scale>
        <p:origin x="278" y="1397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78F2B7-C165-4942-9A8D-A1A12CFBB23E}" type="datetimeFigureOut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-6215063" y="1143000"/>
            <a:ext cx="19288126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CCAEC2-DE02-43A7-9632-501F0ACD86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5044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501091" rtl="0" eaLnBrk="1" latinLnBrk="0" hangingPunct="1">
      <a:defRPr sz="658" kern="1200">
        <a:solidFill>
          <a:schemeClr val="tx1"/>
        </a:solidFill>
        <a:latin typeface="+mn-lt"/>
        <a:ea typeface="+mn-ea"/>
        <a:cs typeface="+mn-cs"/>
      </a:defRPr>
    </a:lvl1pPr>
    <a:lvl2pPr marL="250546" algn="l" defTabSz="501091" rtl="0" eaLnBrk="1" latinLnBrk="0" hangingPunct="1">
      <a:defRPr sz="658" kern="1200">
        <a:solidFill>
          <a:schemeClr val="tx1"/>
        </a:solidFill>
        <a:latin typeface="+mn-lt"/>
        <a:ea typeface="+mn-ea"/>
        <a:cs typeface="+mn-cs"/>
      </a:defRPr>
    </a:lvl2pPr>
    <a:lvl3pPr marL="501091" algn="l" defTabSz="501091" rtl="0" eaLnBrk="1" latinLnBrk="0" hangingPunct="1">
      <a:defRPr sz="658" kern="1200">
        <a:solidFill>
          <a:schemeClr val="tx1"/>
        </a:solidFill>
        <a:latin typeface="+mn-lt"/>
        <a:ea typeface="+mn-ea"/>
        <a:cs typeface="+mn-cs"/>
      </a:defRPr>
    </a:lvl3pPr>
    <a:lvl4pPr marL="751637" algn="l" defTabSz="501091" rtl="0" eaLnBrk="1" latinLnBrk="0" hangingPunct="1">
      <a:defRPr sz="658" kern="1200">
        <a:solidFill>
          <a:schemeClr val="tx1"/>
        </a:solidFill>
        <a:latin typeface="+mn-lt"/>
        <a:ea typeface="+mn-ea"/>
        <a:cs typeface="+mn-cs"/>
      </a:defRPr>
    </a:lvl4pPr>
    <a:lvl5pPr marL="1002182" algn="l" defTabSz="501091" rtl="0" eaLnBrk="1" latinLnBrk="0" hangingPunct="1">
      <a:defRPr sz="658" kern="1200">
        <a:solidFill>
          <a:schemeClr val="tx1"/>
        </a:solidFill>
        <a:latin typeface="+mn-lt"/>
        <a:ea typeface="+mn-ea"/>
        <a:cs typeface="+mn-cs"/>
      </a:defRPr>
    </a:lvl5pPr>
    <a:lvl6pPr marL="1252728" algn="l" defTabSz="501091" rtl="0" eaLnBrk="1" latinLnBrk="0" hangingPunct="1">
      <a:defRPr sz="658" kern="1200">
        <a:solidFill>
          <a:schemeClr val="tx1"/>
        </a:solidFill>
        <a:latin typeface="+mn-lt"/>
        <a:ea typeface="+mn-ea"/>
        <a:cs typeface="+mn-cs"/>
      </a:defRPr>
    </a:lvl6pPr>
    <a:lvl7pPr marL="1503274" algn="l" defTabSz="501091" rtl="0" eaLnBrk="1" latinLnBrk="0" hangingPunct="1">
      <a:defRPr sz="658" kern="1200">
        <a:solidFill>
          <a:schemeClr val="tx1"/>
        </a:solidFill>
        <a:latin typeface="+mn-lt"/>
        <a:ea typeface="+mn-ea"/>
        <a:cs typeface="+mn-cs"/>
      </a:defRPr>
    </a:lvl7pPr>
    <a:lvl8pPr marL="1753819" algn="l" defTabSz="501091" rtl="0" eaLnBrk="1" latinLnBrk="0" hangingPunct="1">
      <a:defRPr sz="658" kern="1200">
        <a:solidFill>
          <a:schemeClr val="tx1"/>
        </a:solidFill>
        <a:latin typeface="+mn-lt"/>
        <a:ea typeface="+mn-ea"/>
        <a:cs typeface="+mn-cs"/>
      </a:defRPr>
    </a:lvl8pPr>
    <a:lvl9pPr marL="2004365" algn="l" defTabSz="501091" rtl="0" eaLnBrk="1" latinLnBrk="0" hangingPunct="1">
      <a:defRPr sz="65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CCAEC2-DE02-43A7-9632-501F0ACD866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27620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530AA-F6E3-8593-F33C-C36F38104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C5C839E-5D61-C180-DB5B-492894FDDC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457A030-2AFF-4D0B-76C9-0EC62DE365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CC4BAD8-7533-04D6-7134-C83BF8DAE9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CCAEC2-DE02-43A7-9632-501F0ACD866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2765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F5B17-F3AE-6F3F-929C-C3A586170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AE42B8B-CC47-9FDC-653C-3E2B910F16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EFA0DDE-7840-AB50-E804-BA3CCFF5FA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7694622-3B37-D2F1-19AB-1F02B3F9C4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CCAEC2-DE02-43A7-9632-501F0ACD866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33698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36DB3-C909-A562-6D83-1A3DF6728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4FEF66F-BD40-A249-8351-0EAC9B0379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6755533-19E5-928D-79DC-3405C16B05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1878B05-79A8-A82F-0160-3A36AF177F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CCAEC2-DE02-43A7-9632-501F0ACD866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15952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99DCA-E421-E939-39C5-794E71D29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0DB3518-7487-0A2C-5B98-B4C9CDDE7A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3AEF337-D8CF-B627-D076-D16A8ABCAA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C789801-D1B4-F768-55B9-1F91D36B36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CCAEC2-DE02-43A7-9632-501F0ACD866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59281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E7398-EF4A-7C19-4146-4D465DAA6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2CB77F2-0122-67F5-ACDA-F1B515505F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28AC3AE-76D6-D538-CB0E-00DDC660FA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09E9C1-C1B2-FEC5-15BB-0288EB4D68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CCAEC2-DE02-43A7-9632-501F0ACD866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0774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73715-C98D-E57E-9DE3-8186BD7D0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F15EAF7-FEA2-7197-85C4-7BBADA3D89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8F43F13-E732-D8F2-FC90-D2DFD23817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6761230-0647-BC64-D30B-096201D564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CCAEC2-DE02-43A7-9632-501F0ACD866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41938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71178-AE78-72F5-AE72-F6B9D5E81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B2A37ED-5F76-CBB9-E83F-1C53CA98A6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7738A9D-BE8D-34A1-EE6D-6B3F6C90A1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16FDFDC-B938-6AF5-8DDF-AEE43F1728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CCAEC2-DE02-43A7-9632-501F0ACD866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97500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EB16B-4FF4-0645-DF59-50A721DBB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5FCD013-472B-2455-3365-89EF742531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AAEFCDD-FA37-0BC8-C626-A4D1E3396A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A65E346-AB91-D1B7-761C-9DD60703DD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CCAEC2-DE02-43A7-9632-501F0ACD866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32048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83D4E-F79F-596C-AC9A-2A0E0FD59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2BBD1F0-D726-341C-837A-FBD17DBBDE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2C659A9-4742-1CD3-8462-A897685149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14A5A46-7B78-DE7C-475B-B52F15E172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CCAEC2-DE02-43A7-9632-501F0ACD8669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48676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F7B82-E4AF-2163-30F4-485D152E3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2B2711B-6BC5-D52E-9217-FB9A9B7F07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21207A9-3976-E552-F140-43F71C2B08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5E4E09-6FFF-F1E1-BD2B-E52F90F126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CCAEC2-DE02-43A7-9632-501F0ACD8669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4174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2DB6F-CF31-1141-1E2C-80D96F6AA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5953BF8-3839-D755-E641-18AE8277BE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A42BE28-10EB-2231-9214-025907C6D0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A94A732-CFD7-8F78-CF6A-775A546AF7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CCAEC2-DE02-43A7-9632-501F0ACD8669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48188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2212D-13E1-EE23-1705-47D4A8C1B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9ACBB92-8E4B-C982-C136-18350E964C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C2DAF57-2939-B86F-7C4D-EF112AC7B1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132B04-756E-4851-80AE-09B5D120B9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CCAEC2-DE02-43A7-9632-501F0ACD8669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29635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986CB-1BA4-1E68-8825-A82D0EB3A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7DA8526-5065-6820-8F09-A1752CAC03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55CA234-B5CC-A2A2-9919-CF9AB1CAEE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ADDA41-4437-F334-792A-C52BC40522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CCAEC2-DE02-43A7-9632-501F0ACD8669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85354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C3C71-4B98-1E55-8CE3-FA1C3B902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393BF89-B73C-0409-EA58-36ECA25916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AF6B0BA-7948-7C58-8ADA-E7F6B779D3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DD69D39-F42E-3DCC-B594-C5A0C8197C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CCAEC2-DE02-43A7-9632-501F0ACD8669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1857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01EA9-0120-E15F-0321-6FB06A750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1639048-F242-FFED-03D7-DBAEB07839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F65C7C8-FAAB-43EC-0390-58D8B23B40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7D9BDE-EA6B-B359-25AF-5A827526AC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CCAEC2-DE02-43A7-9632-501F0ACD8669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64742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0BBC8-635D-E10B-064F-49A645B0E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430E3FF-31D4-78F2-FEB3-94CA87A0F3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FE01186-8B18-6C2E-E448-BC7CB7C1FF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981E3A-3D98-4939-2280-8C60D4177D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CCAEC2-DE02-43A7-9632-501F0ACD8669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35759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BDBDC-A6AC-5F4B-DDC9-F7143413F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71C139F-F848-92FD-D1AA-DB4FFBA149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D3CE391-AD89-DF39-126E-E7F69DA82B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D2FF1D-D1EE-38C7-0501-093C484599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CCAEC2-DE02-43A7-9632-501F0ACD8669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01219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4034D-C543-8C92-F8B5-7802B22EB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0E55F84-7225-3916-7BAA-DD6E3682E2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117CECC-1D4D-EEC1-9D5E-ED1152B54F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192A26-0E71-B3C5-1353-2AAFEC3B3C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CCAEC2-DE02-43A7-9632-501F0ACD8669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64542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D5625-E3E0-82A9-3D4D-81B59DC43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B1EB604-F24F-158B-9174-2A5AD23216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5C7BA95-C5F8-0215-14B0-C40B53F32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CCEC709-3893-3736-35DF-2EB328F0E1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CCAEC2-DE02-43A7-9632-501F0ACD8669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81444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07574-0054-35C2-1E4B-F8D2FA044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EF250F5-0796-BBD4-4B9F-71624B27B0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12B05D7-BD1C-F683-5F8C-C2B58836EE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A9E0A5C-4BA7-60C9-AE9A-49C966BB30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CCAEC2-DE02-43A7-9632-501F0ACD8669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72144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98EB1-92D2-93F6-4F4A-A255CAA42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9F3A7A1-4B69-692C-A802-69164E5211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CECBD84-135C-D3AF-1024-84EF0D6910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DAA485-A76C-27FF-3FBE-434C8E3473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CCAEC2-DE02-43A7-9632-501F0ACD8669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477687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60F91-EAB8-F86E-662B-BC867F890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B4FF882-71FD-8ADE-00EA-48E22D4C71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1D8D9D7-C44F-8E3B-26F6-47A0AFB99B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DB9AE53-C90D-95E2-79B3-5A562E4176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CCAEC2-DE02-43A7-9632-501F0ACD8669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640028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994C9-2EFE-A665-7C9F-C9FEE67CF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C801C63-2C07-42BB-33C0-9ED116BD8E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91FB3D8-F199-2214-B98E-38642374D1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B60DFD-22D3-81B1-D7C6-C22E0CC142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CCAEC2-DE02-43A7-9632-501F0ACD8669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317971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76FD7-CA46-3A9F-2311-92137743F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293D3C5-0D64-C489-080F-86E2169B65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9EF1672-9802-CED9-6AC8-D03F8B00B2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0E6995A-EDB6-291D-8B92-E6D35B60BB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CCAEC2-DE02-43A7-9632-501F0ACD8669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253648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083AB-621D-C049-7F77-E58E01797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8DA238A-B15C-1596-C818-47FC47FB3F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C2C91E9-8A09-E4E3-38D1-7CCCD12307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1041622-1C80-4578-9F90-407574333F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CCAEC2-DE02-43A7-9632-501F0ACD8669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12358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6B364-459A-6E59-89A5-6C2E95A93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156ED66-115F-78F5-1EE4-5F019F9AC5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47D7969-4287-01AD-C76A-7FAD6DA831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9D8AE85-7887-A3FD-DCDE-458E269D0E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CCAEC2-DE02-43A7-9632-501F0ACD8669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829573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434D6-13C8-6839-DF35-944FC95E8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20004E1-3A5F-0BCB-B1A8-0CDA8BD038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1912C6C-CCBF-4B49-8B3B-4E9F3E472E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A051940-0464-BED2-8F59-004DD6CEDB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CCAEC2-DE02-43A7-9632-501F0ACD8669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81586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D313C-1ACE-EA53-469B-61DBBECEA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9FD26B6-16E0-76B4-B9DE-A8EA7E3DA8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9AFB2C9-346A-0114-492C-9E669D32F2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8E9607A-3515-A0D2-A936-53F70E9B74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CCAEC2-DE02-43A7-9632-501F0ACD8669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584814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A4E3A-7D0C-ED5A-1C45-14D63D9E7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BCAFD02-0B98-16B2-9C0F-3AF72B03BC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D9EB1B3-05F9-FD30-A5D2-6125DA6BA8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3D862B-D7DD-FFAE-2A55-D7521A541C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CCAEC2-DE02-43A7-9632-501F0ACD8669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00919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54A8F-24CD-8BCD-9E5B-0E5BD39A9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4B21550-8A57-6689-3D2B-5E1A5FE765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B56157F-658C-28A6-BC87-942A01826A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4CD7F65-D4A4-BFB4-72FC-2635A23D04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CCAEC2-DE02-43A7-9632-501F0ACD8669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1571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4942" y="235644"/>
            <a:ext cx="6749654" cy="501286"/>
          </a:xfrm>
        </p:spPr>
        <p:txBody>
          <a:bodyPr anchor="b"/>
          <a:lstStyle>
            <a:lvl1pPr algn="ctr">
              <a:defRPr sz="126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4942" y="756262"/>
            <a:ext cx="6749654" cy="347633"/>
          </a:xfrm>
        </p:spPr>
        <p:txBody>
          <a:bodyPr/>
          <a:lstStyle>
            <a:lvl1pPr marL="0" indent="0" algn="ctr">
              <a:buNone/>
              <a:defRPr sz="504"/>
            </a:lvl1pPr>
            <a:lvl2pPr marL="96012" indent="0" algn="ctr">
              <a:buNone/>
              <a:defRPr sz="420"/>
            </a:lvl2pPr>
            <a:lvl3pPr marL="192024" indent="0" algn="ctr">
              <a:buNone/>
              <a:defRPr sz="378"/>
            </a:lvl3pPr>
            <a:lvl4pPr marL="288036" indent="0" algn="ctr">
              <a:buNone/>
              <a:defRPr sz="336"/>
            </a:lvl4pPr>
            <a:lvl5pPr marL="384048" indent="0" algn="ctr">
              <a:buNone/>
              <a:defRPr sz="336"/>
            </a:lvl5pPr>
            <a:lvl6pPr marL="480060" indent="0" algn="ctr">
              <a:buNone/>
              <a:defRPr sz="336"/>
            </a:lvl6pPr>
            <a:lvl7pPr marL="576072" indent="0" algn="ctr">
              <a:buNone/>
              <a:defRPr sz="336"/>
            </a:lvl7pPr>
            <a:lvl8pPr marL="672084" indent="0" algn="ctr">
              <a:buNone/>
              <a:defRPr sz="336"/>
            </a:lvl8pPr>
            <a:lvl9pPr marL="768096" indent="0" algn="ctr">
              <a:buNone/>
              <a:defRPr sz="336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67148-B850-45B3-9910-3B74EB4E1EAA}" type="datetimeFigureOut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A6971-2116-4EDC-A397-6979EF300F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6265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67148-B850-45B3-9910-3B74EB4E1EAA}" type="datetimeFigureOut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A6971-2116-4EDC-A397-6979EF300F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7417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4031" y="358966"/>
            <a:ext cx="7762102" cy="598943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4031" y="963575"/>
            <a:ext cx="7762102" cy="314970"/>
          </a:xfrm>
        </p:spPr>
        <p:txBody>
          <a:bodyPr/>
          <a:lstStyle>
            <a:lvl1pPr marL="0" indent="0">
              <a:buNone/>
              <a:defRPr sz="504">
                <a:solidFill>
                  <a:schemeClr val="tx1">
                    <a:tint val="82000"/>
                  </a:schemeClr>
                </a:solidFill>
              </a:defRPr>
            </a:lvl1pPr>
            <a:lvl2pPr marL="96012" indent="0">
              <a:buNone/>
              <a:defRPr sz="420">
                <a:solidFill>
                  <a:schemeClr val="tx1">
                    <a:tint val="82000"/>
                  </a:schemeClr>
                </a:solidFill>
              </a:defRPr>
            </a:lvl2pPr>
            <a:lvl3pPr marL="192024" indent="0">
              <a:buNone/>
              <a:defRPr sz="378">
                <a:solidFill>
                  <a:schemeClr val="tx1">
                    <a:tint val="82000"/>
                  </a:schemeClr>
                </a:solidFill>
              </a:defRPr>
            </a:lvl3pPr>
            <a:lvl4pPr marL="288036" indent="0">
              <a:buNone/>
              <a:defRPr sz="336">
                <a:solidFill>
                  <a:schemeClr val="tx1">
                    <a:tint val="82000"/>
                  </a:schemeClr>
                </a:solidFill>
              </a:defRPr>
            </a:lvl4pPr>
            <a:lvl5pPr marL="384048" indent="0">
              <a:buNone/>
              <a:defRPr sz="336">
                <a:solidFill>
                  <a:schemeClr val="tx1">
                    <a:tint val="82000"/>
                  </a:schemeClr>
                </a:solidFill>
              </a:defRPr>
            </a:lvl5pPr>
            <a:lvl6pPr marL="480060" indent="0">
              <a:buNone/>
              <a:defRPr sz="336">
                <a:solidFill>
                  <a:schemeClr val="tx1">
                    <a:tint val="82000"/>
                  </a:schemeClr>
                </a:solidFill>
              </a:defRPr>
            </a:lvl6pPr>
            <a:lvl7pPr marL="576072" indent="0">
              <a:buNone/>
              <a:defRPr sz="336">
                <a:solidFill>
                  <a:schemeClr val="tx1">
                    <a:tint val="82000"/>
                  </a:schemeClr>
                </a:solidFill>
              </a:defRPr>
            </a:lvl7pPr>
            <a:lvl8pPr marL="672084" indent="0">
              <a:buNone/>
              <a:defRPr sz="336">
                <a:solidFill>
                  <a:schemeClr val="tx1">
                    <a:tint val="82000"/>
                  </a:schemeClr>
                </a:solidFill>
              </a:defRPr>
            </a:lvl8pPr>
            <a:lvl9pPr marL="768096" indent="0">
              <a:buNone/>
              <a:defRPr sz="33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67148-B850-45B3-9910-3B74EB4E1EAA}" type="datetimeFigureOut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A6971-2116-4EDC-A397-6979EF300F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3129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8718" y="383297"/>
            <a:ext cx="3824804" cy="91358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56016" y="383297"/>
            <a:ext cx="3824804" cy="91358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67148-B850-45B3-9910-3B74EB4E1EAA}" type="datetimeFigureOut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A6971-2116-4EDC-A397-6979EF300F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3293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0" y="76659"/>
            <a:ext cx="7762102" cy="27830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9891" y="352967"/>
            <a:ext cx="3807226" cy="172983"/>
          </a:xfrm>
        </p:spPr>
        <p:txBody>
          <a:bodyPr anchor="b"/>
          <a:lstStyle>
            <a:lvl1pPr marL="0" indent="0">
              <a:buNone/>
              <a:defRPr sz="504" b="1"/>
            </a:lvl1pPr>
            <a:lvl2pPr marL="96012" indent="0">
              <a:buNone/>
              <a:defRPr sz="420" b="1"/>
            </a:lvl2pPr>
            <a:lvl3pPr marL="192024" indent="0">
              <a:buNone/>
              <a:defRPr sz="378" b="1"/>
            </a:lvl3pPr>
            <a:lvl4pPr marL="288036" indent="0">
              <a:buNone/>
              <a:defRPr sz="336" b="1"/>
            </a:lvl4pPr>
            <a:lvl5pPr marL="384048" indent="0">
              <a:buNone/>
              <a:defRPr sz="336" b="1"/>
            </a:lvl5pPr>
            <a:lvl6pPr marL="480060" indent="0">
              <a:buNone/>
              <a:defRPr sz="336" b="1"/>
            </a:lvl6pPr>
            <a:lvl7pPr marL="576072" indent="0">
              <a:buNone/>
              <a:defRPr sz="336" b="1"/>
            </a:lvl7pPr>
            <a:lvl8pPr marL="672084" indent="0">
              <a:buNone/>
              <a:defRPr sz="336" b="1"/>
            </a:lvl8pPr>
            <a:lvl9pPr marL="768096" indent="0">
              <a:buNone/>
              <a:defRPr sz="336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891" y="525950"/>
            <a:ext cx="3807226" cy="77359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6016" y="352967"/>
            <a:ext cx="3825976" cy="172983"/>
          </a:xfrm>
        </p:spPr>
        <p:txBody>
          <a:bodyPr anchor="b"/>
          <a:lstStyle>
            <a:lvl1pPr marL="0" indent="0">
              <a:buNone/>
              <a:defRPr sz="504" b="1"/>
            </a:lvl1pPr>
            <a:lvl2pPr marL="96012" indent="0">
              <a:buNone/>
              <a:defRPr sz="420" b="1"/>
            </a:lvl2pPr>
            <a:lvl3pPr marL="192024" indent="0">
              <a:buNone/>
              <a:defRPr sz="378" b="1"/>
            </a:lvl3pPr>
            <a:lvl4pPr marL="288036" indent="0">
              <a:buNone/>
              <a:defRPr sz="336" b="1"/>
            </a:lvl4pPr>
            <a:lvl5pPr marL="384048" indent="0">
              <a:buNone/>
              <a:defRPr sz="336" b="1"/>
            </a:lvl5pPr>
            <a:lvl6pPr marL="480060" indent="0">
              <a:buNone/>
              <a:defRPr sz="336" b="1"/>
            </a:lvl6pPr>
            <a:lvl7pPr marL="576072" indent="0">
              <a:buNone/>
              <a:defRPr sz="336" b="1"/>
            </a:lvl7pPr>
            <a:lvl8pPr marL="672084" indent="0">
              <a:buNone/>
              <a:defRPr sz="336" b="1"/>
            </a:lvl8pPr>
            <a:lvl9pPr marL="768096" indent="0">
              <a:buNone/>
              <a:defRPr sz="336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56016" y="525950"/>
            <a:ext cx="3825976" cy="77359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67148-B850-45B3-9910-3B74EB4E1EAA}" type="datetimeFigureOut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A6971-2116-4EDC-A397-6979EF300F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2448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67148-B850-45B3-9910-3B74EB4E1EAA}" type="datetimeFigureOut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A6971-2116-4EDC-A397-6979EF300F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5168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67148-B850-45B3-9910-3B74EB4E1EAA}" type="datetimeFigureOut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A6971-2116-4EDC-A397-6979EF300F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350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1" y="95991"/>
            <a:ext cx="2902585" cy="335968"/>
          </a:xfrm>
        </p:spPr>
        <p:txBody>
          <a:bodyPr anchor="b"/>
          <a:lstStyle>
            <a:lvl1pPr>
              <a:defRPr sz="67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5976" y="207314"/>
            <a:ext cx="4556016" cy="1023236"/>
          </a:xfrm>
        </p:spPr>
        <p:txBody>
          <a:bodyPr/>
          <a:lstStyle>
            <a:lvl1pPr>
              <a:defRPr sz="672"/>
            </a:lvl1pPr>
            <a:lvl2pPr>
              <a:defRPr sz="588"/>
            </a:lvl2pPr>
            <a:lvl3pPr>
              <a:defRPr sz="504"/>
            </a:lvl3pPr>
            <a:lvl4pPr>
              <a:defRPr sz="420"/>
            </a:lvl4pPr>
            <a:lvl5pPr>
              <a:defRPr sz="420"/>
            </a:lvl5pPr>
            <a:lvl6pPr>
              <a:defRPr sz="420"/>
            </a:lvl6pPr>
            <a:lvl7pPr>
              <a:defRPr sz="420"/>
            </a:lvl7pPr>
            <a:lvl8pPr>
              <a:defRPr sz="420"/>
            </a:lvl8pPr>
            <a:lvl9pPr>
              <a:defRPr sz="42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891" y="431959"/>
            <a:ext cx="2902585" cy="800257"/>
          </a:xfrm>
        </p:spPr>
        <p:txBody>
          <a:bodyPr/>
          <a:lstStyle>
            <a:lvl1pPr marL="0" indent="0">
              <a:buNone/>
              <a:defRPr sz="336"/>
            </a:lvl1pPr>
            <a:lvl2pPr marL="96012" indent="0">
              <a:buNone/>
              <a:defRPr sz="294"/>
            </a:lvl2pPr>
            <a:lvl3pPr marL="192024" indent="0">
              <a:buNone/>
              <a:defRPr sz="252"/>
            </a:lvl3pPr>
            <a:lvl4pPr marL="288036" indent="0">
              <a:buNone/>
              <a:defRPr sz="210"/>
            </a:lvl4pPr>
            <a:lvl5pPr marL="384048" indent="0">
              <a:buNone/>
              <a:defRPr sz="210"/>
            </a:lvl5pPr>
            <a:lvl6pPr marL="480060" indent="0">
              <a:buNone/>
              <a:defRPr sz="210"/>
            </a:lvl6pPr>
            <a:lvl7pPr marL="576072" indent="0">
              <a:buNone/>
              <a:defRPr sz="210"/>
            </a:lvl7pPr>
            <a:lvl8pPr marL="672084" indent="0">
              <a:buNone/>
              <a:defRPr sz="210"/>
            </a:lvl8pPr>
            <a:lvl9pPr marL="768096" indent="0">
              <a:buNone/>
              <a:defRPr sz="21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67148-B850-45B3-9910-3B74EB4E1EAA}" type="datetimeFigureOut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A6971-2116-4EDC-A397-6979EF300F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4092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1" y="95991"/>
            <a:ext cx="2902585" cy="335968"/>
          </a:xfrm>
        </p:spPr>
        <p:txBody>
          <a:bodyPr anchor="b"/>
          <a:lstStyle>
            <a:lvl1pPr>
              <a:defRPr sz="67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25976" y="207314"/>
            <a:ext cx="4556016" cy="1023236"/>
          </a:xfrm>
        </p:spPr>
        <p:txBody>
          <a:bodyPr anchor="t"/>
          <a:lstStyle>
            <a:lvl1pPr marL="0" indent="0">
              <a:buNone/>
              <a:defRPr sz="672"/>
            </a:lvl1pPr>
            <a:lvl2pPr marL="96012" indent="0">
              <a:buNone/>
              <a:defRPr sz="588"/>
            </a:lvl2pPr>
            <a:lvl3pPr marL="192024" indent="0">
              <a:buNone/>
              <a:defRPr sz="504"/>
            </a:lvl3pPr>
            <a:lvl4pPr marL="288036" indent="0">
              <a:buNone/>
              <a:defRPr sz="420"/>
            </a:lvl4pPr>
            <a:lvl5pPr marL="384048" indent="0">
              <a:buNone/>
              <a:defRPr sz="420"/>
            </a:lvl5pPr>
            <a:lvl6pPr marL="480060" indent="0">
              <a:buNone/>
              <a:defRPr sz="420"/>
            </a:lvl6pPr>
            <a:lvl7pPr marL="576072" indent="0">
              <a:buNone/>
              <a:defRPr sz="420"/>
            </a:lvl7pPr>
            <a:lvl8pPr marL="672084" indent="0">
              <a:buNone/>
              <a:defRPr sz="420"/>
            </a:lvl8pPr>
            <a:lvl9pPr marL="768096" indent="0">
              <a:buNone/>
              <a:defRPr sz="42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891" y="431959"/>
            <a:ext cx="2902585" cy="800257"/>
          </a:xfrm>
        </p:spPr>
        <p:txBody>
          <a:bodyPr/>
          <a:lstStyle>
            <a:lvl1pPr marL="0" indent="0">
              <a:buNone/>
              <a:defRPr sz="336"/>
            </a:lvl1pPr>
            <a:lvl2pPr marL="96012" indent="0">
              <a:buNone/>
              <a:defRPr sz="294"/>
            </a:lvl2pPr>
            <a:lvl3pPr marL="192024" indent="0">
              <a:buNone/>
              <a:defRPr sz="252"/>
            </a:lvl3pPr>
            <a:lvl4pPr marL="288036" indent="0">
              <a:buNone/>
              <a:defRPr sz="210"/>
            </a:lvl4pPr>
            <a:lvl5pPr marL="384048" indent="0">
              <a:buNone/>
              <a:defRPr sz="210"/>
            </a:lvl5pPr>
            <a:lvl6pPr marL="480060" indent="0">
              <a:buNone/>
              <a:defRPr sz="210"/>
            </a:lvl6pPr>
            <a:lvl7pPr marL="576072" indent="0">
              <a:buNone/>
              <a:defRPr sz="210"/>
            </a:lvl7pPr>
            <a:lvl8pPr marL="672084" indent="0">
              <a:buNone/>
              <a:defRPr sz="210"/>
            </a:lvl8pPr>
            <a:lvl9pPr marL="768096" indent="0">
              <a:buNone/>
              <a:defRPr sz="21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67148-B850-45B3-9910-3B74EB4E1EAA}" type="datetimeFigureOut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A6971-2116-4EDC-A397-6979EF300F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7381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67148-B850-45B3-9910-3B74EB4E1EAA}" type="datetimeFigureOut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A6971-2116-4EDC-A397-6979EF300F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735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0295" y="76660"/>
            <a:ext cx="1940525" cy="122021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8718" y="76660"/>
            <a:ext cx="5709082" cy="122021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67148-B850-45B3-9910-3B74EB4E1EAA}" type="datetimeFigureOut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A6971-2116-4EDC-A397-6979EF300F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1357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8718" y="76659"/>
            <a:ext cx="7762102" cy="278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8718" y="383297"/>
            <a:ext cx="7762102" cy="913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8718" y="1334540"/>
            <a:ext cx="2024896" cy="76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867148-B850-45B3-9910-3B74EB4E1EAA}" type="datetimeFigureOut">
              <a:rPr lang="zh-CN" altLang="en-US" smtClean="0"/>
              <a:t>2026/8/23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81097" y="1334540"/>
            <a:ext cx="3037344" cy="76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355924" y="1334540"/>
            <a:ext cx="2024896" cy="76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7A6971-2116-4EDC-A397-6979EF300F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7645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92024" rtl="0" eaLnBrk="1" latinLnBrk="0" hangingPunct="1">
        <a:lnSpc>
          <a:spcPct val="90000"/>
        </a:lnSpc>
        <a:spcBef>
          <a:spcPct val="0"/>
        </a:spcBef>
        <a:buNone/>
        <a:defRPr sz="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006" indent="-48006" algn="l" defTabSz="192024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588" kern="1200">
          <a:solidFill>
            <a:schemeClr val="tx1"/>
          </a:solidFill>
          <a:latin typeface="+mn-lt"/>
          <a:ea typeface="+mn-ea"/>
          <a:cs typeface="+mn-cs"/>
        </a:defRPr>
      </a:lvl1pPr>
      <a:lvl2pPr marL="144018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504" kern="1200">
          <a:solidFill>
            <a:schemeClr val="tx1"/>
          </a:solidFill>
          <a:latin typeface="+mn-lt"/>
          <a:ea typeface="+mn-ea"/>
          <a:cs typeface="+mn-cs"/>
        </a:defRPr>
      </a:lvl2pPr>
      <a:lvl3pPr marL="240030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420" kern="1200">
          <a:solidFill>
            <a:schemeClr val="tx1"/>
          </a:solidFill>
          <a:latin typeface="+mn-lt"/>
          <a:ea typeface="+mn-ea"/>
          <a:cs typeface="+mn-cs"/>
        </a:defRPr>
      </a:lvl3pPr>
      <a:lvl4pPr marL="336042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4pPr>
      <a:lvl5pPr marL="432054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5pPr>
      <a:lvl6pPr marL="528066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6pPr>
      <a:lvl7pPr marL="624078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7pPr>
      <a:lvl8pPr marL="720090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8pPr>
      <a:lvl9pPr marL="816102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1pPr>
      <a:lvl2pPr marL="96012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2pPr>
      <a:lvl3pPr marL="192024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3pPr>
      <a:lvl4pPr marL="288036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4pPr>
      <a:lvl5pPr marL="384048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5pPr>
      <a:lvl6pPr marL="480060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6pPr>
      <a:lvl7pPr marL="576072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7pPr>
      <a:lvl8pPr marL="672084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8pPr>
      <a:lvl9pPr marL="768096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文本框 382">
            <a:extLst>
              <a:ext uri="{FF2B5EF4-FFF2-40B4-BE49-F238E27FC236}">
                <a16:creationId xmlns:a16="http://schemas.microsoft.com/office/drawing/2014/main" id="{11D3809C-51F1-74DD-8B05-F4BC80C13F5F}"/>
              </a:ext>
            </a:extLst>
          </p:cNvPr>
          <p:cNvSpPr txBox="1"/>
          <p:nvPr/>
        </p:nvSpPr>
        <p:spPr>
          <a:xfrm>
            <a:off x="2788605" y="1019030"/>
            <a:ext cx="10631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吕岭北站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latin typeface="+mn-ea"/>
                <a:cs typeface="Cascadia Code" panose="020B0609020000020004" pitchFamily="49" charset="0"/>
              </a:rPr>
              <a:t>Lvling</a:t>
            </a:r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 North Station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79B2738C-BAEB-936A-5547-121BB4D6FB6E}"/>
              </a:ext>
            </a:extLst>
          </p:cNvPr>
          <p:cNvSpPr/>
          <p:nvPr/>
        </p:nvSpPr>
        <p:spPr>
          <a:xfrm rot="16200000" flipV="1">
            <a:off x="3252467" y="802397"/>
            <a:ext cx="149365" cy="115523"/>
          </a:xfrm>
          <a:prstGeom prst="homePlate">
            <a:avLst>
              <a:gd name="adj" fmla="val 41754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69A07B7-F326-BBDE-A9F0-0695E52F5B2A}"/>
              </a:ext>
            </a:extLst>
          </p:cNvPr>
          <p:cNvSpPr/>
          <p:nvPr/>
        </p:nvSpPr>
        <p:spPr>
          <a:xfrm>
            <a:off x="0" y="0"/>
            <a:ext cx="8999538" cy="438912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462" name="组合 461">
            <a:extLst>
              <a:ext uri="{FF2B5EF4-FFF2-40B4-BE49-F238E27FC236}">
                <a16:creationId xmlns:a16="http://schemas.microsoft.com/office/drawing/2014/main" id="{88EF4FAE-369E-E841-9EC7-F054D339A4A6}"/>
              </a:ext>
            </a:extLst>
          </p:cNvPr>
          <p:cNvGrpSpPr/>
          <p:nvPr/>
        </p:nvGrpSpPr>
        <p:grpSpPr>
          <a:xfrm>
            <a:off x="389631" y="9170"/>
            <a:ext cx="1280134" cy="431250"/>
            <a:chOff x="188770" y="-11103"/>
            <a:chExt cx="1280134" cy="431250"/>
          </a:xfrm>
        </p:grpSpPr>
        <p:sp>
          <p:nvSpPr>
            <p:cNvPr id="463" name="矩形: 圆角 462">
              <a:extLst>
                <a:ext uri="{FF2B5EF4-FFF2-40B4-BE49-F238E27FC236}">
                  <a16:creationId xmlns:a16="http://schemas.microsoft.com/office/drawing/2014/main" id="{6FC7202D-E70F-2725-0D68-82E9D2BCB2B2}"/>
                </a:ext>
              </a:extLst>
            </p:cNvPr>
            <p:cNvSpPr/>
            <p:nvPr/>
          </p:nvSpPr>
          <p:spPr>
            <a:xfrm>
              <a:off x="188770" y="47240"/>
              <a:ext cx="1221882" cy="329184"/>
            </a:xfrm>
            <a:prstGeom prst="roundRect">
              <a:avLst>
                <a:gd name="adj" fmla="val 1882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4" name="文本框 463">
              <a:extLst>
                <a:ext uri="{FF2B5EF4-FFF2-40B4-BE49-F238E27FC236}">
                  <a16:creationId xmlns:a16="http://schemas.microsoft.com/office/drawing/2014/main" id="{9989F4D8-0294-A0AF-D611-88D3DCBE12A8}"/>
                </a:ext>
              </a:extLst>
            </p:cNvPr>
            <p:cNvSpPr txBox="1"/>
            <p:nvPr/>
          </p:nvSpPr>
          <p:spPr>
            <a:xfrm>
              <a:off x="496280" y="-11103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黑体" panose="02010609060101010101" pitchFamily="49" charset="-122"/>
                  <a:ea typeface="黑体" panose="02010609060101010101" pitchFamily="49" charset="-122"/>
                </a:rPr>
                <a:t>天海地铁</a:t>
              </a:r>
            </a:p>
          </p:txBody>
        </p:sp>
        <p:sp>
          <p:nvSpPr>
            <p:cNvPr id="465" name="文本框 464">
              <a:extLst>
                <a:ext uri="{FF2B5EF4-FFF2-40B4-BE49-F238E27FC236}">
                  <a16:creationId xmlns:a16="http://schemas.microsoft.com/office/drawing/2014/main" id="{21188D24-EE2B-E060-7DA6-49525C222E65}"/>
                </a:ext>
              </a:extLst>
            </p:cNvPr>
            <p:cNvSpPr txBox="1"/>
            <p:nvPr/>
          </p:nvSpPr>
          <p:spPr>
            <a:xfrm>
              <a:off x="500369" y="204703"/>
              <a:ext cx="96853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00" dirty="0" err="1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Tianhai</a:t>
              </a:r>
              <a:r>
                <a:rPr lang="en-US" altLang="zh-CN" sz="800" dirty="0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 Metro</a:t>
              </a:r>
              <a:endParaRPr lang="zh-CN" altLang="en-US" sz="800" dirty="0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endParaRPr>
            </a:p>
          </p:txBody>
        </p:sp>
        <p:pic>
          <p:nvPicPr>
            <p:cNvPr id="466" name="图片 465">
              <a:extLst>
                <a:ext uri="{FF2B5EF4-FFF2-40B4-BE49-F238E27FC236}">
                  <a16:creationId xmlns:a16="http://schemas.microsoft.com/office/drawing/2014/main" id="{FCA8EA3E-2CC0-75D7-358E-6DC14038ED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7754" y="54959"/>
              <a:ext cx="313746" cy="313746"/>
            </a:xfrm>
            <a:prstGeom prst="rect">
              <a:avLst/>
            </a:prstGeom>
          </p:spPr>
        </p:pic>
      </p:grpSp>
      <p:sp>
        <p:nvSpPr>
          <p:cNvPr id="434" name="任意多边形: 形状 433">
            <a:extLst>
              <a:ext uri="{FF2B5EF4-FFF2-40B4-BE49-F238E27FC236}">
                <a16:creationId xmlns:a16="http://schemas.microsoft.com/office/drawing/2014/main" id="{D739A328-9326-9A24-47D8-1C8A6F636036}"/>
              </a:ext>
            </a:extLst>
          </p:cNvPr>
          <p:cNvSpPr/>
          <p:nvPr/>
        </p:nvSpPr>
        <p:spPr>
          <a:xfrm rot="5400000">
            <a:off x="8375845" y="972712"/>
            <a:ext cx="146670" cy="54534"/>
          </a:xfrm>
          <a:custGeom>
            <a:avLst/>
            <a:gdLst>
              <a:gd name="csX0" fmla="*/ 0 w 146670"/>
              <a:gd name="csY0" fmla="*/ 54534 h 54534"/>
              <a:gd name="csX1" fmla="*/ 0 w 146670"/>
              <a:gd name="csY1" fmla="*/ 0 h 54534"/>
              <a:gd name="csX2" fmla="*/ 146670 w 146670"/>
              <a:gd name="csY2" fmla="*/ 0 h 54534"/>
              <a:gd name="csX3" fmla="*/ 101130 w 146670"/>
              <a:gd name="csY3" fmla="*/ 54534 h 545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46670" h="54534">
                <a:moveTo>
                  <a:pt x="0" y="54534"/>
                </a:moveTo>
                <a:lnTo>
                  <a:pt x="0" y="0"/>
                </a:lnTo>
                <a:lnTo>
                  <a:pt x="146670" y="0"/>
                </a:lnTo>
                <a:lnTo>
                  <a:pt x="101130" y="54534"/>
                </a:lnTo>
                <a:close/>
              </a:path>
            </a:pathLst>
          </a:custGeom>
          <a:solidFill>
            <a:srgbClr val="52AB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436" name="任意多边形: 形状 435">
            <a:extLst>
              <a:ext uri="{FF2B5EF4-FFF2-40B4-BE49-F238E27FC236}">
                <a16:creationId xmlns:a16="http://schemas.microsoft.com/office/drawing/2014/main" id="{ECE5A7C5-055B-4143-81D9-6263261E722A}"/>
              </a:ext>
            </a:extLst>
          </p:cNvPr>
          <p:cNvSpPr/>
          <p:nvPr/>
        </p:nvSpPr>
        <p:spPr>
          <a:xfrm rot="16200000" flipH="1">
            <a:off x="8430379" y="972712"/>
            <a:ext cx="146670" cy="54534"/>
          </a:xfrm>
          <a:custGeom>
            <a:avLst/>
            <a:gdLst>
              <a:gd name="csX0" fmla="*/ 0 w 146670"/>
              <a:gd name="csY0" fmla="*/ 54534 h 54534"/>
              <a:gd name="csX1" fmla="*/ 0 w 146670"/>
              <a:gd name="csY1" fmla="*/ 0 h 54534"/>
              <a:gd name="csX2" fmla="*/ 146670 w 146670"/>
              <a:gd name="csY2" fmla="*/ 0 h 54534"/>
              <a:gd name="csX3" fmla="*/ 101130 w 146670"/>
              <a:gd name="csY3" fmla="*/ 54534 h 545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46670" h="54534">
                <a:moveTo>
                  <a:pt x="0" y="54534"/>
                </a:moveTo>
                <a:lnTo>
                  <a:pt x="0" y="0"/>
                </a:lnTo>
                <a:lnTo>
                  <a:pt x="146670" y="0"/>
                </a:lnTo>
                <a:lnTo>
                  <a:pt x="101130" y="54534"/>
                </a:lnTo>
                <a:close/>
              </a:path>
            </a:pathLst>
          </a:custGeom>
          <a:solidFill>
            <a:srgbClr val="FFC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419" name="箭头: 五边形 418">
            <a:extLst>
              <a:ext uri="{FF2B5EF4-FFF2-40B4-BE49-F238E27FC236}">
                <a16:creationId xmlns:a16="http://schemas.microsoft.com/office/drawing/2014/main" id="{27CAC0D0-1893-CBAD-F20A-EB8AA357D028}"/>
              </a:ext>
            </a:extLst>
          </p:cNvPr>
          <p:cNvSpPr/>
          <p:nvPr/>
        </p:nvSpPr>
        <p:spPr>
          <a:xfrm rot="5400000">
            <a:off x="382151" y="939404"/>
            <a:ext cx="149365" cy="115523"/>
          </a:xfrm>
          <a:prstGeom prst="homePlate">
            <a:avLst>
              <a:gd name="adj" fmla="val 41754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4" name="矩形 343">
            <a:extLst>
              <a:ext uri="{FF2B5EF4-FFF2-40B4-BE49-F238E27FC236}">
                <a16:creationId xmlns:a16="http://schemas.microsoft.com/office/drawing/2014/main" id="{C62B2F96-2BFD-E18A-9FE7-391855EEF69A}"/>
              </a:ext>
            </a:extLst>
          </p:cNvPr>
          <p:cNvSpPr/>
          <p:nvPr/>
        </p:nvSpPr>
        <p:spPr>
          <a:xfrm>
            <a:off x="471279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5" name="文本框 374">
            <a:extLst>
              <a:ext uri="{FF2B5EF4-FFF2-40B4-BE49-F238E27FC236}">
                <a16:creationId xmlns:a16="http://schemas.microsoft.com/office/drawing/2014/main" id="{1C07FF44-C1AB-8B6F-D5D1-73E44A23D63C}"/>
              </a:ext>
            </a:extLst>
          </p:cNvPr>
          <p:cNvSpPr txBox="1"/>
          <p:nvPr/>
        </p:nvSpPr>
        <p:spPr>
          <a:xfrm>
            <a:off x="689141" y="1019030"/>
            <a:ext cx="7072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镇海路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latin typeface="+mn-ea"/>
                <a:cs typeface="Cascadia Code" panose="020B0609020000020004" pitchFamily="49" charset="0"/>
              </a:rPr>
              <a:t>Zhenhai</a:t>
            </a:r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 Rd.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190" name="椭圆 189">
            <a:extLst>
              <a:ext uri="{FF2B5EF4-FFF2-40B4-BE49-F238E27FC236}">
                <a16:creationId xmlns:a16="http://schemas.microsoft.com/office/drawing/2014/main" id="{D6D885FA-2372-DB63-D888-45C576BBA30A}"/>
              </a:ext>
            </a:extLst>
          </p:cNvPr>
          <p:cNvSpPr/>
          <p:nvPr/>
        </p:nvSpPr>
        <p:spPr>
          <a:xfrm>
            <a:off x="394508" y="879787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6" name="矩形 345">
            <a:extLst>
              <a:ext uri="{FF2B5EF4-FFF2-40B4-BE49-F238E27FC236}">
                <a16:creationId xmlns:a16="http://schemas.microsoft.com/office/drawing/2014/main" id="{E7519566-6028-583E-44F3-D3968AABCD7F}"/>
              </a:ext>
            </a:extLst>
          </p:cNvPr>
          <p:cNvSpPr/>
          <p:nvPr/>
        </p:nvSpPr>
        <p:spPr>
          <a:xfrm>
            <a:off x="1042208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8" name="矩形 347">
            <a:extLst>
              <a:ext uri="{FF2B5EF4-FFF2-40B4-BE49-F238E27FC236}">
                <a16:creationId xmlns:a16="http://schemas.microsoft.com/office/drawing/2014/main" id="{5F6AFCF1-A4F7-FEF0-8E89-1432F5E78154}"/>
              </a:ext>
            </a:extLst>
          </p:cNvPr>
          <p:cNvSpPr/>
          <p:nvPr/>
        </p:nvSpPr>
        <p:spPr>
          <a:xfrm>
            <a:off x="1611803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0" name="矩形 349">
            <a:extLst>
              <a:ext uri="{FF2B5EF4-FFF2-40B4-BE49-F238E27FC236}">
                <a16:creationId xmlns:a16="http://schemas.microsoft.com/office/drawing/2014/main" id="{8ED16343-C455-B86D-FBDC-6C029DDBEDAD}"/>
              </a:ext>
            </a:extLst>
          </p:cNvPr>
          <p:cNvSpPr/>
          <p:nvPr/>
        </p:nvSpPr>
        <p:spPr>
          <a:xfrm>
            <a:off x="2180828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2" name="矩形 351">
            <a:extLst>
              <a:ext uri="{FF2B5EF4-FFF2-40B4-BE49-F238E27FC236}">
                <a16:creationId xmlns:a16="http://schemas.microsoft.com/office/drawing/2014/main" id="{013C13E4-8E7B-5A52-586B-35A35A2507DB}"/>
              </a:ext>
            </a:extLst>
          </p:cNvPr>
          <p:cNvSpPr/>
          <p:nvPr/>
        </p:nvSpPr>
        <p:spPr>
          <a:xfrm>
            <a:off x="2750423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4" name="矩形 353">
            <a:extLst>
              <a:ext uri="{FF2B5EF4-FFF2-40B4-BE49-F238E27FC236}">
                <a16:creationId xmlns:a16="http://schemas.microsoft.com/office/drawing/2014/main" id="{E229F513-AED3-6F86-843D-D0A6A605942D}"/>
              </a:ext>
            </a:extLst>
          </p:cNvPr>
          <p:cNvSpPr/>
          <p:nvPr/>
        </p:nvSpPr>
        <p:spPr>
          <a:xfrm>
            <a:off x="3322293" y="906023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6" name="矩形 355">
            <a:extLst>
              <a:ext uri="{FF2B5EF4-FFF2-40B4-BE49-F238E27FC236}">
                <a16:creationId xmlns:a16="http://schemas.microsoft.com/office/drawing/2014/main" id="{C2BD6932-FE92-FEB0-9FA0-ECBF80FF867C}"/>
              </a:ext>
            </a:extLst>
          </p:cNvPr>
          <p:cNvSpPr/>
          <p:nvPr/>
        </p:nvSpPr>
        <p:spPr>
          <a:xfrm>
            <a:off x="3893516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8" name="矩形 357">
            <a:extLst>
              <a:ext uri="{FF2B5EF4-FFF2-40B4-BE49-F238E27FC236}">
                <a16:creationId xmlns:a16="http://schemas.microsoft.com/office/drawing/2014/main" id="{485896DD-79AA-AB8F-8E7D-B822435FADCB}"/>
              </a:ext>
            </a:extLst>
          </p:cNvPr>
          <p:cNvSpPr/>
          <p:nvPr/>
        </p:nvSpPr>
        <p:spPr>
          <a:xfrm>
            <a:off x="4463780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0" name="矩形 359">
            <a:extLst>
              <a:ext uri="{FF2B5EF4-FFF2-40B4-BE49-F238E27FC236}">
                <a16:creationId xmlns:a16="http://schemas.microsoft.com/office/drawing/2014/main" id="{80AF9C99-E38C-C21C-DD60-D12BDAA442C9}"/>
              </a:ext>
            </a:extLst>
          </p:cNvPr>
          <p:cNvSpPr/>
          <p:nvPr/>
        </p:nvSpPr>
        <p:spPr>
          <a:xfrm>
            <a:off x="5034042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2" name="矩形 361">
            <a:extLst>
              <a:ext uri="{FF2B5EF4-FFF2-40B4-BE49-F238E27FC236}">
                <a16:creationId xmlns:a16="http://schemas.microsoft.com/office/drawing/2014/main" id="{45328903-6AB9-3FD0-2462-227E7BAFFEA5}"/>
              </a:ext>
            </a:extLst>
          </p:cNvPr>
          <p:cNvSpPr/>
          <p:nvPr/>
        </p:nvSpPr>
        <p:spPr>
          <a:xfrm>
            <a:off x="5603637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4" name="矩形 363">
            <a:extLst>
              <a:ext uri="{FF2B5EF4-FFF2-40B4-BE49-F238E27FC236}">
                <a16:creationId xmlns:a16="http://schemas.microsoft.com/office/drawing/2014/main" id="{EFB2D78D-2546-4759-EAA5-98669F504884}"/>
              </a:ext>
            </a:extLst>
          </p:cNvPr>
          <p:cNvSpPr/>
          <p:nvPr/>
        </p:nvSpPr>
        <p:spPr>
          <a:xfrm>
            <a:off x="6174566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8" name="矩形 367">
            <a:extLst>
              <a:ext uri="{FF2B5EF4-FFF2-40B4-BE49-F238E27FC236}">
                <a16:creationId xmlns:a16="http://schemas.microsoft.com/office/drawing/2014/main" id="{38FD59AF-D82A-1390-097E-7545BE1EABE5}"/>
              </a:ext>
            </a:extLst>
          </p:cNvPr>
          <p:cNvSpPr/>
          <p:nvPr/>
        </p:nvSpPr>
        <p:spPr>
          <a:xfrm>
            <a:off x="6744161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0" name="矩形 369">
            <a:extLst>
              <a:ext uri="{FF2B5EF4-FFF2-40B4-BE49-F238E27FC236}">
                <a16:creationId xmlns:a16="http://schemas.microsoft.com/office/drawing/2014/main" id="{BCE27A30-22F9-B4F8-25A0-44840EB4FB77}"/>
              </a:ext>
            </a:extLst>
          </p:cNvPr>
          <p:cNvSpPr/>
          <p:nvPr/>
        </p:nvSpPr>
        <p:spPr>
          <a:xfrm>
            <a:off x="7313756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2" name="矩形 371">
            <a:extLst>
              <a:ext uri="{FF2B5EF4-FFF2-40B4-BE49-F238E27FC236}">
                <a16:creationId xmlns:a16="http://schemas.microsoft.com/office/drawing/2014/main" id="{D66A37DB-CA4A-ED63-02CE-CDA2994DFC0B}"/>
              </a:ext>
            </a:extLst>
          </p:cNvPr>
          <p:cNvSpPr/>
          <p:nvPr/>
        </p:nvSpPr>
        <p:spPr>
          <a:xfrm>
            <a:off x="7880639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A3524D07-8661-BBA9-B87F-9E847B068ED7}"/>
              </a:ext>
            </a:extLst>
          </p:cNvPr>
          <p:cNvSpPr/>
          <p:nvPr/>
        </p:nvSpPr>
        <p:spPr>
          <a:xfrm>
            <a:off x="2408841" y="54864"/>
            <a:ext cx="4181856" cy="329184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7" name="文本框 166">
            <a:extLst>
              <a:ext uri="{FF2B5EF4-FFF2-40B4-BE49-F238E27FC236}">
                <a16:creationId xmlns:a16="http://schemas.microsoft.com/office/drawing/2014/main" id="{61B3F696-156D-402E-AE38-491ED9CFB1EB}"/>
              </a:ext>
            </a:extLst>
          </p:cNvPr>
          <p:cNvSpPr txBox="1"/>
          <p:nvPr/>
        </p:nvSpPr>
        <p:spPr>
          <a:xfrm>
            <a:off x="7601248" y="16203"/>
            <a:ext cx="1847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75" name="组合 174">
            <a:extLst>
              <a:ext uri="{FF2B5EF4-FFF2-40B4-BE49-F238E27FC236}">
                <a16:creationId xmlns:a16="http://schemas.microsoft.com/office/drawing/2014/main" id="{2B70B9A3-4EAE-4C1E-477F-2DDE962CDC92}"/>
              </a:ext>
            </a:extLst>
          </p:cNvPr>
          <p:cNvGrpSpPr/>
          <p:nvPr/>
        </p:nvGrpSpPr>
        <p:grpSpPr>
          <a:xfrm>
            <a:off x="8140497" y="13642"/>
            <a:ext cx="821036" cy="400110"/>
            <a:chOff x="1526333" y="4012"/>
            <a:chExt cx="821036" cy="400110"/>
          </a:xfrm>
        </p:grpSpPr>
        <p:sp>
          <p:nvSpPr>
            <p:cNvPr id="176" name="矩形: 圆角 175">
              <a:extLst>
                <a:ext uri="{FF2B5EF4-FFF2-40B4-BE49-F238E27FC236}">
                  <a16:creationId xmlns:a16="http://schemas.microsoft.com/office/drawing/2014/main" id="{DF3AE760-A8E6-AE5D-38A8-5A0B167EE68F}"/>
                </a:ext>
              </a:extLst>
            </p:cNvPr>
            <p:cNvSpPr/>
            <p:nvPr/>
          </p:nvSpPr>
          <p:spPr>
            <a:xfrm flipH="1">
              <a:off x="1526333" y="54864"/>
              <a:ext cx="753551" cy="329184"/>
            </a:xfrm>
            <a:prstGeom prst="roundRect">
              <a:avLst>
                <a:gd name="adj" fmla="val 1882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7" name="文本框 176">
              <a:extLst>
                <a:ext uri="{FF2B5EF4-FFF2-40B4-BE49-F238E27FC236}">
                  <a16:creationId xmlns:a16="http://schemas.microsoft.com/office/drawing/2014/main" id="{FD76D49D-EDE6-737D-CD8A-2867F95703EC}"/>
                </a:ext>
              </a:extLst>
            </p:cNvPr>
            <p:cNvSpPr txBox="1"/>
            <p:nvPr/>
          </p:nvSpPr>
          <p:spPr>
            <a:xfrm>
              <a:off x="1792890" y="4012"/>
              <a:ext cx="5544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latin typeface="黑体" panose="02010609060101010101" pitchFamily="49" charset="-122"/>
                  <a:ea typeface="黑体" panose="02010609060101010101" pitchFamily="49" charset="-122"/>
                </a:rPr>
                <a:t>号线</a:t>
              </a:r>
              <a:endPara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r>
                <a:rPr lang="en-US" altLang="zh-CN" sz="800" dirty="0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 Line</a:t>
              </a:r>
              <a:endParaRPr lang="zh-CN" altLang="en-US" sz="800" dirty="0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endParaRPr>
            </a:p>
          </p:txBody>
        </p:sp>
        <p:sp>
          <p:nvSpPr>
            <p:cNvPr id="178" name="矩形: 圆角 177">
              <a:extLst>
                <a:ext uri="{FF2B5EF4-FFF2-40B4-BE49-F238E27FC236}">
                  <a16:creationId xmlns:a16="http://schemas.microsoft.com/office/drawing/2014/main" id="{FAF6927B-1C0B-442F-7870-6FBEAF47F45E}"/>
                </a:ext>
              </a:extLst>
            </p:cNvPr>
            <p:cNvSpPr/>
            <p:nvPr/>
          </p:nvSpPr>
          <p:spPr>
            <a:xfrm flipH="1">
              <a:off x="1557516" y="75456"/>
              <a:ext cx="288000" cy="288000"/>
            </a:xfrm>
            <a:prstGeom prst="roundRect">
              <a:avLst>
                <a:gd name="adj" fmla="val 18827"/>
              </a:avLst>
            </a:prstGeom>
            <a:solidFill>
              <a:srgbClr val="E6001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9" name="文本框 178">
              <a:extLst>
                <a:ext uri="{FF2B5EF4-FFF2-40B4-BE49-F238E27FC236}">
                  <a16:creationId xmlns:a16="http://schemas.microsoft.com/office/drawing/2014/main" id="{04D1747B-A380-0A1C-8067-0AFBBA3DE3F2}"/>
                </a:ext>
              </a:extLst>
            </p:cNvPr>
            <p:cNvSpPr txBox="1"/>
            <p:nvPr/>
          </p:nvSpPr>
          <p:spPr>
            <a:xfrm>
              <a:off x="1542658" y="34790"/>
              <a:ext cx="317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1</a:t>
              </a:r>
              <a:endParaRPr lang="zh-CN" altLang="en-US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sp>
        <p:nvSpPr>
          <p:cNvPr id="181" name="矩形: 圆角 180">
            <a:extLst>
              <a:ext uri="{FF2B5EF4-FFF2-40B4-BE49-F238E27FC236}">
                <a16:creationId xmlns:a16="http://schemas.microsoft.com/office/drawing/2014/main" id="{3280A36E-6600-8743-3F47-EAEA14F568FF}"/>
              </a:ext>
            </a:extLst>
          </p:cNvPr>
          <p:cNvSpPr/>
          <p:nvPr/>
        </p:nvSpPr>
        <p:spPr>
          <a:xfrm flipH="1">
            <a:off x="7121513" y="62216"/>
            <a:ext cx="959469" cy="329184"/>
          </a:xfrm>
          <a:prstGeom prst="roundRect">
            <a:avLst>
              <a:gd name="adj" fmla="val 188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6" name="文本框 185">
            <a:extLst>
              <a:ext uri="{FF2B5EF4-FFF2-40B4-BE49-F238E27FC236}">
                <a16:creationId xmlns:a16="http://schemas.microsoft.com/office/drawing/2014/main" id="{76FD5692-E56F-A107-BEA8-ACC4BF0C85AD}"/>
              </a:ext>
            </a:extLst>
          </p:cNvPr>
          <p:cNvSpPr txBox="1"/>
          <p:nvPr/>
        </p:nvSpPr>
        <p:spPr>
          <a:xfrm>
            <a:off x="7075351" y="24834"/>
            <a:ext cx="10502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dirty="0">
                <a:latin typeface="黑体" panose="02010609060101010101" pitchFamily="49" charset="-122"/>
                <a:ea typeface="黑体" panose="02010609060101010101" pitchFamily="49" charset="-122"/>
              </a:rPr>
              <a:t>终点站</a:t>
            </a:r>
            <a:r>
              <a:rPr lang="en-US" altLang="zh-CN" sz="900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900" dirty="0">
                <a:latin typeface="黑体" panose="02010609060101010101" pitchFamily="49" charset="-122"/>
                <a:ea typeface="黑体" panose="02010609060101010101" pitchFamily="49" charset="-122"/>
              </a:rPr>
              <a:t>天海北站</a:t>
            </a:r>
          </a:p>
        </p:txBody>
      </p:sp>
      <p:pic>
        <p:nvPicPr>
          <p:cNvPr id="189" name="图片 188">
            <a:extLst>
              <a:ext uri="{FF2B5EF4-FFF2-40B4-BE49-F238E27FC236}">
                <a16:creationId xmlns:a16="http://schemas.microsoft.com/office/drawing/2014/main" id="{AC01B044-1CFE-3419-2985-77EDC6DB4B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5821" y="196261"/>
            <a:ext cx="789348" cy="228967"/>
          </a:xfrm>
          <a:prstGeom prst="rect">
            <a:avLst/>
          </a:prstGeom>
        </p:spPr>
      </p:pic>
      <p:sp>
        <p:nvSpPr>
          <p:cNvPr id="316" name="椭圆 315">
            <a:extLst>
              <a:ext uri="{FF2B5EF4-FFF2-40B4-BE49-F238E27FC236}">
                <a16:creationId xmlns:a16="http://schemas.microsoft.com/office/drawing/2014/main" id="{70E81189-5584-7E7E-E244-C2947088CE25}"/>
              </a:ext>
            </a:extLst>
          </p:cNvPr>
          <p:cNvSpPr/>
          <p:nvPr/>
        </p:nvSpPr>
        <p:spPr>
          <a:xfrm>
            <a:off x="979216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8" name="椭圆 317">
            <a:extLst>
              <a:ext uri="{FF2B5EF4-FFF2-40B4-BE49-F238E27FC236}">
                <a16:creationId xmlns:a16="http://schemas.microsoft.com/office/drawing/2014/main" id="{41BCF4F0-62EE-F294-2220-5D65437CD234}"/>
              </a:ext>
            </a:extLst>
          </p:cNvPr>
          <p:cNvSpPr/>
          <p:nvPr/>
        </p:nvSpPr>
        <p:spPr>
          <a:xfrm>
            <a:off x="1549478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0" name="椭圆 319">
            <a:extLst>
              <a:ext uri="{FF2B5EF4-FFF2-40B4-BE49-F238E27FC236}">
                <a16:creationId xmlns:a16="http://schemas.microsoft.com/office/drawing/2014/main" id="{80AAC727-C0C8-E129-4077-0A8AAD85477F}"/>
              </a:ext>
            </a:extLst>
          </p:cNvPr>
          <p:cNvSpPr/>
          <p:nvPr/>
        </p:nvSpPr>
        <p:spPr>
          <a:xfrm>
            <a:off x="2119740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2" name="椭圆 321">
            <a:extLst>
              <a:ext uri="{FF2B5EF4-FFF2-40B4-BE49-F238E27FC236}">
                <a16:creationId xmlns:a16="http://schemas.microsoft.com/office/drawing/2014/main" id="{D6380479-F299-2465-0809-3B7D435878DD}"/>
              </a:ext>
            </a:extLst>
          </p:cNvPr>
          <p:cNvSpPr/>
          <p:nvPr/>
        </p:nvSpPr>
        <p:spPr>
          <a:xfrm>
            <a:off x="2690002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4" name="椭圆 323">
            <a:extLst>
              <a:ext uri="{FF2B5EF4-FFF2-40B4-BE49-F238E27FC236}">
                <a16:creationId xmlns:a16="http://schemas.microsoft.com/office/drawing/2014/main" id="{919729BC-FE59-0BF6-FA03-3FC2847690AA}"/>
              </a:ext>
            </a:extLst>
          </p:cNvPr>
          <p:cNvSpPr/>
          <p:nvPr/>
        </p:nvSpPr>
        <p:spPr>
          <a:xfrm>
            <a:off x="3262857" y="879787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26" name="椭圆 325">
            <a:extLst>
              <a:ext uri="{FF2B5EF4-FFF2-40B4-BE49-F238E27FC236}">
                <a16:creationId xmlns:a16="http://schemas.microsoft.com/office/drawing/2014/main" id="{D0EDE034-B260-51C4-7DF5-17F96560DF5A}"/>
              </a:ext>
            </a:extLst>
          </p:cNvPr>
          <p:cNvSpPr/>
          <p:nvPr/>
        </p:nvSpPr>
        <p:spPr>
          <a:xfrm>
            <a:off x="3830526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" name="椭圆 327">
            <a:extLst>
              <a:ext uri="{FF2B5EF4-FFF2-40B4-BE49-F238E27FC236}">
                <a16:creationId xmlns:a16="http://schemas.microsoft.com/office/drawing/2014/main" id="{CF4903DD-7E7D-DC83-9392-D2A056F7D92D}"/>
              </a:ext>
            </a:extLst>
          </p:cNvPr>
          <p:cNvSpPr/>
          <p:nvPr/>
        </p:nvSpPr>
        <p:spPr>
          <a:xfrm>
            <a:off x="4400788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0" name="椭圆 329">
            <a:extLst>
              <a:ext uri="{FF2B5EF4-FFF2-40B4-BE49-F238E27FC236}">
                <a16:creationId xmlns:a16="http://schemas.microsoft.com/office/drawing/2014/main" id="{BF6C3FE0-DDE9-00EE-07CF-1E75399DC423}"/>
              </a:ext>
            </a:extLst>
          </p:cNvPr>
          <p:cNvSpPr/>
          <p:nvPr/>
        </p:nvSpPr>
        <p:spPr>
          <a:xfrm>
            <a:off x="4971050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2" name="椭圆 331">
            <a:extLst>
              <a:ext uri="{FF2B5EF4-FFF2-40B4-BE49-F238E27FC236}">
                <a16:creationId xmlns:a16="http://schemas.microsoft.com/office/drawing/2014/main" id="{5EC3CDBE-B914-803F-6B7D-38157CEBC5EE}"/>
              </a:ext>
            </a:extLst>
          </p:cNvPr>
          <p:cNvSpPr/>
          <p:nvPr/>
        </p:nvSpPr>
        <p:spPr>
          <a:xfrm>
            <a:off x="5541312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4" name="椭圆 333">
            <a:extLst>
              <a:ext uri="{FF2B5EF4-FFF2-40B4-BE49-F238E27FC236}">
                <a16:creationId xmlns:a16="http://schemas.microsoft.com/office/drawing/2014/main" id="{86ECC3D3-E655-0BFC-5814-68F0A5433393}"/>
              </a:ext>
            </a:extLst>
          </p:cNvPr>
          <p:cNvSpPr/>
          <p:nvPr/>
        </p:nvSpPr>
        <p:spPr>
          <a:xfrm>
            <a:off x="6111574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6" name="椭圆 335">
            <a:extLst>
              <a:ext uri="{FF2B5EF4-FFF2-40B4-BE49-F238E27FC236}">
                <a16:creationId xmlns:a16="http://schemas.microsoft.com/office/drawing/2014/main" id="{F8518B10-E13B-410C-034A-EB9481B109CA}"/>
              </a:ext>
            </a:extLst>
          </p:cNvPr>
          <p:cNvSpPr/>
          <p:nvPr/>
        </p:nvSpPr>
        <p:spPr>
          <a:xfrm>
            <a:off x="6681836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8" name="椭圆 337">
            <a:extLst>
              <a:ext uri="{FF2B5EF4-FFF2-40B4-BE49-F238E27FC236}">
                <a16:creationId xmlns:a16="http://schemas.microsoft.com/office/drawing/2014/main" id="{14DDA912-1306-FFE3-AB24-6BFD74B5E5D0}"/>
              </a:ext>
            </a:extLst>
          </p:cNvPr>
          <p:cNvSpPr/>
          <p:nvPr/>
        </p:nvSpPr>
        <p:spPr>
          <a:xfrm>
            <a:off x="7252098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0" name="椭圆 339">
            <a:extLst>
              <a:ext uri="{FF2B5EF4-FFF2-40B4-BE49-F238E27FC236}">
                <a16:creationId xmlns:a16="http://schemas.microsoft.com/office/drawing/2014/main" id="{F2D433C4-19B3-2972-7402-3F637207C1B8}"/>
              </a:ext>
            </a:extLst>
          </p:cNvPr>
          <p:cNvSpPr/>
          <p:nvPr/>
        </p:nvSpPr>
        <p:spPr>
          <a:xfrm>
            <a:off x="7818314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2" name="椭圆 341">
            <a:extLst>
              <a:ext uri="{FF2B5EF4-FFF2-40B4-BE49-F238E27FC236}">
                <a16:creationId xmlns:a16="http://schemas.microsoft.com/office/drawing/2014/main" id="{822AE4C6-96BC-AAD8-5E2C-6C2484B6DDC0}"/>
              </a:ext>
            </a:extLst>
          </p:cNvPr>
          <p:cNvSpPr/>
          <p:nvPr/>
        </p:nvSpPr>
        <p:spPr>
          <a:xfrm>
            <a:off x="8414500" y="874625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3" name="文本框 372">
            <a:extLst>
              <a:ext uri="{FF2B5EF4-FFF2-40B4-BE49-F238E27FC236}">
                <a16:creationId xmlns:a16="http://schemas.microsoft.com/office/drawing/2014/main" id="{08E90EA3-044A-A526-9C85-6F2EE1321284}"/>
              </a:ext>
            </a:extLst>
          </p:cNvPr>
          <p:cNvSpPr txBox="1"/>
          <p:nvPr/>
        </p:nvSpPr>
        <p:spPr>
          <a:xfrm>
            <a:off x="114082" y="483926"/>
            <a:ext cx="7088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天海港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latin typeface="+mn-ea"/>
                <a:cs typeface="Cascadia Code" panose="020B0609020000020004" pitchFamily="49" charset="0"/>
              </a:rPr>
              <a:t>Tianhai</a:t>
            </a:r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 Port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77" name="文本框 376">
            <a:extLst>
              <a:ext uri="{FF2B5EF4-FFF2-40B4-BE49-F238E27FC236}">
                <a16:creationId xmlns:a16="http://schemas.microsoft.com/office/drawing/2014/main" id="{A842337D-9491-8370-78C9-83A5B45681C1}"/>
              </a:ext>
            </a:extLst>
          </p:cNvPr>
          <p:cNvSpPr txBox="1"/>
          <p:nvPr/>
        </p:nvSpPr>
        <p:spPr>
          <a:xfrm>
            <a:off x="1167610" y="483926"/>
            <a:ext cx="8883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人民广场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People’s Square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79" name="文本框 378">
            <a:extLst>
              <a:ext uri="{FF2B5EF4-FFF2-40B4-BE49-F238E27FC236}">
                <a16:creationId xmlns:a16="http://schemas.microsoft.com/office/drawing/2014/main" id="{1C8B5ACF-AE14-C95A-7267-75254DA09AED}"/>
              </a:ext>
            </a:extLst>
          </p:cNvPr>
          <p:cNvSpPr txBox="1"/>
          <p:nvPr/>
        </p:nvSpPr>
        <p:spPr>
          <a:xfrm>
            <a:off x="2500995" y="483926"/>
            <a:ext cx="4988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金山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Jinshan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81" name="文本框 380">
            <a:extLst>
              <a:ext uri="{FF2B5EF4-FFF2-40B4-BE49-F238E27FC236}">
                <a16:creationId xmlns:a16="http://schemas.microsoft.com/office/drawing/2014/main" id="{CB1497F9-216F-ECD2-921E-7C5CF772E339}"/>
              </a:ext>
            </a:extLst>
          </p:cNvPr>
          <p:cNvSpPr txBox="1"/>
          <p:nvPr/>
        </p:nvSpPr>
        <p:spPr>
          <a:xfrm>
            <a:off x="1751205" y="1019030"/>
            <a:ext cx="8595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中央大道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Central Avenue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85" name="文本框 384">
            <a:extLst>
              <a:ext uri="{FF2B5EF4-FFF2-40B4-BE49-F238E27FC236}">
                <a16:creationId xmlns:a16="http://schemas.microsoft.com/office/drawing/2014/main" id="{58F7EE18-04E8-0769-67F6-ECC06FA074A8}"/>
              </a:ext>
            </a:extLst>
          </p:cNvPr>
          <p:cNvSpPr txBox="1"/>
          <p:nvPr/>
        </p:nvSpPr>
        <p:spPr>
          <a:xfrm>
            <a:off x="3497972" y="483926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海宁公园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Haining Park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87" name="文本框 386">
            <a:extLst>
              <a:ext uri="{FF2B5EF4-FFF2-40B4-BE49-F238E27FC236}">
                <a16:creationId xmlns:a16="http://schemas.microsoft.com/office/drawing/2014/main" id="{1E16FF2E-E08B-A4AC-CFFB-8DB2CE39EF04}"/>
              </a:ext>
            </a:extLst>
          </p:cNvPr>
          <p:cNvSpPr txBox="1"/>
          <p:nvPr/>
        </p:nvSpPr>
        <p:spPr>
          <a:xfrm>
            <a:off x="3711944" y="1019030"/>
            <a:ext cx="1502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海宁行政中心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Haining Administrative Center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89" name="文本框 388">
            <a:extLst>
              <a:ext uri="{FF2B5EF4-FFF2-40B4-BE49-F238E27FC236}">
                <a16:creationId xmlns:a16="http://schemas.microsoft.com/office/drawing/2014/main" id="{5613B072-9720-AC22-5F20-1F462EA261A4}"/>
              </a:ext>
            </a:extLst>
          </p:cNvPr>
          <p:cNvSpPr txBox="1"/>
          <p:nvPr/>
        </p:nvSpPr>
        <p:spPr>
          <a:xfrm>
            <a:off x="4411249" y="483926"/>
            <a:ext cx="12442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海宁商务中心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Haining Business Center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91" name="文本框 390">
            <a:extLst>
              <a:ext uri="{FF2B5EF4-FFF2-40B4-BE49-F238E27FC236}">
                <a16:creationId xmlns:a16="http://schemas.microsoft.com/office/drawing/2014/main" id="{AC2AF622-152A-7731-2E11-D744D6A6A719}"/>
              </a:ext>
            </a:extLst>
          </p:cNvPr>
          <p:cNvSpPr txBox="1"/>
          <p:nvPr/>
        </p:nvSpPr>
        <p:spPr>
          <a:xfrm>
            <a:off x="5332712" y="1019030"/>
            <a:ext cx="5421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五通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latin typeface="+mn-ea"/>
                <a:cs typeface="Cascadia Code" panose="020B0609020000020004" pitchFamily="49" charset="0"/>
              </a:rPr>
              <a:t>Wutong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93" name="文本框 392">
            <a:extLst>
              <a:ext uri="{FF2B5EF4-FFF2-40B4-BE49-F238E27FC236}">
                <a16:creationId xmlns:a16="http://schemas.microsoft.com/office/drawing/2014/main" id="{A46B17FC-6805-B806-DAA0-1D19870017B4}"/>
              </a:ext>
            </a:extLst>
          </p:cNvPr>
          <p:cNvSpPr txBox="1"/>
          <p:nvPr/>
        </p:nvSpPr>
        <p:spPr>
          <a:xfrm>
            <a:off x="5768561" y="483926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体育中心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Sports Center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95" name="文本框 394">
            <a:extLst>
              <a:ext uri="{FF2B5EF4-FFF2-40B4-BE49-F238E27FC236}">
                <a16:creationId xmlns:a16="http://schemas.microsoft.com/office/drawing/2014/main" id="{05258EC7-DCC4-FC4A-E756-00A2BFC5F84C}"/>
              </a:ext>
            </a:extLst>
          </p:cNvPr>
          <p:cNvSpPr txBox="1"/>
          <p:nvPr/>
        </p:nvSpPr>
        <p:spPr>
          <a:xfrm>
            <a:off x="6497136" y="1019030"/>
            <a:ext cx="4940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弋浔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latin typeface="+mn-ea"/>
                <a:cs typeface="Cascadia Code" panose="020B0609020000020004" pitchFamily="49" charset="0"/>
              </a:rPr>
              <a:t>Yixun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97" name="文本框 396">
            <a:extLst>
              <a:ext uri="{FF2B5EF4-FFF2-40B4-BE49-F238E27FC236}">
                <a16:creationId xmlns:a16="http://schemas.microsoft.com/office/drawing/2014/main" id="{95613895-50D9-A036-2652-92C6F04E3669}"/>
              </a:ext>
            </a:extLst>
          </p:cNvPr>
          <p:cNvSpPr txBox="1"/>
          <p:nvPr/>
        </p:nvSpPr>
        <p:spPr>
          <a:xfrm>
            <a:off x="6745332" y="483926"/>
            <a:ext cx="11368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迁安人民公园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latin typeface="+mn-ea"/>
                <a:cs typeface="Cascadia Code" panose="020B0609020000020004" pitchFamily="49" charset="0"/>
              </a:rPr>
              <a:t>Qian’an</a:t>
            </a:r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 People’s Park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99" name="文本框 398">
            <a:extLst>
              <a:ext uri="{FF2B5EF4-FFF2-40B4-BE49-F238E27FC236}">
                <a16:creationId xmlns:a16="http://schemas.microsoft.com/office/drawing/2014/main" id="{0BDCBBA0-59F0-1CDB-384D-DC5CAE062866}"/>
              </a:ext>
            </a:extLst>
          </p:cNvPr>
          <p:cNvSpPr txBox="1"/>
          <p:nvPr/>
        </p:nvSpPr>
        <p:spPr>
          <a:xfrm>
            <a:off x="7435645" y="972461"/>
            <a:ext cx="88998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00" b="1" dirty="0">
                <a:latin typeface="宋体" panose="02010600030101010101" pitchFamily="2" charset="-122"/>
                <a:ea typeface="宋体" panose="02010600030101010101" pitchFamily="2" charset="-122"/>
              </a:rPr>
              <a:t>北站西广场</a:t>
            </a:r>
            <a:endParaRPr lang="en-US" altLang="zh-CN" sz="11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Railway Station</a:t>
            </a: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West Square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403" name="文本框 402">
            <a:extLst>
              <a:ext uri="{FF2B5EF4-FFF2-40B4-BE49-F238E27FC236}">
                <a16:creationId xmlns:a16="http://schemas.microsoft.com/office/drawing/2014/main" id="{7075D9A6-DBC8-2C84-173D-8F134A5EBBF7}"/>
              </a:ext>
            </a:extLst>
          </p:cNvPr>
          <p:cNvSpPr txBox="1"/>
          <p:nvPr/>
        </p:nvSpPr>
        <p:spPr>
          <a:xfrm>
            <a:off x="8036326" y="411621"/>
            <a:ext cx="8467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00" b="1" dirty="0">
                <a:latin typeface="宋体" panose="02010600030101010101" pitchFamily="2" charset="-122"/>
                <a:ea typeface="宋体" panose="02010600030101010101" pitchFamily="2" charset="-122"/>
              </a:rPr>
              <a:t>天海北站</a:t>
            </a:r>
            <a:endParaRPr lang="en-US" altLang="zh-CN" sz="11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latin typeface="+mn-ea"/>
                <a:cs typeface="Cascadia Code" panose="020B0609020000020004" pitchFamily="49" charset="0"/>
              </a:rPr>
              <a:t>Tianhai</a:t>
            </a:r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 North</a:t>
            </a: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Railway Station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grpSp>
        <p:nvGrpSpPr>
          <p:cNvPr id="408" name="组合 407">
            <a:extLst>
              <a:ext uri="{FF2B5EF4-FFF2-40B4-BE49-F238E27FC236}">
                <a16:creationId xmlns:a16="http://schemas.microsoft.com/office/drawing/2014/main" id="{F30D8577-FB96-34B1-CA57-FA1B4C814923}"/>
              </a:ext>
            </a:extLst>
          </p:cNvPr>
          <p:cNvGrpSpPr/>
          <p:nvPr/>
        </p:nvGrpSpPr>
        <p:grpSpPr>
          <a:xfrm flipH="1">
            <a:off x="416338" y="893731"/>
            <a:ext cx="86486" cy="88006"/>
            <a:chOff x="3384914" y="1617979"/>
            <a:chExt cx="790846" cy="825340"/>
          </a:xfrm>
        </p:grpSpPr>
        <p:sp>
          <p:nvSpPr>
            <p:cNvPr id="405" name="箭头: 环形 404">
              <a:extLst>
                <a:ext uri="{FF2B5EF4-FFF2-40B4-BE49-F238E27FC236}">
                  <a16:creationId xmlns:a16="http://schemas.microsoft.com/office/drawing/2014/main" id="{890F1A6F-7939-0852-FE28-1417B796901B}"/>
                </a:ext>
              </a:extLst>
            </p:cNvPr>
            <p:cNvSpPr/>
            <p:nvPr/>
          </p:nvSpPr>
          <p:spPr>
            <a:xfrm>
              <a:off x="3384914" y="1617979"/>
              <a:ext cx="790846" cy="797055"/>
            </a:xfrm>
            <a:prstGeom prst="circular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07" name="箭头: 环形 406">
              <a:extLst>
                <a:ext uri="{FF2B5EF4-FFF2-40B4-BE49-F238E27FC236}">
                  <a16:creationId xmlns:a16="http://schemas.microsoft.com/office/drawing/2014/main" id="{B42B71CB-D50A-0EA8-FCB1-C97FE53C4AD3}"/>
                </a:ext>
              </a:extLst>
            </p:cNvPr>
            <p:cNvSpPr/>
            <p:nvPr/>
          </p:nvSpPr>
          <p:spPr>
            <a:xfrm flipH="1" flipV="1">
              <a:off x="3384914" y="1646263"/>
              <a:ext cx="790846" cy="797056"/>
            </a:xfrm>
            <a:prstGeom prst="circularArrow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428" name="图片 427">
            <a:extLst>
              <a:ext uri="{FF2B5EF4-FFF2-40B4-BE49-F238E27FC236}">
                <a16:creationId xmlns:a16="http://schemas.microsoft.com/office/drawing/2014/main" id="{7FF61095-8AF5-2B89-F411-6138F2F35D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550" y="1071848"/>
            <a:ext cx="463118" cy="270278"/>
          </a:xfrm>
          <a:prstGeom prst="rect">
            <a:avLst/>
          </a:prstGeom>
        </p:spPr>
      </p:pic>
      <p:pic>
        <p:nvPicPr>
          <p:cNvPr id="444" name="图片 443">
            <a:extLst>
              <a:ext uri="{FF2B5EF4-FFF2-40B4-BE49-F238E27FC236}">
                <a16:creationId xmlns:a16="http://schemas.microsoft.com/office/drawing/2014/main" id="{698EE793-1279-D901-8AFD-F9105334824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783" y="1232304"/>
            <a:ext cx="332273" cy="193917"/>
          </a:xfrm>
          <a:prstGeom prst="rect">
            <a:avLst/>
          </a:prstGeom>
        </p:spPr>
      </p:pic>
      <p:pic>
        <p:nvPicPr>
          <p:cNvPr id="452" name="图片 451">
            <a:extLst>
              <a:ext uri="{FF2B5EF4-FFF2-40B4-BE49-F238E27FC236}">
                <a16:creationId xmlns:a16="http://schemas.microsoft.com/office/drawing/2014/main" id="{356EAAE1-379E-87AB-0482-F4679BD92F3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5845" y="1079839"/>
            <a:ext cx="334150" cy="193917"/>
          </a:xfrm>
          <a:prstGeom prst="rect">
            <a:avLst/>
          </a:prstGeom>
        </p:spPr>
      </p:pic>
      <p:grpSp>
        <p:nvGrpSpPr>
          <p:cNvPr id="460" name="组合 459">
            <a:extLst>
              <a:ext uri="{FF2B5EF4-FFF2-40B4-BE49-F238E27FC236}">
                <a16:creationId xmlns:a16="http://schemas.microsoft.com/office/drawing/2014/main" id="{15C2FD3E-E2BF-AF53-8AC6-3AFEE1BE5E4A}"/>
              </a:ext>
            </a:extLst>
          </p:cNvPr>
          <p:cNvGrpSpPr/>
          <p:nvPr/>
        </p:nvGrpSpPr>
        <p:grpSpPr>
          <a:xfrm rot="1951028">
            <a:off x="8427983" y="890552"/>
            <a:ext cx="94574" cy="94923"/>
            <a:chOff x="1440520" y="1462484"/>
            <a:chExt cx="461631" cy="463336"/>
          </a:xfrm>
        </p:grpSpPr>
        <p:sp>
          <p:nvSpPr>
            <p:cNvPr id="456" name="箭头: 环形 455">
              <a:extLst>
                <a:ext uri="{FF2B5EF4-FFF2-40B4-BE49-F238E27FC236}">
                  <a16:creationId xmlns:a16="http://schemas.microsoft.com/office/drawing/2014/main" id="{8DCC17E2-E010-5A50-7B32-5A1963D70DD5}"/>
                </a:ext>
              </a:extLst>
            </p:cNvPr>
            <p:cNvSpPr/>
            <p:nvPr/>
          </p:nvSpPr>
          <p:spPr>
            <a:xfrm rot="338721" flipH="1">
              <a:off x="1446104" y="1476765"/>
              <a:ext cx="456047" cy="448158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13769514"/>
                <a:gd name="adj5" fmla="val 1250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57" name="箭头: 环形 456">
              <a:extLst>
                <a:ext uri="{FF2B5EF4-FFF2-40B4-BE49-F238E27FC236}">
                  <a16:creationId xmlns:a16="http://schemas.microsoft.com/office/drawing/2014/main" id="{CA6FDA99-2A26-2F43-D8F2-DFE48D931FA0}"/>
                </a:ext>
              </a:extLst>
            </p:cNvPr>
            <p:cNvSpPr/>
            <p:nvPr/>
          </p:nvSpPr>
          <p:spPr>
            <a:xfrm rot="19710149" flipV="1">
              <a:off x="1446103" y="1477662"/>
              <a:ext cx="456047" cy="448158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15559861"/>
                <a:gd name="adj5" fmla="val 12500"/>
              </a:avLst>
            </a:prstGeom>
            <a:solidFill>
              <a:srgbClr val="FFC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59" name="箭头: 环形 458">
              <a:extLst>
                <a:ext uri="{FF2B5EF4-FFF2-40B4-BE49-F238E27FC236}">
                  <a16:creationId xmlns:a16="http://schemas.microsoft.com/office/drawing/2014/main" id="{35224DFB-D273-57BA-E08C-441B7D3DAE2F}"/>
                </a:ext>
              </a:extLst>
            </p:cNvPr>
            <p:cNvSpPr/>
            <p:nvPr/>
          </p:nvSpPr>
          <p:spPr>
            <a:xfrm rot="4784427" flipV="1">
              <a:off x="1436575" y="1466429"/>
              <a:ext cx="456047" cy="448158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15892767"/>
                <a:gd name="adj5" fmla="val 12500"/>
              </a:avLst>
            </a:prstGeom>
            <a:solidFill>
              <a:srgbClr val="52AB4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61" name="文本框 460">
            <a:extLst>
              <a:ext uri="{FF2B5EF4-FFF2-40B4-BE49-F238E27FC236}">
                <a16:creationId xmlns:a16="http://schemas.microsoft.com/office/drawing/2014/main" id="{5787294C-FE9A-8206-E7AF-3F405A517285}"/>
              </a:ext>
            </a:extLst>
          </p:cNvPr>
          <p:cNvSpPr txBox="1"/>
          <p:nvPr/>
        </p:nvSpPr>
        <p:spPr>
          <a:xfrm>
            <a:off x="3550040" y="29349"/>
            <a:ext cx="182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欢迎乘坐本次列车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243C0AF-3AAF-90B4-A614-72088A8FD4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2449" y="546366"/>
            <a:ext cx="463118" cy="270278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BEB5D814-07FC-0335-5295-4CF157F22479}"/>
              </a:ext>
            </a:extLst>
          </p:cNvPr>
          <p:cNvGrpSpPr/>
          <p:nvPr/>
        </p:nvGrpSpPr>
        <p:grpSpPr>
          <a:xfrm flipH="1">
            <a:off x="3287580" y="895239"/>
            <a:ext cx="86486" cy="88006"/>
            <a:chOff x="3384914" y="1617979"/>
            <a:chExt cx="790846" cy="825340"/>
          </a:xfrm>
        </p:grpSpPr>
        <p:sp>
          <p:nvSpPr>
            <p:cNvPr id="11" name="箭头: 环形 10">
              <a:extLst>
                <a:ext uri="{FF2B5EF4-FFF2-40B4-BE49-F238E27FC236}">
                  <a16:creationId xmlns:a16="http://schemas.microsoft.com/office/drawing/2014/main" id="{8AEAB2DE-CAEC-41A1-BEBE-3BEA95C3F156}"/>
                </a:ext>
              </a:extLst>
            </p:cNvPr>
            <p:cNvSpPr/>
            <p:nvPr/>
          </p:nvSpPr>
          <p:spPr>
            <a:xfrm>
              <a:off x="3384914" y="1617979"/>
              <a:ext cx="790846" cy="797055"/>
            </a:xfrm>
            <a:prstGeom prst="circular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箭头: 环形 11">
              <a:extLst>
                <a:ext uri="{FF2B5EF4-FFF2-40B4-BE49-F238E27FC236}">
                  <a16:creationId xmlns:a16="http://schemas.microsoft.com/office/drawing/2014/main" id="{58D57CE7-F1E1-BF8F-A977-FDCF0C152D68}"/>
                </a:ext>
              </a:extLst>
            </p:cNvPr>
            <p:cNvSpPr/>
            <p:nvPr/>
          </p:nvSpPr>
          <p:spPr>
            <a:xfrm flipH="1" flipV="1">
              <a:off x="3384914" y="1646263"/>
              <a:ext cx="790846" cy="797056"/>
            </a:xfrm>
            <a:prstGeom prst="circularArrow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71582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1000" fill="hold"/>
                                        <p:tgtEl>
                                          <p:spTgt spid="4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0F6C2-C859-DD6C-11F3-F65BC510F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71C84591-26E3-6C83-6ADD-D7A45865F2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550" y="1071848"/>
            <a:ext cx="463118" cy="270278"/>
          </a:xfrm>
          <a:prstGeom prst="rect">
            <a:avLst/>
          </a:prstGeom>
        </p:spPr>
      </p:pic>
      <p:sp>
        <p:nvSpPr>
          <p:cNvPr id="377" name="文本框 376">
            <a:extLst>
              <a:ext uri="{FF2B5EF4-FFF2-40B4-BE49-F238E27FC236}">
                <a16:creationId xmlns:a16="http://schemas.microsoft.com/office/drawing/2014/main" id="{0C3B8BD5-B1DD-C2F3-AA23-20F91F5E7BFC}"/>
              </a:ext>
            </a:extLst>
          </p:cNvPr>
          <p:cNvSpPr txBox="1"/>
          <p:nvPr/>
        </p:nvSpPr>
        <p:spPr>
          <a:xfrm>
            <a:off x="1167610" y="483926"/>
            <a:ext cx="8883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人民广场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People’s Square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434" name="任意多边形: 形状 433">
            <a:extLst>
              <a:ext uri="{FF2B5EF4-FFF2-40B4-BE49-F238E27FC236}">
                <a16:creationId xmlns:a16="http://schemas.microsoft.com/office/drawing/2014/main" id="{166E8D39-FB30-8A24-46CE-0281A5203CC3}"/>
              </a:ext>
            </a:extLst>
          </p:cNvPr>
          <p:cNvSpPr/>
          <p:nvPr/>
        </p:nvSpPr>
        <p:spPr>
          <a:xfrm rot="5400000">
            <a:off x="8375845" y="972712"/>
            <a:ext cx="146670" cy="54534"/>
          </a:xfrm>
          <a:custGeom>
            <a:avLst/>
            <a:gdLst>
              <a:gd name="csX0" fmla="*/ 0 w 146670"/>
              <a:gd name="csY0" fmla="*/ 54534 h 54534"/>
              <a:gd name="csX1" fmla="*/ 0 w 146670"/>
              <a:gd name="csY1" fmla="*/ 0 h 54534"/>
              <a:gd name="csX2" fmla="*/ 146670 w 146670"/>
              <a:gd name="csY2" fmla="*/ 0 h 54534"/>
              <a:gd name="csX3" fmla="*/ 101130 w 146670"/>
              <a:gd name="csY3" fmla="*/ 54534 h 545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46670" h="54534">
                <a:moveTo>
                  <a:pt x="0" y="54534"/>
                </a:moveTo>
                <a:lnTo>
                  <a:pt x="0" y="0"/>
                </a:lnTo>
                <a:lnTo>
                  <a:pt x="146670" y="0"/>
                </a:lnTo>
                <a:lnTo>
                  <a:pt x="101130" y="54534"/>
                </a:lnTo>
                <a:close/>
              </a:path>
            </a:pathLst>
          </a:custGeom>
          <a:solidFill>
            <a:srgbClr val="52AB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436" name="任意多边形: 形状 435">
            <a:extLst>
              <a:ext uri="{FF2B5EF4-FFF2-40B4-BE49-F238E27FC236}">
                <a16:creationId xmlns:a16="http://schemas.microsoft.com/office/drawing/2014/main" id="{EF10D95B-244E-946B-EAB2-B1AFA8FF00F8}"/>
              </a:ext>
            </a:extLst>
          </p:cNvPr>
          <p:cNvSpPr/>
          <p:nvPr/>
        </p:nvSpPr>
        <p:spPr>
          <a:xfrm rot="16200000" flipH="1">
            <a:off x="8430379" y="972712"/>
            <a:ext cx="146670" cy="54534"/>
          </a:xfrm>
          <a:custGeom>
            <a:avLst/>
            <a:gdLst>
              <a:gd name="csX0" fmla="*/ 0 w 146670"/>
              <a:gd name="csY0" fmla="*/ 54534 h 54534"/>
              <a:gd name="csX1" fmla="*/ 0 w 146670"/>
              <a:gd name="csY1" fmla="*/ 0 h 54534"/>
              <a:gd name="csX2" fmla="*/ 146670 w 146670"/>
              <a:gd name="csY2" fmla="*/ 0 h 54534"/>
              <a:gd name="csX3" fmla="*/ 101130 w 146670"/>
              <a:gd name="csY3" fmla="*/ 54534 h 545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46670" h="54534">
                <a:moveTo>
                  <a:pt x="0" y="54534"/>
                </a:moveTo>
                <a:lnTo>
                  <a:pt x="0" y="0"/>
                </a:lnTo>
                <a:lnTo>
                  <a:pt x="146670" y="0"/>
                </a:lnTo>
                <a:lnTo>
                  <a:pt x="101130" y="54534"/>
                </a:lnTo>
                <a:close/>
              </a:path>
            </a:pathLst>
          </a:custGeom>
          <a:solidFill>
            <a:srgbClr val="FFC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419" name="箭头: 五边形 418">
            <a:extLst>
              <a:ext uri="{FF2B5EF4-FFF2-40B4-BE49-F238E27FC236}">
                <a16:creationId xmlns:a16="http://schemas.microsoft.com/office/drawing/2014/main" id="{2EC54B7C-CEBC-100C-B2AA-E9FA4FC8CBD8}"/>
              </a:ext>
            </a:extLst>
          </p:cNvPr>
          <p:cNvSpPr/>
          <p:nvPr/>
        </p:nvSpPr>
        <p:spPr>
          <a:xfrm rot="5400000">
            <a:off x="382100" y="940807"/>
            <a:ext cx="149365" cy="115523"/>
          </a:xfrm>
          <a:prstGeom prst="homePlate">
            <a:avLst>
              <a:gd name="adj" fmla="val 41754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4" name="矩形 343">
            <a:extLst>
              <a:ext uri="{FF2B5EF4-FFF2-40B4-BE49-F238E27FC236}">
                <a16:creationId xmlns:a16="http://schemas.microsoft.com/office/drawing/2014/main" id="{29098699-9720-0C94-EA05-55CE64933C50}"/>
              </a:ext>
            </a:extLst>
          </p:cNvPr>
          <p:cNvSpPr/>
          <p:nvPr/>
        </p:nvSpPr>
        <p:spPr>
          <a:xfrm>
            <a:off x="446284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5" name="文本框 374">
            <a:extLst>
              <a:ext uri="{FF2B5EF4-FFF2-40B4-BE49-F238E27FC236}">
                <a16:creationId xmlns:a16="http://schemas.microsoft.com/office/drawing/2014/main" id="{3F62DFFE-BC31-C6FF-BF89-AED0F13BD8D1}"/>
              </a:ext>
            </a:extLst>
          </p:cNvPr>
          <p:cNvSpPr txBox="1"/>
          <p:nvPr/>
        </p:nvSpPr>
        <p:spPr>
          <a:xfrm>
            <a:off x="691110" y="1018885"/>
            <a:ext cx="7072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镇海路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latin typeface="+mn-ea"/>
                <a:cs typeface="Cascadia Code" panose="020B0609020000020004" pitchFamily="49" charset="0"/>
              </a:rPr>
              <a:t>Zhenhai</a:t>
            </a:r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 Rd.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190" name="椭圆 189">
            <a:extLst>
              <a:ext uri="{FF2B5EF4-FFF2-40B4-BE49-F238E27FC236}">
                <a16:creationId xmlns:a16="http://schemas.microsoft.com/office/drawing/2014/main" id="{3AEC3AFA-80DA-8583-1CFA-FDCE6D3CAD60}"/>
              </a:ext>
            </a:extLst>
          </p:cNvPr>
          <p:cNvSpPr/>
          <p:nvPr/>
        </p:nvSpPr>
        <p:spPr>
          <a:xfrm>
            <a:off x="396607" y="874625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46" name="矩形 345">
            <a:extLst>
              <a:ext uri="{FF2B5EF4-FFF2-40B4-BE49-F238E27FC236}">
                <a16:creationId xmlns:a16="http://schemas.microsoft.com/office/drawing/2014/main" id="{E4D719F9-4094-EFCC-A80A-4BBFF018F3E3}"/>
              </a:ext>
            </a:extLst>
          </p:cNvPr>
          <p:cNvSpPr/>
          <p:nvPr/>
        </p:nvSpPr>
        <p:spPr>
          <a:xfrm>
            <a:off x="1042208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8" name="矩形 347">
            <a:extLst>
              <a:ext uri="{FF2B5EF4-FFF2-40B4-BE49-F238E27FC236}">
                <a16:creationId xmlns:a16="http://schemas.microsoft.com/office/drawing/2014/main" id="{88912993-B9F5-B509-8EB1-FDF9F196E017}"/>
              </a:ext>
            </a:extLst>
          </p:cNvPr>
          <p:cNvSpPr/>
          <p:nvPr/>
        </p:nvSpPr>
        <p:spPr>
          <a:xfrm>
            <a:off x="1611803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0" name="矩形 349">
            <a:extLst>
              <a:ext uri="{FF2B5EF4-FFF2-40B4-BE49-F238E27FC236}">
                <a16:creationId xmlns:a16="http://schemas.microsoft.com/office/drawing/2014/main" id="{D6B35EEA-EF7C-9EAA-4597-363B78AA5C34}"/>
              </a:ext>
            </a:extLst>
          </p:cNvPr>
          <p:cNvSpPr/>
          <p:nvPr/>
        </p:nvSpPr>
        <p:spPr>
          <a:xfrm>
            <a:off x="2204776" y="900114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2" name="矩形 351">
            <a:extLst>
              <a:ext uri="{FF2B5EF4-FFF2-40B4-BE49-F238E27FC236}">
                <a16:creationId xmlns:a16="http://schemas.microsoft.com/office/drawing/2014/main" id="{D318F332-50B3-3197-4869-AA16FB2F35D3}"/>
              </a:ext>
            </a:extLst>
          </p:cNvPr>
          <p:cNvSpPr/>
          <p:nvPr/>
        </p:nvSpPr>
        <p:spPr>
          <a:xfrm>
            <a:off x="2783501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4" name="矩形 353">
            <a:extLst>
              <a:ext uri="{FF2B5EF4-FFF2-40B4-BE49-F238E27FC236}">
                <a16:creationId xmlns:a16="http://schemas.microsoft.com/office/drawing/2014/main" id="{2BF22257-6885-9D4C-E286-EE975E620E8E}"/>
              </a:ext>
            </a:extLst>
          </p:cNvPr>
          <p:cNvSpPr/>
          <p:nvPr/>
        </p:nvSpPr>
        <p:spPr>
          <a:xfrm>
            <a:off x="3320018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6" name="矩形 355">
            <a:extLst>
              <a:ext uri="{FF2B5EF4-FFF2-40B4-BE49-F238E27FC236}">
                <a16:creationId xmlns:a16="http://schemas.microsoft.com/office/drawing/2014/main" id="{E804FAA1-7E98-5352-55A1-F73FDC8B88CF}"/>
              </a:ext>
            </a:extLst>
          </p:cNvPr>
          <p:cNvSpPr/>
          <p:nvPr/>
        </p:nvSpPr>
        <p:spPr>
          <a:xfrm>
            <a:off x="3893516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8" name="矩形 357">
            <a:extLst>
              <a:ext uri="{FF2B5EF4-FFF2-40B4-BE49-F238E27FC236}">
                <a16:creationId xmlns:a16="http://schemas.microsoft.com/office/drawing/2014/main" id="{A49B95C1-1B31-E9E3-D258-686862F63C01}"/>
              </a:ext>
            </a:extLst>
          </p:cNvPr>
          <p:cNvSpPr/>
          <p:nvPr/>
        </p:nvSpPr>
        <p:spPr>
          <a:xfrm>
            <a:off x="4463780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0" name="矩形 359">
            <a:extLst>
              <a:ext uri="{FF2B5EF4-FFF2-40B4-BE49-F238E27FC236}">
                <a16:creationId xmlns:a16="http://schemas.microsoft.com/office/drawing/2014/main" id="{48DA8C55-CF69-716E-B500-58344474D2C1}"/>
              </a:ext>
            </a:extLst>
          </p:cNvPr>
          <p:cNvSpPr/>
          <p:nvPr/>
        </p:nvSpPr>
        <p:spPr>
          <a:xfrm>
            <a:off x="5034042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2" name="矩形 361">
            <a:extLst>
              <a:ext uri="{FF2B5EF4-FFF2-40B4-BE49-F238E27FC236}">
                <a16:creationId xmlns:a16="http://schemas.microsoft.com/office/drawing/2014/main" id="{087162AD-43DE-C618-DA62-38A81C4D6AC3}"/>
              </a:ext>
            </a:extLst>
          </p:cNvPr>
          <p:cNvSpPr/>
          <p:nvPr/>
        </p:nvSpPr>
        <p:spPr>
          <a:xfrm>
            <a:off x="5603637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4" name="矩形 363">
            <a:extLst>
              <a:ext uri="{FF2B5EF4-FFF2-40B4-BE49-F238E27FC236}">
                <a16:creationId xmlns:a16="http://schemas.microsoft.com/office/drawing/2014/main" id="{4CBAE66C-C037-5A68-65C3-546694D2E208}"/>
              </a:ext>
            </a:extLst>
          </p:cNvPr>
          <p:cNvSpPr/>
          <p:nvPr/>
        </p:nvSpPr>
        <p:spPr>
          <a:xfrm>
            <a:off x="6174566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8" name="矩形 367">
            <a:extLst>
              <a:ext uri="{FF2B5EF4-FFF2-40B4-BE49-F238E27FC236}">
                <a16:creationId xmlns:a16="http://schemas.microsoft.com/office/drawing/2014/main" id="{D0458E8B-5096-8F65-7807-5626D21EE35F}"/>
              </a:ext>
            </a:extLst>
          </p:cNvPr>
          <p:cNvSpPr/>
          <p:nvPr/>
        </p:nvSpPr>
        <p:spPr>
          <a:xfrm>
            <a:off x="6744161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0" name="矩形 369">
            <a:extLst>
              <a:ext uri="{FF2B5EF4-FFF2-40B4-BE49-F238E27FC236}">
                <a16:creationId xmlns:a16="http://schemas.microsoft.com/office/drawing/2014/main" id="{91DB560F-FB0C-7B91-AECD-2497E7598C95}"/>
              </a:ext>
            </a:extLst>
          </p:cNvPr>
          <p:cNvSpPr/>
          <p:nvPr/>
        </p:nvSpPr>
        <p:spPr>
          <a:xfrm>
            <a:off x="7313756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2" name="矩形 371">
            <a:extLst>
              <a:ext uri="{FF2B5EF4-FFF2-40B4-BE49-F238E27FC236}">
                <a16:creationId xmlns:a16="http://schemas.microsoft.com/office/drawing/2014/main" id="{F83512CF-7206-92D0-C992-7918CA8E2FA6}"/>
              </a:ext>
            </a:extLst>
          </p:cNvPr>
          <p:cNvSpPr/>
          <p:nvPr/>
        </p:nvSpPr>
        <p:spPr>
          <a:xfrm>
            <a:off x="7880639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00A1B87-27DD-A899-4591-84DF9EB09981}"/>
              </a:ext>
            </a:extLst>
          </p:cNvPr>
          <p:cNvSpPr/>
          <p:nvPr/>
        </p:nvSpPr>
        <p:spPr>
          <a:xfrm>
            <a:off x="0" y="0"/>
            <a:ext cx="8999538" cy="438912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18488872-89B8-7FA9-91BA-BBB2F7DDF49C}"/>
              </a:ext>
            </a:extLst>
          </p:cNvPr>
          <p:cNvSpPr/>
          <p:nvPr/>
        </p:nvSpPr>
        <p:spPr>
          <a:xfrm>
            <a:off x="2408841" y="54864"/>
            <a:ext cx="4181856" cy="329184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53" name="组合 152">
            <a:extLst>
              <a:ext uri="{FF2B5EF4-FFF2-40B4-BE49-F238E27FC236}">
                <a16:creationId xmlns:a16="http://schemas.microsoft.com/office/drawing/2014/main" id="{1B11DC60-357F-85B3-C17F-73A1A00D40BD}"/>
              </a:ext>
            </a:extLst>
          </p:cNvPr>
          <p:cNvGrpSpPr/>
          <p:nvPr/>
        </p:nvGrpSpPr>
        <p:grpSpPr>
          <a:xfrm>
            <a:off x="390597" y="4959"/>
            <a:ext cx="1280134" cy="431250"/>
            <a:chOff x="188770" y="-11103"/>
            <a:chExt cx="1280134" cy="431250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A7E4815C-63BB-5EBD-E779-37ECD35E93E7}"/>
                </a:ext>
              </a:extLst>
            </p:cNvPr>
            <p:cNvSpPr/>
            <p:nvPr/>
          </p:nvSpPr>
          <p:spPr>
            <a:xfrm>
              <a:off x="188770" y="47240"/>
              <a:ext cx="1221882" cy="329184"/>
            </a:xfrm>
            <a:prstGeom prst="roundRect">
              <a:avLst>
                <a:gd name="adj" fmla="val 1882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8" name="文本框 147">
              <a:extLst>
                <a:ext uri="{FF2B5EF4-FFF2-40B4-BE49-F238E27FC236}">
                  <a16:creationId xmlns:a16="http://schemas.microsoft.com/office/drawing/2014/main" id="{BE4BC97B-DA37-C876-0180-5B5FBE6FC2F5}"/>
                </a:ext>
              </a:extLst>
            </p:cNvPr>
            <p:cNvSpPr txBox="1"/>
            <p:nvPr/>
          </p:nvSpPr>
          <p:spPr>
            <a:xfrm>
              <a:off x="496280" y="-11103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黑体" panose="02010609060101010101" pitchFamily="49" charset="-122"/>
                  <a:ea typeface="黑体" panose="02010609060101010101" pitchFamily="49" charset="-122"/>
                </a:rPr>
                <a:t>天海地铁</a:t>
              </a:r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A99969A7-DC4A-82CC-B942-6DA131E5B8CF}"/>
                </a:ext>
              </a:extLst>
            </p:cNvPr>
            <p:cNvSpPr txBox="1"/>
            <p:nvPr/>
          </p:nvSpPr>
          <p:spPr>
            <a:xfrm>
              <a:off x="500369" y="204703"/>
              <a:ext cx="96853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00" dirty="0" err="1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Tianhai</a:t>
              </a:r>
              <a:r>
                <a:rPr lang="en-US" altLang="zh-CN" sz="800" dirty="0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 Metro</a:t>
              </a:r>
              <a:endParaRPr lang="zh-CN" altLang="en-US" sz="800" dirty="0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endParaRPr>
            </a:p>
          </p:txBody>
        </p:sp>
        <p:pic>
          <p:nvPicPr>
            <p:cNvPr id="152" name="图片 151">
              <a:extLst>
                <a:ext uri="{FF2B5EF4-FFF2-40B4-BE49-F238E27FC236}">
                  <a16:creationId xmlns:a16="http://schemas.microsoft.com/office/drawing/2014/main" id="{9B0EFADB-E756-C30E-324D-F2834A0791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7754" y="54959"/>
              <a:ext cx="313746" cy="313746"/>
            </a:xfrm>
            <a:prstGeom prst="rect">
              <a:avLst/>
            </a:prstGeom>
          </p:spPr>
        </p:pic>
      </p:grpSp>
      <p:sp>
        <p:nvSpPr>
          <p:cNvPr id="167" name="文本框 166">
            <a:extLst>
              <a:ext uri="{FF2B5EF4-FFF2-40B4-BE49-F238E27FC236}">
                <a16:creationId xmlns:a16="http://schemas.microsoft.com/office/drawing/2014/main" id="{D0F1B666-1591-4179-CED2-7FC75AE06B2B}"/>
              </a:ext>
            </a:extLst>
          </p:cNvPr>
          <p:cNvSpPr txBox="1"/>
          <p:nvPr/>
        </p:nvSpPr>
        <p:spPr>
          <a:xfrm>
            <a:off x="7601248" y="16203"/>
            <a:ext cx="1847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75" name="组合 174">
            <a:extLst>
              <a:ext uri="{FF2B5EF4-FFF2-40B4-BE49-F238E27FC236}">
                <a16:creationId xmlns:a16="http://schemas.microsoft.com/office/drawing/2014/main" id="{16EBB081-4DA7-FCC6-6470-2B5CCC137B7E}"/>
              </a:ext>
            </a:extLst>
          </p:cNvPr>
          <p:cNvGrpSpPr/>
          <p:nvPr/>
        </p:nvGrpSpPr>
        <p:grpSpPr>
          <a:xfrm>
            <a:off x="8140497" y="13642"/>
            <a:ext cx="821036" cy="400110"/>
            <a:chOff x="1526333" y="4012"/>
            <a:chExt cx="821036" cy="400110"/>
          </a:xfrm>
        </p:grpSpPr>
        <p:sp>
          <p:nvSpPr>
            <p:cNvPr id="176" name="矩形: 圆角 175">
              <a:extLst>
                <a:ext uri="{FF2B5EF4-FFF2-40B4-BE49-F238E27FC236}">
                  <a16:creationId xmlns:a16="http://schemas.microsoft.com/office/drawing/2014/main" id="{D28CC2D3-5B81-24BE-41ED-EB92250C573D}"/>
                </a:ext>
              </a:extLst>
            </p:cNvPr>
            <p:cNvSpPr/>
            <p:nvPr/>
          </p:nvSpPr>
          <p:spPr>
            <a:xfrm flipH="1">
              <a:off x="1526333" y="54864"/>
              <a:ext cx="753551" cy="329184"/>
            </a:xfrm>
            <a:prstGeom prst="roundRect">
              <a:avLst>
                <a:gd name="adj" fmla="val 1882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7" name="文本框 176">
              <a:extLst>
                <a:ext uri="{FF2B5EF4-FFF2-40B4-BE49-F238E27FC236}">
                  <a16:creationId xmlns:a16="http://schemas.microsoft.com/office/drawing/2014/main" id="{717EADC2-C27F-60A8-F2E6-66F35FA77287}"/>
                </a:ext>
              </a:extLst>
            </p:cNvPr>
            <p:cNvSpPr txBox="1"/>
            <p:nvPr/>
          </p:nvSpPr>
          <p:spPr>
            <a:xfrm>
              <a:off x="1792890" y="4012"/>
              <a:ext cx="5544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latin typeface="黑体" panose="02010609060101010101" pitchFamily="49" charset="-122"/>
                  <a:ea typeface="黑体" panose="02010609060101010101" pitchFamily="49" charset="-122"/>
                </a:rPr>
                <a:t>号线</a:t>
              </a:r>
              <a:endPara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r>
                <a:rPr lang="en-US" altLang="zh-CN" sz="800" dirty="0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 Line</a:t>
              </a:r>
              <a:endParaRPr lang="zh-CN" altLang="en-US" sz="800" dirty="0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endParaRPr>
            </a:p>
          </p:txBody>
        </p:sp>
        <p:sp>
          <p:nvSpPr>
            <p:cNvPr id="178" name="矩形: 圆角 177">
              <a:extLst>
                <a:ext uri="{FF2B5EF4-FFF2-40B4-BE49-F238E27FC236}">
                  <a16:creationId xmlns:a16="http://schemas.microsoft.com/office/drawing/2014/main" id="{4299E4C1-BBDF-1AFA-1269-4A8373B0D960}"/>
                </a:ext>
              </a:extLst>
            </p:cNvPr>
            <p:cNvSpPr/>
            <p:nvPr/>
          </p:nvSpPr>
          <p:spPr>
            <a:xfrm flipH="1">
              <a:off x="1557516" y="75456"/>
              <a:ext cx="288000" cy="288000"/>
            </a:xfrm>
            <a:prstGeom prst="roundRect">
              <a:avLst>
                <a:gd name="adj" fmla="val 18827"/>
              </a:avLst>
            </a:prstGeom>
            <a:solidFill>
              <a:srgbClr val="E6001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9" name="文本框 178">
              <a:extLst>
                <a:ext uri="{FF2B5EF4-FFF2-40B4-BE49-F238E27FC236}">
                  <a16:creationId xmlns:a16="http://schemas.microsoft.com/office/drawing/2014/main" id="{EEFAE440-8AD0-F380-6212-58FF2B427012}"/>
                </a:ext>
              </a:extLst>
            </p:cNvPr>
            <p:cNvSpPr txBox="1"/>
            <p:nvPr/>
          </p:nvSpPr>
          <p:spPr>
            <a:xfrm>
              <a:off x="1542658" y="34790"/>
              <a:ext cx="317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1</a:t>
              </a:r>
              <a:endParaRPr lang="zh-CN" altLang="en-US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sp>
        <p:nvSpPr>
          <p:cNvPr id="181" name="矩形: 圆角 180">
            <a:extLst>
              <a:ext uri="{FF2B5EF4-FFF2-40B4-BE49-F238E27FC236}">
                <a16:creationId xmlns:a16="http://schemas.microsoft.com/office/drawing/2014/main" id="{88052FE1-518D-4E18-9020-7F68CBB0849E}"/>
              </a:ext>
            </a:extLst>
          </p:cNvPr>
          <p:cNvSpPr/>
          <p:nvPr/>
        </p:nvSpPr>
        <p:spPr>
          <a:xfrm flipH="1">
            <a:off x="7121513" y="62216"/>
            <a:ext cx="959469" cy="329184"/>
          </a:xfrm>
          <a:prstGeom prst="roundRect">
            <a:avLst>
              <a:gd name="adj" fmla="val 188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6" name="文本框 185">
            <a:extLst>
              <a:ext uri="{FF2B5EF4-FFF2-40B4-BE49-F238E27FC236}">
                <a16:creationId xmlns:a16="http://schemas.microsoft.com/office/drawing/2014/main" id="{350A5E3A-2400-E0F3-226C-B286E4D8D0F8}"/>
              </a:ext>
            </a:extLst>
          </p:cNvPr>
          <p:cNvSpPr txBox="1"/>
          <p:nvPr/>
        </p:nvSpPr>
        <p:spPr>
          <a:xfrm>
            <a:off x="7075351" y="24834"/>
            <a:ext cx="10502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dirty="0">
                <a:latin typeface="黑体" panose="02010609060101010101" pitchFamily="49" charset="-122"/>
                <a:ea typeface="黑体" panose="02010609060101010101" pitchFamily="49" charset="-122"/>
              </a:rPr>
              <a:t>终点站</a:t>
            </a:r>
            <a:r>
              <a:rPr lang="en-US" altLang="zh-CN" sz="900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900" dirty="0">
                <a:latin typeface="黑体" panose="02010609060101010101" pitchFamily="49" charset="-122"/>
                <a:ea typeface="黑体" panose="02010609060101010101" pitchFamily="49" charset="-122"/>
              </a:rPr>
              <a:t>天海北站</a:t>
            </a:r>
          </a:p>
        </p:txBody>
      </p:sp>
      <p:pic>
        <p:nvPicPr>
          <p:cNvPr id="189" name="图片 188">
            <a:extLst>
              <a:ext uri="{FF2B5EF4-FFF2-40B4-BE49-F238E27FC236}">
                <a16:creationId xmlns:a16="http://schemas.microsoft.com/office/drawing/2014/main" id="{3159347D-5E02-DD14-75B3-F57E347B57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5821" y="196261"/>
            <a:ext cx="789348" cy="228967"/>
          </a:xfrm>
          <a:prstGeom prst="rect">
            <a:avLst/>
          </a:prstGeom>
        </p:spPr>
      </p:pic>
      <p:sp>
        <p:nvSpPr>
          <p:cNvPr id="316" name="椭圆 315">
            <a:extLst>
              <a:ext uri="{FF2B5EF4-FFF2-40B4-BE49-F238E27FC236}">
                <a16:creationId xmlns:a16="http://schemas.microsoft.com/office/drawing/2014/main" id="{27A7ECAC-7750-DAF8-4A33-2EA528E74327}"/>
              </a:ext>
            </a:extLst>
          </p:cNvPr>
          <p:cNvSpPr/>
          <p:nvPr/>
        </p:nvSpPr>
        <p:spPr>
          <a:xfrm>
            <a:off x="979216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18" name="椭圆 317">
            <a:extLst>
              <a:ext uri="{FF2B5EF4-FFF2-40B4-BE49-F238E27FC236}">
                <a16:creationId xmlns:a16="http://schemas.microsoft.com/office/drawing/2014/main" id="{6868CB2D-BFA9-F9F2-E28F-FC33CA1A1D4A}"/>
              </a:ext>
            </a:extLst>
          </p:cNvPr>
          <p:cNvSpPr/>
          <p:nvPr/>
        </p:nvSpPr>
        <p:spPr>
          <a:xfrm>
            <a:off x="1549478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0" name="椭圆 319">
            <a:extLst>
              <a:ext uri="{FF2B5EF4-FFF2-40B4-BE49-F238E27FC236}">
                <a16:creationId xmlns:a16="http://schemas.microsoft.com/office/drawing/2014/main" id="{D4AA4F9C-0031-1D91-F2BB-90D7BA5201ED}"/>
              </a:ext>
            </a:extLst>
          </p:cNvPr>
          <p:cNvSpPr/>
          <p:nvPr/>
        </p:nvSpPr>
        <p:spPr>
          <a:xfrm>
            <a:off x="2119740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2" name="椭圆 321">
            <a:extLst>
              <a:ext uri="{FF2B5EF4-FFF2-40B4-BE49-F238E27FC236}">
                <a16:creationId xmlns:a16="http://schemas.microsoft.com/office/drawing/2014/main" id="{BC540147-FA58-99D9-9874-BB95817C9EDF}"/>
              </a:ext>
            </a:extLst>
          </p:cNvPr>
          <p:cNvSpPr/>
          <p:nvPr/>
        </p:nvSpPr>
        <p:spPr>
          <a:xfrm>
            <a:off x="2690002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4" name="椭圆 323">
            <a:extLst>
              <a:ext uri="{FF2B5EF4-FFF2-40B4-BE49-F238E27FC236}">
                <a16:creationId xmlns:a16="http://schemas.microsoft.com/office/drawing/2014/main" id="{8F2B7A09-D143-0BDE-8C11-4C7C149737C1}"/>
              </a:ext>
            </a:extLst>
          </p:cNvPr>
          <p:cNvSpPr/>
          <p:nvPr/>
        </p:nvSpPr>
        <p:spPr>
          <a:xfrm>
            <a:off x="3260264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6" name="椭圆 325">
            <a:extLst>
              <a:ext uri="{FF2B5EF4-FFF2-40B4-BE49-F238E27FC236}">
                <a16:creationId xmlns:a16="http://schemas.microsoft.com/office/drawing/2014/main" id="{94A10D36-7589-E4E5-1746-0B55D12E1FA0}"/>
              </a:ext>
            </a:extLst>
          </p:cNvPr>
          <p:cNvSpPr/>
          <p:nvPr/>
        </p:nvSpPr>
        <p:spPr>
          <a:xfrm>
            <a:off x="3830526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" name="椭圆 327">
            <a:extLst>
              <a:ext uri="{FF2B5EF4-FFF2-40B4-BE49-F238E27FC236}">
                <a16:creationId xmlns:a16="http://schemas.microsoft.com/office/drawing/2014/main" id="{C7DAC10C-5AA0-A917-55AA-7850BF654AF4}"/>
              </a:ext>
            </a:extLst>
          </p:cNvPr>
          <p:cNvSpPr/>
          <p:nvPr/>
        </p:nvSpPr>
        <p:spPr>
          <a:xfrm>
            <a:off x="4400788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0" name="椭圆 329">
            <a:extLst>
              <a:ext uri="{FF2B5EF4-FFF2-40B4-BE49-F238E27FC236}">
                <a16:creationId xmlns:a16="http://schemas.microsoft.com/office/drawing/2014/main" id="{6694B7B6-6D44-14F9-8257-3F8DC4311329}"/>
              </a:ext>
            </a:extLst>
          </p:cNvPr>
          <p:cNvSpPr/>
          <p:nvPr/>
        </p:nvSpPr>
        <p:spPr>
          <a:xfrm>
            <a:off x="4971050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2" name="椭圆 331">
            <a:extLst>
              <a:ext uri="{FF2B5EF4-FFF2-40B4-BE49-F238E27FC236}">
                <a16:creationId xmlns:a16="http://schemas.microsoft.com/office/drawing/2014/main" id="{2EECF2FE-CA9F-B4EA-B209-B02DC46F455E}"/>
              </a:ext>
            </a:extLst>
          </p:cNvPr>
          <p:cNvSpPr/>
          <p:nvPr/>
        </p:nvSpPr>
        <p:spPr>
          <a:xfrm>
            <a:off x="5541312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4" name="椭圆 333">
            <a:extLst>
              <a:ext uri="{FF2B5EF4-FFF2-40B4-BE49-F238E27FC236}">
                <a16:creationId xmlns:a16="http://schemas.microsoft.com/office/drawing/2014/main" id="{4F65A5C7-B28E-1293-699D-5095BDD32A19}"/>
              </a:ext>
            </a:extLst>
          </p:cNvPr>
          <p:cNvSpPr/>
          <p:nvPr/>
        </p:nvSpPr>
        <p:spPr>
          <a:xfrm>
            <a:off x="6111574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6" name="椭圆 335">
            <a:extLst>
              <a:ext uri="{FF2B5EF4-FFF2-40B4-BE49-F238E27FC236}">
                <a16:creationId xmlns:a16="http://schemas.microsoft.com/office/drawing/2014/main" id="{FF7ACF1C-D112-9655-620C-31E77744AAC5}"/>
              </a:ext>
            </a:extLst>
          </p:cNvPr>
          <p:cNvSpPr/>
          <p:nvPr/>
        </p:nvSpPr>
        <p:spPr>
          <a:xfrm>
            <a:off x="6681836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8" name="椭圆 337">
            <a:extLst>
              <a:ext uri="{FF2B5EF4-FFF2-40B4-BE49-F238E27FC236}">
                <a16:creationId xmlns:a16="http://schemas.microsoft.com/office/drawing/2014/main" id="{B0407ADE-9874-A02C-4A24-F2E23C38D763}"/>
              </a:ext>
            </a:extLst>
          </p:cNvPr>
          <p:cNvSpPr/>
          <p:nvPr/>
        </p:nvSpPr>
        <p:spPr>
          <a:xfrm>
            <a:off x="7252098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0" name="椭圆 339">
            <a:extLst>
              <a:ext uri="{FF2B5EF4-FFF2-40B4-BE49-F238E27FC236}">
                <a16:creationId xmlns:a16="http://schemas.microsoft.com/office/drawing/2014/main" id="{A871DD57-BAF7-BC51-C178-4FC9C530AF14}"/>
              </a:ext>
            </a:extLst>
          </p:cNvPr>
          <p:cNvSpPr/>
          <p:nvPr/>
        </p:nvSpPr>
        <p:spPr>
          <a:xfrm>
            <a:off x="7818314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2" name="椭圆 341">
            <a:extLst>
              <a:ext uri="{FF2B5EF4-FFF2-40B4-BE49-F238E27FC236}">
                <a16:creationId xmlns:a16="http://schemas.microsoft.com/office/drawing/2014/main" id="{4A8F7232-DEF4-7D2B-2B8D-B6B3AB0F7ECF}"/>
              </a:ext>
            </a:extLst>
          </p:cNvPr>
          <p:cNvSpPr/>
          <p:nvPr/>
        </p:nvSpPr>
        <p:spPr>
          <a:xfrm>
            <a:off x="8414500" y="874625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9" name="文本框 378">
            <a:extLst>
              <a:ext uri="{FF2B5EF4-FFF2-40B4-BE49-F238E27FC236}">
                <a16:creationId xmlns:a16="http://schemas.microsoft.com/office/drawing/2014/main" id="{8E14F384-7CBB-DF50-CEA4-CCAC70021D80}"/>
              </a:ext>
            </a:extLst>
          </p:cNvPr>
          <p:cNvSpPr txBox="1"/>
          <p:nvPr/>
        </p:nvSpPr>
        <p:spPr>
          <a:xfrm>
            <a:off x="2500995" y="483926"/>
            <a:ext cx="4988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金山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Jinshan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81" name="文本框 380">
            <a:extLst>
              <a:ext uri="{FF2B5EF4-FFF2-40B4-BE49-F238E27FC236}">
                <a16:creationId xmlns:a16="http://schemas.microsoft.com/office/drawing/2014/main" id="{E61FCA0D-64A6-A38B-95DF-EF57FE415557}"/>
              </a:ext>
            </a:extLst>
          </p:cNvPr>
          <p:cNvSpPr txBox="1"/>
          <p:nvPr/>
        </p:nvSpPr>
        <p:spPr>
          <a:xfrm>
            <a:off x="1751205" y="1019030"/>
            <a:ext cx="8595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中央大道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Central Avenue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83" name="文本框 382">
            <a:extLst>
              <a:ext uri="{FF2B5EF4-FFF2-40B4-BE49-F238E27FC236}">
                <a16:creationId xmlns:a16="http://schemas.microsoft.com/office/drawing/2014/main" id="{C85F08B9-762B-B0CF-E9B6-6BE61316CF28}"/>
              </a:ext>
            </a:extLst>
          </p:cNvPr>
          <p:cNvSpPr txBox="1"/>
          <p:nvPr/>
        </p:nvSpPr>
        <p:spPr>
          <a:xfrm>
            <a:off x="2788605" y="1019030"/>
            <a:ext cx="10631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吕岭北站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latin typeface="+mn-ea"/>
                <a:cs typeface="Cascadia Code" panose="020B0609020000020004" pitchFamily="49" charset="0"/>
              </a:rPr>
              <a:t>Lvling</a:t>
            </a:r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 North Station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85" name="文本框 384">
            <a:extLst>
              <a:ext uri="{FF2B5EF4-FFF2-40B4-BE49-F238E27FC236}">
                <a16:creationId xmlns:a16="http://schemas.microsoft.com/office/drawing/2014/main" id="{91A11A6E-C1CA-EAB5-C95B-3B4EB90AD238}"/>
              </a:ext>
            </a:extLst>
          </p:cNvPr>
          <p:cNvSpPr txBox="1"/>
          <p:nvPr/>
        </p:nvSpPr>
        <p:spPr>
          <a:xfrm>
            <a:off x="3497972" y="483926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海宁公园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Haining Park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87" name="文本框 386">
            <a:extLst>
              <a:ext uri="{FF2B5EF4-FFF2-40B4-BE49-F238E27FC236}">
                <a16:creationId xmlns:a16="http://schemas.microsoft.com/office/drawing/2014/main" id="{33CF2DCD-98C8-09D4-6084-93552836229E}"/>
              </a:ext>
            </a:extLst>
          </p:cNvPr>
          <p:cNvSpPr txBox="1"/>
          <p:nvPr/>
        </p:nvSpPr>
        <p:spPr>
          <a:xfrm>
            <a:off x="3711944" y="1019030"/>
            <a:ext cx="1502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海宁行政中心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Haining Administrative Center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89" name="文本框 388">
            <a:extLst>
              <a:ext uri="{FF2B5EF4-FFF2-40B4-BE49-F238E27FC236}">
                <a16:creationId xmlns:a16="http://schemas.microsoft.com/office/drawing/2014/main" id="{EDCC8A7A-070F-12F9-3048-CD71D7DC85FA}"/>
              </a:ext>
            </a:extLst>
          </p:cNvPr>
          <p:cNvSpPr txBox="1"/>
          <p:nvPr/>
        </p:nvSpPr>
        <p:spPr>
          <a:xfrm>
            <a:off x="4411249" y="483926"/>
            <a:ext cx="12442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海宁商务中心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Haining Business Center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91" name="文本框 390">
            <a:extLst>
              <a:ext uri="{FF2B5EF4-FFF2-40B4-BE49-F238E27FC236}">
                <a16:creationId xmlns:a16="http://schemas.microsoft.com/office/drawing/2014/main" id="{9D8C46AF-15F5-1681-3CF2-A7340535F26E}"/>
              </a:ext>
            </a:extLst>
          </p:cNvPr>
          <p:cNvSpPr txBox="1"/>
          <p:nvPr/>
        </p:nvSpPr>
        <p:spPr>
          <a:xfrm>
            <a:off x="5332712" y="1019030"/>
            <a:ext cx="5421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五通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latin typeface="+mn-ea"/>
                <a:cs typeface="Cascadia Code" panose="020B0609020000020004" pitchFamily="49" charset="0"/>
              </a:rPr>
              <a:t>Wutong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93" name="文本框 392">
            <a:extLst>
              <a:ext uri="{FF2B5EF4-FFF2-40B4-BE49-F238E27FC236}">
                <a16:creationId xmlns:a16="http://schemas.microsoft.com/office/drawing/2014/main" id="{92BF913E-FBF5-0F4A-1AEB-03FD3E2AF90D}"/>
              </a:ext>
            </a:extLst>
          </p:cNvPr>
          <p:cNvSpPr txBox="1"/>
          <p:nvPr/>
        </p:nvSpPr>
        <p:spPr>
          <a:xfrm>
            <a:off x="5768561" y="483926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体育中心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Sports Center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95" name="文本框 394">
            <a:extLst>
              <a:ext uri="{FF2B5EF4-FFF2-40B4-BE49-F238E27FC236}">
                <a16:creationId xmlns:a16="http://schemas.microsoft.com/office/drawing/2014/main" id="{EB31A62D-D385-3E18-96A7-0668754FE546}"/>
              </a:ext>
            </a:extLst>
          </p:cNvPr>
          <p:cNvSpPr txBox="1"/>
          <p:nvPr/>
        </p:nvSpPr>
        <p:spPr>
          <a:xfrm>
            <a:off x="6497136" y="1019030"/>
            <a:ext cx="4940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弋浔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latin typeface="+mn-ea"/>
                <a:cs typeface="Cascadia Code" panose="020B0609020000020004" pitchFamily="49" charset="0"/>
              </a:rPr>
              <a:t>Yixun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97" name="文本框 396">
            <a:extLst>
              <a:ext uri="{FF2B5EF4-FFF2-40B4-BE49-F238E27FC236}">
                <a16:creationId xmlns:a16="http://schemas.microsoft.com/office/drawing/2014/main" id="{906B8BE5-0171-3F8E-2815-72038496B475}"/>
              </a:ext>
            </a:extLst>
          </p:cNvPr>
          <p:cNvSpPr txBox="1"/>
          <p:nvPr/>
        </p:nvSpPr>
        <p:spPr>
          <a:xfrm>
            <a:off x="6745332" y="483926"/>
            <a:ext cx="11368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迁安人民公园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latin typeface="+mn-ea"/>
                <a:cs typeface="Cascadia Code" panose="020B0609020000020004" pitchFamily="49" charset="0"/>
              </a:rPr>
              <a:t>Qian’an</a:t>
            </a:r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 People’s Park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99" name="文本框 398">
            <a:extLst>
              <a:ext uri="{FF2B5EF4-FFF2-40B4-BE49-F238E27FC236}">
                <a16:creationId xmlns:a16="http://schemas.microsoft.com/office/drawing/2014/main" id="{F25C6025-DAF3-9BB4-09F2-0F4C098DFC65}"/>
              </a:ext>
            </a:extLst>
          </p:cNvPr>
          <p:cNvSpPr txBox="1"/>
          <p:nvPr/>
        </p:nvSpPr>
        <p:spPr>
          <a:xfrm>
            <a:off x="7435645" y="972461"/>
            <a:ext cx="88998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00" b="1" dirty="0">
                <a:latin typeface="宋体" panose="02010600030101010101" pitchFamily="2" charset="-122"/>
                <a:ea typeface="宋体" panose="02010600030101010101" pitchFamily="2" charset="-122"/>
              </a:rPr>
              <a:t>北站西广场</a:t>
            </a:r>
            <a:endParaRPr lang="en-US" altLang="zh-CN" sz="11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Railway Station</a:t>
            </a: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West Square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403" name="文本框 402">
            <a:extLst>
              <a:ext uri="{FF2B5EF4-FFF2-40B4-BE49-F238E27FC236}">
                <a16:creationId xmlns:a16="http://schemas.microsoft.com/office/drawing/2014/main" id="{FFB1093B-76FA-EEEA-EFA0-78A0058973D8}"/>
              </a:ext>
            </a:extLst>
          </p:cNvPr>
          <p:cNvSpPr txBox="1"/>
          <p:nvPr/>
        </p:nvSpPr>
        <p:spPr>
          <a:xfrm>
            <a:off x="8036326" y="411621"/>
            <a:ext cx="8467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00" b="1" dirty="0">
                <a:latin typeface="宋体" panose="02010600030101010101" pitchFamily="2" charset="-122"/>
                <a:ea typeface="宋体" panose="02010600030101010101" pitchFamily="2" charset="-122"/>
              </a:rPr>
              <a:t>天海北站</a:t>
            </a:r>
            <a:endParaRPr lang="en-US" altLang="zh-CN" sz="11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latin typeface="+mn-ea"/>
                <a:cs typeface="Cascadia Code" panose="020B0609020000020004" pitchFamily="49" charset="0"/>
              </a:rPr>
              <a:t>Tianhai</a:t>
            </a:r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 North</a:t>
            </a: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Railway Station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grpSp>
        <p:nvGrpSpPr>
          <p:cNvPr id="408" name="组合 407">
            <a:extLst>
              <a:ext uri="{FF2B5EF4-FFF2-40B4-BE49-F238E27FC236}">
                <a16:creationId xmlns:a16="http://schemas.microsoft.com/office/drawing/2014/main" id="{7E41BBD7-7501-CDF4-6EB2-3946EF673EFF}"/>
              </a:ext>
            </a:extLst>
          </p:cNvPr>
          <p:cNvGrpSpPr/>
          <p:nvPr/>
        </p:nvGrpSpPr>
        <p:grpSpPr>
          <a:xfrm flipH="1">
            <a:off x="416338" y="893731"/>
            <a:ext cx="86486" cy="88006"/>
            <a:chOff x="3384914" y="1617979"/>
            <a:chExt cx="790846" cy="825340"/>
          </a:xfrm>
        </p:grpSpPr>
        <p:sp>
          <p:nvSpPr>
            <p:cNvPr id="405" name="箭头: 环形 404">
              <a:extLst>
                <a:ext uri="{FF2B5EF4-FFF2-40B4-BE49-F238E27FC236}">
                  <a16:creationId xmlns:a16="http://schemas.microsoft.com/office/drawing/2014/main" id="{A7EA9049-B890-3AFD-96B0-8F4024E70A40}"/>
                </a:ext>
              </a:extLst>
            </p:cNvPr>
            <p:cNvSpPr/>
            <p:nvPr/>
          </p:nvSpPr>
          <p:spPr>
            <a:xfrm>
              <a:off x="3384914" y="1617979"/>
              <a:ext cx="790846" cy="797055"/>
            </a:xfrm>
            <a:prstGeom prst="circular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07" name="箭头: 环形 406">
              <a:extLst>
                <a:ext uri="{FF2B5EF4-FFF2-40B4-BE49-F238E27FC236}">
                  <a16:creationId xmlns:a16="http://schemas.microsoft.com/office/drawing/2014/main" id="{56180705-0CD5-7682-5184-C137CC4588F7}"/>
                </a:ext>
              </a:extLst>
            </p:cNvPr>
            <p:cNvSpPr/>
            <p:nvPr/>
          </p:nvSpPr>
          <p:spPr>
            <a:xfrm flipH="1" flipV="1">
              <a:off x="3384914" y="1646263"/>
              <a:ext cx="790846" cy="797056"/>
            </a:xfrm>
            <a:prstGeom prst="circularArrow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444" name="图片 443">
            <a:extLst>
              <a:ext uri="{FF2B5EF4-FFF2-40B4-BE49-F238E27FC236}">
                <a16:creationId xmlns:a16="http://schemas.microsoft.com/office/drawing/2014/main" id="{7662DF95-69B9-C35B-CB48-7F01AF2833B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783" y="1232304"/>
            <a:ext cx="332273" cy="193917"/>
          </a:xfrm>
          <a:prstGeom prst="rect">
            <a:avLst/>
          </a:prstGeom>
        </p:spPr>
      </p:pic>
      <p:pic>
        <p:nvPicPr>
          <p:cNvPr id="452" name="图片 451">
            <a:extLst>
              <a:ext uri="{FF2B5EF4-FFF2-40B4-BE49-F238E27FC236}">
                <a16:creationId xmlns:a16="http://schemas.microsoft.com/office/drawing/2014/main" id="{D27321B6-901A-8604-B8A6-2E30DB84523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5845" y="1079839"/>
            <a:ext cx="334150" cy="193917"/>
          </a:xfrm>
          <a:prstGeom prst="rect">
            <a:avLst/>
          </a:prstGeom>
        </p:spPr>
      </p:pic>
      <p:grpSp>
        <p:nvGrpSpPr>
          <p:cNvPr id="460" name="组合 459">
            <a:extLst>
              <a:ext uri="{FF2B5EF4-FFF2-40B4-BE49-F238E27FC236}">
                <a16:creationId xmlns:a16="http://schemas.microsoft.com/office/drawing/2014/main" id="{CE404756-4C68-4669-0DC8-697628E50ACE}"/>
              </a:ext>
            </a:extLst>
          </p:cNvPr>
          <p:cNvGrpSpPr/>
          <p:nvPr/>
        </p:nvGrpSpPr>
        <p:grpSpPr>
          <a:xfrm rot="1951028">
            <a:off x="8427983" y="890552"/>
            <a:ext cx="94574" cy="94923"/>
            <a:chOff x="1440520" y="1462484"/>
            <a:chExt cx="461631" cy="463336"/>
          </a:xfrm>
        </p:grpSpPr>
        <p:sp>
          <p:nvSpPr>
            <p:cNvPr id="456" name="箭头: 环形 455">
              <a:extLst>
                <a:ext uri="{FF2B5EF4-FFF2-40B4-BE49-F238E27FC236}">
                  <a16:creationId xmlns:a16="http://schemas.microsoft.com/office/drawing/2014/main" id="{61463FAD-56AE-F587-40D0-05F3A90FBB44}"/>
                </a:ext>
              </a:extLst>
            </p:cNvPr>
            <p:cNvSpPr/>
            <p:nvPr/>
          </p:nvSpPr>
          <p:spPr>
            <a:xfrm rot="338721" flipH="1">
              <a:off x="1446104" y="1476765"/>
              <a:ext cx="456047" cy="448158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13769514"/>
                <a:gd name="adj5" fmla="val 1250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57" name="箭头: 环形 456">
              <a:extLst>
                <a:ext uri="{FF2B5EF4-FFF2-40B4-BE49-F238E27FC236}">
                  <a16:creationId xmlns:a16="http://schemas.microsoft.com/office/drawing/2014/main" id="{A9E1A27F-850D-17E0-A566-F9CE03D5530B}"/>
                </a:ext>
              </a:extLst>
            </p:cNvPr>
            <p:cNvSpPr/>
            <p:nvPr/>
          </p:nvSpPr>
          <p:spPr>
            <a:xfrm rot="19710149" flipV="1">
              <a:off x="1446103" y="1477662"/>
              <a:ext cx="456047" cy="448158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15559861"/>
                <a:gd name="adj5" fmla="val 12500"/>
              </a:avLst>
            </a:prstGeom>
            <a:solidFill>
              <a:srgbClr val="FFC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59" name="箭头: 环形 458">
              <a:extLst>
                <a:ext uri="{FF2B5EF4-FFF2-40B4-BE49-F238E27FC236}">
                  <a16:creationId xmlns:a16="http://schemas.microsoft.com/office/drawing/2014/main" id="{3C1FBC86-BC3B-DB52-6E7D-659B2795B6B8}"/>
                </a:ext>
              </a:extLst>
            </p:cNvPr>
            <p:cNvSpPr/>
            <p:nvPr/>
          </p:nvSpPr>
          <p:spPr>
            <a:xfrm rot="4784427" flipV="1">
              <a:off x="1436575" y="1466429"/>
              <a:ext cx="456047" cy="448158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15892767"/>
                <a:gd name="adj5" fmla="val 12500"/>
              </a:avLst>
            </a:prstGeom>
            <a:solidFill>
              <a:srgbClr val="52AB4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61" name="文本框 460">
            <a:extLst>
              <a:ext uri="{FF2B5EF4-FFF2-40B4-BE49-F238E27FC236}">
                <a16:creationId xmlns:a16="http://schemas.microsoft.com/office/drawing/2014/main" id="{E5C088D3-FF10-DBF2-CAB9-B6874BAFD225}"/>
              </a:ext>
            </a:extLst>
          </p:cNvPr>
          <p:cNvSpPr txBox="1"/>
          <p:nvPr/>
        </p:nvSpPr>
        <p:spPr>
          <a:xfrm>
            <a:off x="2541911" y="35893"/>
            <a:ext cx="39677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下一站：镇海路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200" dirty="0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rPr>
              <a:t>Next Station: </a:t>
            </a:r>
            <a:r>
              <a:rPr lang="en-US" altLang="zh-CN" sz="1200" dirty="0" err="1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rPr>
              <a:t>Zhenhai</a:t>
            </a:r>
            <a:r>
              <a:rPr lang="en-US" altLang="zh-CN" sz="1200" dirty="0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rPr>
              <a:t> Rd.</a:t>
            </a:r>
            <a:endParaRPr lang="zh-CN" altLang="en-US" sz="1200" dirty="0">
              <a:latin typeface="Cascadia Code" panose="020B0609020000020004" pitchFamily="49" charset="0"/>
              <a:ea typeface="黑体" panose="02010609060101010101" pitchFamily="49" charset="-122"/>
              <a:cs typeface="Cascadia Code" panose="020B0609020000020004" pitchFamily="49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CF93D7D2-7370-A0AD-10B6-C5E25CE96774}"/>
              </a:ext>
            </a:extLst>
          </p:cNvPr>
          <p:cNvGrpSpPr/>
          <p:nvPr/>
        </p:nvGrpSpPr>
        <p:grpSpPr>
          <a:xfrm>
            <a:off x="488655" y="807148"/>
            <a:ext cx="261017" cy="259843"/>
            <a:chOff x="501595" y="804920"/>
            <a:chExt cx="261017" cy="259843"/>
          </a:xfrm>
        </p:grpSpPr>
        <p:sp>
          <p:nvSpPr>
            <p:cNvPr id="2" name="箭头: V 形 1">
              <a:extLst>
                <a:ext uri="{FF2B5EF4-FFF2-40B4-BE49-F238E27FC236}">
                  <a16:creationId xmlns:a16="http://schemas.microsoft.com/office/drawing/2014/main" id="{17C7E413-1634-E8DB-720C-06C9AB415B1D}"/>
                </a:ext>
              </a:extLst>
            </p:cNvPr>
            <p:cNvSpPr/>
            <p:nvPr/>
          </p:nvSpPr>
          <p:spPr>
            <a:xfrm>
              <a:off x="501595" y="804920"/>
              <a:ext cx="153399" cy="259843"/>
            </a:xfrm>
            <a:prstGeom prst="chevron">
              <a:avLst>
                <a:gd name="adj" fmla="val 5528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箭头: V 形 5">
              <a:extLst>
                <a:ext uri="{FF2B5EF4-FFF2-40B4-BE49-F238E27FC236}">
                  <a16:creationId xmlns:a16="http://schemas.microsoft.com/office/drawing/2014/main" id="{FB624098-9DD4-BBAB-3AC9-2E00E140216D}"/>
                </a:ext>
              </a:extLst>
            </p:cNvPr>
            <p:cNvSpPr/>
            <p:nvPr/>
          </p:nvSpPr>
          <p:spPr>
            <a:xfrm>
              <a:off x="609213" y="804920"/>
              <a:ext cx="153399" cy="259843"/>
            </a:xfrm>
            <a:prstGeom prst="chevron">
              <a:avLst>
                <a:gd name="adj" fmla="val 5528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73" name="文本框 372">
            <a:extLst>
              <a:ext uri="{FF2B5EF4-FFF2-40B4-BE49-F238E27FC236}">
                <a16:creationId xmlns:a16="http://schemas.microsoft.com/office/drawing/2014/main" id="{EDB7DF8E-F0D1-AC41-A0CD-0F365CF6B704}"/>
              </a:ext>
            </a:extLst>
          </p:cNvPr>
          <p:cNvSpPr txBox="1"/>
          <p:nvPr/>
        </p:nvSpPr>
        <p:spPr>
          <a:xfrm>
            <a:off x="114082" y="483926"/>
            <a:ext cx="7088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天海港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Tianhai</a:t>
            </a:r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 Port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E8251D07-D2DF-625C-DD7B-348CAB97F0A9}"/>
              </a:ext>
            </a:extLst>
          </p:cNvPr>
          <p:cNvSpPr/>
          <p:nvPr/>
        </p:nvSpPr>
        <p:spPr>
          <a:xfrm rot="16200000" flipV="1">
            <a:off x="3252467" y="802397"/>
            <a:ext cx="149365" cy="115523"/>
          </a:xfrm>
          <a:prstGeom prst="homePlate">
            <a:avLst>
              <a:gd name="adj" fmla="val 41754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282B7ECC-0F0B-6866-B1DE-5AA13FF8C0D9}"/>
              </a:ext>
            </a:extLst>
          </p:cNvPr>
          <p:cNvSpPr/>
          <p:nvPr/>
        </p:nvSpPr>
        <p:spPr>
          <a:xfrm>
            <a:off x="3262857" y="879787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553BBD7-CDB4-9DCC-F928-762CD07C24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2449" y="546366"/>
            <a:ext cx="463118" cy="270278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95DC9F38-C9DB-66BA-629B-49558E374441}"/>
              </a:ext>
            </a:extLst>
          </p:cNvPr>
          <p:cNvGrpSpPr/>
          <p:nvPr/>
        </p:nvGrpSpPr>
        <p:grpSpPr>
          <a:xfrm flipH="1">
            <a:off x="3287580" y="895239"/>
            <a:ext cx="86486" cy="88006"/>
            <a:chOff x="3384914" y="1617979"/>
            <a:chExt cx="790846" cy="825340"/>
          </a:xfrm>
        </p:grpSpPr>
        <p:sp>
          <p:nvSpPr>
            <p:cNvPr id="11" name="箭头: 环形 10">
              <a:extLst>
                <a:ext uri="{FF2B5EF4-FFF2-40B4-BE49-F238E27FC236}">
                  <a16:creationId xmlns:a16="http://schemas.microsoft.com/office/drawing/2014/main" id="{FEB456C4-5ACE-20C5-BBC5-E52F3C990921}"/>
                </a:ext>
              </a:extLst>
            </p:cNvPr>
            <p:cNvSpPr/>
            <p:nvPr/>
          </p:nvSpPr>
          <p:spPr>
            <a:xfrm>
              <a:off x="3384914" y="1617979"/>
              <a:ext cx="790846" cy="797055"/>
            </a:xfrm>
            <a:prstGeom prst="circular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箭头: 环形 11">
              <a:extLst>
                <a:ext uri="{FF2B5EF4-FFF2-40B4-BE49-F238E27FC236}">
                  <a16:creationId xmlns:a16="http://schemas.microsoft.com/office/drawing/2014/main" id="{75E5A30D-ADE5-CA70-22F4-507CCC522A4A}"/>
                </a:ext>
              </a:extLst>
            </p:cNvPr>
            <p:cNvSpPr/>
            <p:nvPr/>
          </p:nvSpPr>
          <p:spPr>
            <a:xfrm flipH="1" flipV="1">
              <a:off x="3384914" y="1646263"/>
              <a:ext cx="790846" cy="797056"/>
            </a:xfrm>
            <a:prstGeom prst="circularArrow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81368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1000" fill="hold"/>
                                        <p:tgtEl>
                                          <p:spTgt spid="4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63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802E-6 3.85888E-6 L 0.02346 -0.00111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64" y="-11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BE732-074F-6CDD-74B1-3B1635B54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>
            <a:extLst>
              <a:ext uri="{FF2B5EF4-FFF2-40B4-BE49-F238E27FC236}">
                <a16:creationId xmlns:a16="http://schemas.microsoft.com/office/drawing/2014/main" id="{27033615-84D1-88A4-8605-AD1F788DAF68}"/>
              </a:ext>
            </a:extLst>
          </p:cNvPr>
          <p:cNvSpPr txBox="1"/>
          <p:nvPr/>
        </p:nvSpPr>
        <p:spPr>
          <a:xfrm>
            <a:off x="298888" y="425228"/>
            <a:ext cx="156966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镇海路</a:t>
            </a:r>
            <a:endParaRPr lang="en-US" altLang="zh-CN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2000" dirty="0" err="1">
                <a:latin typeface="+mn-ea"/>
              </a:rPr>
              <a:t>Zhenhai</a:t>
            </a:r>
            <a:r>
              <a:rPr lang="en-US" altLang="zh-CN" sz="2000" dirty="0">
                <a:latin typeface="+mn-ea"/>
              </a:rPr>
              <a:t> Rd.</a:t>
            </a:r>
            <a:endParaRPr lang="zh-CN" altLang="en-US" sz="2000" dirty="0">
              <a:latin typeface="+mn-ea"/>
            </a:endParaRPr>
          </a:p>
        </p:txBody>
      </p:sp>
      <p:grpSp>
        <p:nvGrpSpPr>
          <p:cNvPr id="648" name="组合 647">
            <a:extLst>
              <a:ext uri="{FF2B5EF4-FFF2-40B4-BE49-F238E27FC236}">
                <a16:creationId xmlns:a16="http://schemas.microsoft.com/office/drawing/2014/main" id="{1030BC85-0DA5-3BCF-8EF5-BAD3C7953B4D}"/>
              </a:ext>
            </a:extLst>
          </p:cNvPr>
          <p:cNvGrpSpPr/>
          <p:nvPr/>
        </p:nvGrpSpPr>
        <p:grpSpPr>
          <a:xfrm>
            <a:off x="-4835331" y="564611"/>
            <a:ext cx="4713780" cy="347183"/>
            <a:chOff x="2180050" y="555098"/>
            <a:chExt cx="4713780" cy="347183"/>
          </a:xfrm>
        </p:grpSpPr>
        <p:grpSp>
          <p:nvGrpSpPr>
            <p:cNvPr id="631" name="组合 630">
              <a:extLst>
                <a:ext uri="{FF2B5EF4-FFF2-40B4-BE49-F238E27FC236}">
                  <a16:creationId xmlns:a16="http://schemas.microsoft.com/office/drawing/2014/main" id="{C3E6A914-819C-AC9D-6E04-CE8D102B3109}"/>
                </a:ext>
              </a:extLst>
            </p:cNvPr>
            <p:cNvGrpSpPr/>
            <p:nvPr/>
          </p:nvGrpSpPr>
          <p:grpSpPr>
            <a:xfrm>
              <a:off x="3758078" y="601135"/>
              <a:ext cx="771789" cy="230164"/>
              <a:chOff x="2969309" y="601138"/>
              <a:chExt cx="771789" cy="230164"/>
            </a:xfrm>
          </p:grpSpPr>
          <p:sp>
            <p:nvSpPr>
              <p:cNvPr id="632" name="矩形 631">
                <a:extLst>
                  <a:ext uri="{FF2B5EF4-FFF2-40B4-BE49-F238E27FC236}">
                    <a16:creationId xmlns:a16="http://schemas.microsoft.com/office/drawing/2014/main" id="{64F38551-A6CD-BB99-C3BD-0B053EAE478B}"/>
                  </a:ext>
                </a:extLst>
              </p:cNvPr>
              <p:cNvSpPr/>
              <p:nvPr/>
            </p:nvSpPr>
            <p:spPr>
              <a:xfrm>
                <a:off x="2969309" y="601138"/>
                <a:ext cx="769621" cy="2301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3" name="矩形: 圆角 632">
                <a:extLst>
                  <a:ext uri="{FF2B5EF4-FFF2-40B4-BE49-F238E27FC236}">
                    <a16:creationId xmlns:a16="http://schemas.microsoft.com/office/drawing/2014/main" id="{40ECA961-FEB9-317A-4E47-5DC16B821395}"/>
                  </a:ext>
                </a:extLst>
              </p:cNvPr>
              <p:cNvSpPr/>
              <p:nvPr/>
            </p:nvSpPr>
            <p:spPr>
              <a:xfrm>
                <a:off x="2971478" y="633445"/>
                <a:ext cx="769620" cy="97294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634" name="直接连接符 633">
                <a:extLst>
                  <a:ext uri="{FF2B5EF4-FFF2-40B4-BE49-F238E27FC236}">
                    <a16:creationId xmlns:a16="http://schemas.microsoft.com/office/drawing/2014/main" id="{689F686B-5A02-F0E4-7F16-D450EB1995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478" y="76426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5" name="直接连接符 634">
                <a:extLst>
                  <a:ext uri="{FF2B5EF4-FFF2-40B4-BE49-F238E27FC236}">
                    <a16:creationId xmlns:a16="http://schemas.microsoft.com/office/drawing/2014/main" id="{AAA60CF6-E46E-32C3-0279-89EB705366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36399" y="63344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03" name="组合 602">
              <a:extLst>
                <a:ext uri="{FF2B5EF4-FFF2-40B4-BE49-F238E27FC236}">
                  <a16:creationId xmlns:a16="http://schemas.microsoft.com/office/drawing/2014/main" id="{0A2C3751-083E-27DB-4C60-905350FC8E5B}"/>
                </a:ext>
              </a:extLst>
            </p:cNvPr>
            <p:cNvGrpSpPr/>
            <p:nvPr/>
          </p:nvGrpSpPr>
          <p:grpSpPr>
            <a:xfrm>
              <a:off x="2969309" y="601138"/>
              <a:ext cx="771789" cy="230164"/>
              <a:chOff x="2969309" y="601138"/>
              <a:chExt cx="771789" cy="230164"/>
            </a:xfrm>
          </p:grpSpPr>
          <p:sp>
            <p:nvSpPr>
              <p:cNvPr id="602" name="矩形 601">
                <a:extLst>
                  <a:ext uri="{FF2B5EF4-FFF2-40B4-BE49-F238E27FC236}">
                    <a16:creationId xmlns:a16="http://schemas.microsoft.com/office/drawing/2014/main" id="{3C19B418-4159-6DEB-F520-E972C7ADAD4C}"/>
                  </a:ext>
                </a:extLst>
              </p:cNvPr>
              <p:cNvSpPr/>
              <p:nvPr/>
            </p:nvSpPr>
            <p:spPr>
              <a:xfrm>
                <a:off x="2969309" y="601138"/>
                <a:ext cx="769621" cy="2301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5" name="矩形: 圆角 134">
                <a:extLst>
                  <a:ext uri="{FF2B5EF4-FFF2-40B4-BE49-F238E27FC236}">
                    <a16:creationId xmlns:a16="http://schemas.microsoft.com/office/drawing/2014/main" id="{AA5D224B-6795-1A36-973D-69613990893C}"/>
                  </a:ext>
                </a:extLst>
              </p:cNvPr>
              <p:cNvSpPr/>
              <p:nvPr/>
            </p:nvSpPr>
            <p:spPr>
              <a:xfrm>
                <a:off x="2971478" y="633445"/>
                <a:ext cx="769620" cy="97294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36" name="直接连接符 135">
                <a:extLst>
                  <a:ext uri="{FF2B5EF4-FFF2-40B4-BE49-F238E27FC236}">
                    <a16:creationId xmlns:a16="http://schemas.microsoft.com/office/drawing/2014/main" id="{5B107FDB-62AE-A964-C63B-CB44B92496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478" y="76426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直接连接符 136">
                <a:extLst>
                  <a:ext uri="{FF2B5EF4-FFF2-40B4-BE49-F238E27FC236}">
                    <a16:creationId xmlns:a16="http://schemas.microsoft.com/office/drawing/2014/main" id="{B1EF5D45-3611-466D-17A6-EB9F8E9A23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36399" y="63344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4" name="组合 183">
              <a:extLst>
                <a:ext uri="{FF2B5EF4-FFF2-40B4-BE49-F238E27FC236}">
                  <a16:creationId xmlns:a16="http://schemas.microsoft.com/office/drawing/2014/main" id="{0F8A0AAA-6B53-6A61-15B1-29A28B82A14A}"/>
                </a:ext>
              </a:extLst>
            </p:cNvPr>
            <p:cNvGrpSpPr/>
            <p:nvPr/>
          </p:nvGrpSpPr>
          <p:grpSpPr>
            <a:xfrm flipH="1">
              <a:off x="6096902" y="601138"/>
              <a:ext cx="796928" cy="230167"/>
              <a:chOff x="2533557" y="715860"/>
              <a:chExt cx="796928" cy="230167"/>
            </a:xfrm>
          </p:grpSpPr>
          <p:sp>
            <p:nvSpPr>
              <p:cNvPr id="187" name="矩形: 圆角 186">
                <a:extLst>
                  <a:ext uri="{FF2B5EF4-FFF2-40B4-BE49-F238E27FC236}">
                    <a16:creationId xmlns:a16="http://schemas.microsoft.com/office/drawing/2014/main" id="{41726F70-3ADE-C546-7307-80ED41A820F2}"/>
                  </a:ext>
                </a:extLst>
              </p:cNvPr>
              <p:cNvSpPr/>
              <p:nvPr/>
            </p:nvSpPr>
            <p:spPr>
              <a:xfrm>
                <a:off x="2533557" y="715860"/>
                <a:ext cx="783274" cy="230167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8" name="矩形: 圆角 187">
                <a:extLst>
                  <a:ext uri="{FF2B5EF4-FFF2-40B4-BE49-F238E27FC236}">
                    <a16:creationId xmlns:a16="http://schemas.microsoft.com/office/drawing/2014/main" id="{017A1830-4EF9-DB9E-85AA-55628CA8081B}"/>
                  </a:ext>
                </a:extLst>
              </p:cNvPr>
              <p:cNvSpPr/>
              <p:nvPr/>
            </p:nvSpPr>
            <p:spPr>
              <a:xfrm>
                <a:off x="2601967" y="748165"/>
                <a:ext cx="728518" cy="97294"/>
              </a:xfrm>
              <a:prstGeom prst="roundRect">
                <a:avLst>
                  <a:gd name="adj" fmla="val 2937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91" name="直接连接符 190">
                <a:extLst>
                  <a:ext uri="{FF2B5EF4-FFF2-40B4-BE49-F238E27FC236}">
                    <a16:creationId xmlns:a16="http://schemas.microsoft.com/office/drawing/2014/main" id="{E13AC9C4-B51E-0039-45F6-9A18AC9917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41223" y="87898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" name="直接连接符 255">
                <a:extLst>
                  <a:ext uri="{FF2B5EF4-FFF2-40B4-BE49-F238E27FC236}">
                    <a16:creationId xmlns:a16="http://schemas.microsoft.com/office/drawing/2014/main" id="{B0F0C447-E3D3-D764-BAED-3F1A05AFE9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06144" y="74816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09" name="组合 608">
              <a:extLst>
                <a:ext uri="{FF2B5EF4-FFF2-40B4-BE49-F238E27FC236}">
                  <a16:creationId xmlns:a16="http://schemas.microsoft.com/office/drawing/2014/main" id="{F4D2E9A9-DD26-B23C-EAEE-DA71FA789F97}"/>
                </a:ext>
              </a:extLst>
            </p:cNvPr>
            <p:cNvGrpSpPr/>
            <p:nvPr/>
          </p:nvGrpSpPr>
          <p:grpSpPr>
            <a:xfrm>
              <a:off x="2180050" y="568597"/>
              <a:ext cx="836837" cy="295251"/>
              <a:chOff x="2180050" y="568597"/>
              <a:chExt cx="836837" cy="295251"/>
            </a:xfrm>
          </p:grpSpPr>
          <p:sp>
            <p:nvSpPr>
              <p:cNvPr id="601" name="矩形: 单圆角 600">
                <a:extLst>
                  <a:ext uri="{FF2B5EF4-FFF2-40B4-BE49-F238E27FC236}">
                    <a16:creationId xmlns:a16="http://schemas.microsoft.com/office/drawing/2014/main" id="{14FEE7B9-8EDD-3F44-CAD1-2891B315C5FF}"/>
                  </a:ext>
                </a:extLst>
              </p:cNvPr>
              <p:cNvSpPr/>
              <p:nvPr/>
            </p:nvSpPr>
            <p:spPr>
              <a:xfrm flipH="1">
                <a:off x="2180050" y="601138"/>
                <a:ext cx="779683" cy="230167"/>
              </a:xfrm>
              <a:prstGeom prst="round1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8" name="矩形: 圆角 507">
                <a:extLst>
                  <a:ext uri="{FF2B5EF4-FFF2-40B4-BE49-F238E27FC236}">
                    <a16:creationId xmlns:a16="http://schemas.microsoft.com/office/drawing/2014/main" id="{8B9D0302-914D-BCCC-63D3-DC2062F21085}"/>
                  </a:ext>
                </a:extLst>
              </p:cNvPr>
              <p:cNvSpPr/>
              <p:nvPr/>
            </p:nvSpPr>
            <p:spPr>
              <a:xfrm>
                <a:off x="2248948" y="633445"/>
                <a:ext cx="767939" cy="97294"/>
              </a:xfrm>
              <a:prstGeom prst="roundRect">
                <a:avLst>
                  <a:gd name="adj" fmla="val 2937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509" name="直接连接符 508">
                <a:extLst>
                  <a:ext uri="{FF2B5EF4-FFF2-40B4-BE49-F238E27FC236}">
                    <a16:creationId xmlns:a16="http://schemas.microsoft.com/office/drawing/2014/main" id="{2869DB7E-8027-1E8B-7D37-BBA6041393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88205" y="76426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0" name="直接连接符 509">
                <a:extLst>
                  <a:ext uri="{FF2B5EF4-FFF2-40B4-BE49-F238E27FC236}">
                    <a16:creationId xmlns:a16="http://schemas.microsoft.com/office/drawing/2014/main" id="{10164900-8ABE-5192-436E-7774675AE9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53126" y="63344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6" name="直接连接符 505">
                <a:extLst>
                  <a:ext uri="{FF2B5EF4-FFF2-40B4-BE49-F238E27FC236}">
                    <a16:creationId xmlns:a16="http://schemas.microsoft.com/office/drawing/2014/main" id="{D91DB762-DCDE-08D8-E767-2A86891217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63813" y="568597"/>
                <a:ext cx="0" cy="295251"/>
              </a:xfrm>
              <a:prstGeom prst="line">
                <a:avLst/>
              </a:prstGeom>
              <a:ln w="254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2" name="矩形 161">
              <a:extLst>
                <a:ext uri="{FF2B5EF4-FFF2-40B4-BE49-F238E27FC236}">
                  <a16:creationId xmlns:a16="http://schemas.microsoft.com/office/drawing/2014/main" id="{7831D021-1391-F124-08B0-5A957D870299}"/>
                </a:ext>
              </a:extLst>
            </p:cNvPr>
            <p:cNvSpPr/>
            <p:nvPr/>
          </p:nvSpPr>
          <p:spPr>
            <a:xfrm>
              <a:off x="3758981" y="555098"/>
              <a:ext cx="790456" cy="347183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b="1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当前车厢</a:t>
              </a:r>
              <a:endParaRPr lang="en-US" altLang="zh-CN" sz="11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ctr"/>
              <a:r>
                <a:rPr lang="zh-CN" altLang="zh-CN" sz="800" dirty="0"/>
                <a:t>Current Car</a:t>
              </a:r>
            </a:p>
          </p:txBody>
        </p:sp>
        <p:sp>
          <p:nvSpPr>
            <p:cNvPr id="611" name="矩形: 单圆角 610">
              <a:extLst>
                <a:ext uri="{FF2B5EF4-FFF2-40B4-BE49-F238E27FC236}">
                  <a16:creationId xmlns:a16="http://schemas.microsoft.com/office/drawing/2014/main" id="{6748412F-35C5-CD04-6934-D1824AC41248}"/>
                </a:ext>
              </a:extLst>
            </p:cNvPr>
            <p:cNvSpPr/>
            <p:nvPr/>
          </p:nvSpPr>
          <p:spPr>
            <a:xfrm>
              <a:off x="6108241" y="601135"/>
              <a:ext cx="779683" cy="230167"/>
            </a:xfrm>
            <a:prstGeom prst="round1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2" name="矩形: 圆角 611">
              <a:extLst>
                <a:ext uri="{FF2B5EF4-FFF2-40B4-BE49-F238E27FC236}">
                  <a16:creationId xmlns:a16="http://schemas.microsoft.com/office/drawing/2014/main" id="{E68B26D0-9243-0AF3-AFBC-FB3E2C3FDBB3}"/>
                </a:ext>
              </a:extLst>
            </p:cNvPr>
            <p:cNvSpPr/>
            <p:nvPr/>
          </p:nvSpPr>
          <p:spPr>
            <a:xfrm flipH="1">
              <a:off x="6051087" y="633442"/>
              <a:ext cx="767939" cy="97294"/>
            </a:xfrm>
            <a:prstGeom prst="roundRect">
              <a:avLst>
                <a:gd name="adj" fmla="val 2937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13" name="直接连接符 612">
              <a:extLst>
                <a:ext uri="{FF2B5EF4-FFF2-40B4-BE49-F238E27FC236}">
                  <a16:creationId xmlns:a16="http://schemas.microsoft.com/office/drawing/2014/main" id="{3A3D9C6A-E1EE-FA02-F49D-6F5339193C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11828" y="764259"/>
              <a:ext cx="767941" cy="0"/>
            </a:xfrm>
            <a:prstGeom prst="line">
              <a:avLst/>
            </a:prstGeom>
            <a:ln>
              <a:solidFill>
                <a:srgbClr val="E6001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4" name="直接连接符 613">
              <a:extLst>
                <a:ext uri="{FF2B5EF4-FFF2-40B4-BE49-F238E27FC236}">
                  <a16:creationId xmlns:a16="http://schemas.microsoft.com/office/drawing/2014/main" id="{EA77BEEC-EF5A-52B8-1C53-23D35BA173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14848" y="633442"/>
              <a:ext cx="0" cy="9729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20FF4206-C377-CC23-6364-679BCEBA0BF6}"/>
                </a:ext>
              </a:extLst>
            </p:cNvPr>
            <p:cNvCxnSpPr>
              <a:cxnSpLocks/>
            </p:cNvCxnSpPr>
            <p:nvPr/>
          </p:nvCxnSpPr>
          <p:spPr>
            <a:xfrm>
              <a:off x="3747086" y="568597"/>
              <a:ext cx="0" cy="295251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36" name="组合 635">
              <a:extLst>
                <a:ext uri="{FF2B5EF4-FFF2-40B4-BE49-F238E27FC236}">
                  <a16:creationId xmlns:a16="http://schemas.microsoft.com/office/drawing/2014/main" id="{0F697A97-22A4-FC7A-ACE4-388D4A310F79}"/>
                </a:ext>
              </a:extLst>
            </p:cNvPr>
            <p:cNvGrpSpPr/>
            <p:nvPr/>
          </p:nvGrpSpPr>
          <p:grpSpPr>
            <a:xfrm>
              <a:off x="4548425" y="601135"/>
              <a:ext cx="771789" cy="230164"/>
              <a:chOff x="2969309" y="601138"/>
              <a:chExt cx="771789" cy="230164"/>
            </a:xfrm>
          </p:grpSpPr>
          <p:sp>
            <p:nvSpPr>
              <p:cNvPr id="637" name="矩形 636">
                <a:extLst>
                  <a:ext uri="{FF2B5EF4-FFF2-40B4-BE49-F238E27FC236}">
                    <a16:creationId xmlns:a16="http://schemas.microsoft.com/office/drawing/2014/main" id="{FB8913BB-93E3-D6C5-6D19-175BB10A2155}"/>
                  </a:ext>
                </a:extLst>
              </p:cNvPr>
              <p:cNvSpPr/>
              <p:nvPr/>
            </p:nvSpPr>
            <p:spPr>
              <a:xfrm>
                <a:off x="2969309" y="601138"/>
                <a:ext cx="769621" cy="2301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8" name="矩形: 圆角 637">
                <a:extLst>
                  <a:ext uri="{FF2B5EF4-FFF2-40B4-BE49-F238E27FC236}">
                    <a16:creationId xmlns:a16="http://schemas.microsoft.com/office/drawing/2014/main" id="{7144AC9F-543C-E799-442F-7C5ED8E37507}"/>
                  </a:ext>
                </a:extLst>
              </p:cNvPr>
              <p:cNvSpPr/>
              <p:nvPr/>
            </p:nvSpPr>
            <p:spPr>
              <a:xfrm>
                <a:off x="2971478" y="633445"/>
                <a:ext cx="769620" cy="97294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639" name="直接连接符 638">
                <a:extLst>
                  <a:ext uri="{FF2B5EF4-FFF2-40B4-BE49-F238E27FC236}">
                    <a16:creationId xmlns:a16="http://schemas.microsoft.com/office/drawing/2014/main" id="{839569B4-45E9-256D-D4EB-50E121C1D8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478" y="76426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0" name="直接连接符 639">
                <a:extLst>
                  <a:ext uri="{FF2B5EF4-FFF2-40B4-BE49-F238E27FC236}">
                    <a16:creationId xmlns:a16="http://schemas.microsoft.com/office/drawing/2014/main" id="{DF86B16C-3CDE-2857-2035-78AA7A506B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36399" y="63344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41" name="直接连接符 640">
              <a:extLst>
                <a:ext uri="{FF2B5EF4-FFF2-40B4-BE49-F238E27FC236}">
                  <a16:creationId xmlns:a16="http://schemas.microsoft.com/office/drawing/2014/main" id="{B0CD0B22-8C2A-55D9-65F7-DE0F2135E0BA}"/>
                </a:ext>
              </a:extLst>
            </p:cNvPr>
            <p:cNvCxnSpPr>
              <a:cxnSpLocks/>
            </p:cNvCxnSpPr>
            <p:nvPr/>
          </p:nvCxnSpPr>
          <p:spPr>
            <a:xfrm>
              <a:off x="4537433" y="568597"/>
              <a:ext cx="0" cy="295251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42" name="组合 641">
              <a:extLst>
                <a:ext uri="{FF2B5EF4-FFF2-40B4-BE49-F238E27FC236}">
                  <a16:creationId xmlns:a16="http://schemas.microsoft.com/office/drawing/2014/main" id="{0AC04CCC-5DAA-D871-C663-1AB4B23B2905}"/>
                </a:ext>
              </a:extLst>
            </p:cNvPr>
            <p:cNvGrpSpPr/>
            <p:nvPr/>
          </p:nvGrpSpPr>
          <p:grpSpPr>
            <a:xfrm>
              <a:off x="5330874" y="601132"/>
              <a:ext cx="771789" cy="230164"/>
              <a:chOff x="2969309" y="601138"/>
              <a:chExt cx="771789" cy="230164"/>
            </a:xfrm>
          </p:grpSpPr>
          <p:sp>
            <p:nvSpPr>
              <p:cNvPr id="643" name="矩形 642">
                <a:extLst>
                  <a:ext uri="{FF2B5EF4-FFF2-40B4-BE49-F238E27FC236}">
                    <a16:creationId xmlns:a16="http://schemas.microsoft.com/office/drawing/2014/main" id="{BE2DAF5B-593D-DC76-694C-C461FFE35C78}"/>
                  </a:ext>
                </a:extLst>
              </p:cNvPr>
              <p:cNvSpPr/>
              <p:nvPr/>
            </p:nvSpPr>
            <p:spPr>
              <a:xfrm>
                <a:off x="2969309" y="601138"/>
                <a:ext cx="769621" cy="2301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4" name="矩形: 圆角 643">
                <a:extLst>
                  <a:ext uri="{FF2B5EF4-FFF2-40B4-BE49-F238E27FC236}">
                    <a16:creationId xmlns:a16="http://schemas.microsoft.com/office/drawing/2014/main" id="{9CD0407F-941D-86CF-2ADC-F4C0DEB47FDA}"/>
                  </a:ext>
                </a:extLst>
              </p:cNvPr>
              <p:cNvSpPr/>
              <p:nvPr/>
            </p:nvSpPr>
            <p:spPr>
              <a:xfrm>
                <a:off x="2971478" y="633445"/>
                <a:ext cx="769620" cy="97294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645" name="直接连接符 644">
                <a:extLst>
                  <a:ext uri="{FF2B5EF4-FFF2-40B4-BE49-F238E27FC236}">
                    <a16:creationId xmlns:a16="http://schemas.microsoft.com/office/drawing/2014/main" id="{8C8A7BE6-581A-47E3-2D53-8EE24D8111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478" y="76426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6" name="直接连接符 645">
                <a:extLst>
                  <a:ext uri="{FF2B5EF4-FFF2-40B4-BE49-F238E27FC236}">
                    <a16:creationId xmlns:a16="http://schemas.microsoft.com/office/drawing/2014/main" id="{B2883917-2333-8D07-31E8-D9B237D6AA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36399" y="63344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47" name="直接连接符 646">
              <a:extLst>
                <a:ext uri="{FF2B5EF4-FFF2-40B4-BE49-F238E27FC236}">
                  <a16:creationId xmlns:a16="http://schemas.microsoft.com/office/drawing/2014/main" id="{6B5EE36F-E5B3-BB85-2CBF-C1761740342B}"/>
                </a:ext>
              </a:extLst>
            </p:cNvPr>
            <p:cNvCxnSpPr>
              <a:cxnSpLocks/>
            </p:cNvCxnSpPr>
            <p:nvPr/>
          </p:nvCxnSpPr>
          <p:spPr>
            <a:xfrm>
              <a:off x="5319882" y="568594"/>
              <a:ext cx="0" cy="295251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5" name="直接连接符 614">
              <a:extLst>
                <a:ext uri="{FF2B5EF4-FFF2-40B4-BE49-F238E27FC236}">
                  <a16:creationId xmlns:a16="http://schemas.microsoft.com/office/drawing/2014/main" id="{34E033C4-6716-7155-2A45-C267062C99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4161" y="568594"/>
              <a:ext cx="0" cy="295251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BEFCBE09-8DB1-4045-BE91-A04F35A2385C}"/>
              </a:ext>
            </a:extLst>
          </p:cNvPr>
          <p:cNvSpPr/>
          <p:nvPr/>
        </p:nvSpPr>
        <p:spPr>
          <a:xfrm>
            <a:off x="7671197" y="486678"/>
            <a:ext cx="275749" cy="622300"/>
          </a:xfrm>
          <a:custGeom>
            <a:avLst/>
            <a:gdLst>
              <a:gd name="csX0" fmla="*/ 43894 w 275749"/>
              <a:gd name="csY0" fmla="*/ 63500 h 622300"/>
              <a:gd name="csX1" fmla="*/ 43894 w 275749"/>
              <a:gd name="csY1" fmla="*/ 251460 h 622300"/>
              <a:gd name="csX2" fmla="*/ 231854 w 275749"/>
              <a:gd name="csY2" fmla="*/ 251460 h 622300"/>
              <a:gd name="csX3" fmla="*/ 231854 w 275749"/>
              <a:gd name="csY3" fmla="*/ 63500 h 622300"/>
              <a:gd name="csX4" fmla="*/ 0 w 275749"/>
              <a:gd name="csY4" fmla="*/ 0 h 622300"/>
              <a:gd name="csX5" fmla="*/ 275749 w 275749"/>
              <a:gd name="csY5" fmla="*/ 0 h 622300"/>
              <a:gd name="csX6" fmla="*/ 275749 w 275749"/>
              <a:gd name="csY6" fmla="*/ 622300 h 622300"/>
              <a:gd name="csX7" fmla="*/ 0 w 275749"/>
              <a:gd name="csY7" fmla="*/ 622300 h 6223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75749" h="622300">
                <a:moveTo>
                  <a:pt x="43894" y="63500"/>
                </a:moveTo>
                <a:lnTo>
                  <a:pt x="43894" y="251460"/>
                </a:lnTo>
                <a:lnTo>
                  <a:pt x="231854" y="251460"/>
                </a:lnTo>
                <a:lnTo>
                  <a:pt x="231854" y="63500"/>
                </a:lnTo>
                <a:close/>
                <a:moveTo>
                  <a:pt x="0" y="0"/>
                </a:moveTo>
                <a:lnTo>
                  <a:pt x="275749" y="0"/>
                </a:lnTo>
                <a:lnTo>
                  <a:pt x="275749" y="622300"/>
                </a:lnTo>
                <a:lnTo>
                  <a:pt x="0" y="62230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27DE3F09-7ECF-C602-DC96-8593ACD6DB24}"/>
              </a:ext>
            </a:extLst>
          </p:cNvPr>
          <p:cNvSpPr/>
          <p:nvPr/>
        </p:nvSpPr>
        <p:spPr>
          <a:xfrm>
            <a:off x="7946946" y="486678"/>
            <a:ext cx="275749" cy="622300"/>
          </a:xfrm>
          <a:custGeom>
            <a:avLst/>
            <a:gdLst>
              <a:gd name="csX0" fmla="*/ 43894 w 275749"/>
              <a:gd name="csY0" fmla="*/ 63500 h 622300"/>
              <a:gd name="csX1" fmla="*/ 43894 w 275749"/>
              <a:gd name="csY1" fmla="*/ 251460 h 622300"/>
              <a:gd name="csX2" fmla="*/ 231854 w 275749"/>
              <a:gd name="csY2" fmla="*/ 251460 h 622300"/>
              <a:gd name="csX3" fmla="*/ 231854 w 275749"/>
              <a:gd name="csY3" fmla="*/ 63500 h 622300"/>
              <a:gd name="csX4" fmla="*/ 0 w 275749"/>
              <a:gd name="csY4" fmla="*/ 0 h 622300"/>
              <a:gd name="csX5" fmla="*/ 275749 w 275749"/>
              <a:gd name="csY5" fmla="*/ 0 h 622300"/>
              <a:gd name="csX6" fmla="*/ 275749 w 275749"/>
              <a:gd name="csY6" fmla="*/ 622300 h 622300"/>
              <a:gd name="csX7" fmla="*/ 0 w 275749"/>
              <a:gd name="csY7" fmla="*/ 622300 h 6223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75749" h="622300">
                <a:moveTo>
                  <a:pt x="43894" y="63500"/>
                </a:moveTo>
                <a:lnTo>
                  <a:pt x="43894" y="251460"/>
                </a:lnTo>
                <a:lnTo>
                  <a:pt x="231854" y="251460"/>
                </a:lnTo>
                <a:lnTo>
                  <a:pt x="231854" y="63500"/>
                </a:lnTo>
                <a:close/>
                <a:moveTo>
                  <a:pt x="0" y="0"/>
                </a:moveTo>
                <a:lnTo>
                  <a:pt x="275749" y="0"/>
                </a:lnTo>
                <a:lnTo>
                  <a:pt x="275749" y="622300"/>
                </a:lnTo>
                <a:lnTo>
                  <a:pt x="0" y="62230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20" name="箭头: 上 19">
            <a:extLst>
              <a:ext uri="{FF2B5EF4-FFF2-40B4-BE49-F238E27FC236}">
                <a16:creationId xmlns:a16="http://schemas.microsoft.com/office/drawing/2014/main" id="{8C60473B-CA9E-0748-1BCF-BDB9EE47711C}"/>
              </a:ext>
            </a:extLst>
          </p:cNvPr>
          <p:cNvSpPr/>
          <p:nvPr/>
        </p:nvSpPr>
        <p:spPr>
          <a:xfrm>
            <a:off x="7802166" y="882994"/>
            <a:ext cx="289560" cy="281940"/>
          </a:xfrm>
          <a:prstGeom prst="upArrow">
            <a:avLst>
              <a:gd name="adj1" fmla="val 53947"/>
              <a:gd name="adj2" fmla="val 5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scene3d>
            <a:camera prst="orthographicFront">
              <a:rot lat="3600003" lon="21599986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1454616-BAD9-9B6F-7B9C-34D1344D3083}"/>
              </a:ext>
            </a:extLst>
          </p:cNvPr>
          <p:cNvSpPr/>
          <p:nvPr/>
        </p:nvSpPr>
        <p:spPr>
          <a:xfrm>
            <a:off x="0" y="0"/>
            <a:ext cx="8999538" cy="438912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745269C4-9330-676C-52CB-64C956E1F8BA}"/>
              </a:ext>
            </a:extLst>
          </p:cNvPr>
          <p:cNvSpPr/>
          <p:nvPr/>
        </p:nvSpPr>
        <p:spPr>
          <a:xfrm>
            <a:off x="2408841" y="54864"/>
            <a:ext cx="4181856" cy="329184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53" name="组合 152">
            <a:extLst>
              <a:ext uri="{FF2B5EF4-FFF2-40B4-BE49-F238E27FC236}">
                <a16:creationId xmlns:a16="http://schemas.microsoft.com/office/drawing/2014/main" id="{0D2B4EDF-3A00-CCF6-7A1F-5CE630189C3F}"/>
              </a:ext>
            </a:extLst>
          </p:cNvPr>
          <p:cNvGrpSpPr/>
          <p:nvPr/>
        </p:nvGrpSpPr>
        <p:grpSpPr>
          <a:xfrm>
            <a:off x="390597" y="4959"/>
            <a:ext cx="1280134" cy="431250"/>
            <a:chOff x="188770" y="-11103"/>
            <a:chExt cx="1280134" cy="431250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B6EF93D8-5EB4-ADF6-0700-E47CDCF19F18}"/>
                </a:ext>
              </a:extLst>
            </p:cNvPr>
            <p:cNvSpPr/>
            <p:nvPr/>
          </p:nvSpPr>
          <p:spPr>
            <a:xfrm>
              <a:off x="188770" y="47240"/>
              <a:ext cx="1221882" cy="329184"/>
            </a:xfrm>
            <a:prstGeom prst="roundRect">
              <a:avLst>
                <a:gd name="adj" fmla="val 1882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8" name="文本框 147">
              <a:extLst>
                <a:ext uri="{FF2B5EF4-FFF2-40B4-BE49-F238E27FC236}">
                  <a16:creationId xmlns:a16="http://schemas.microsoft.com/office/drawing/2014/main" id="{0CFC3190-03E1-19C5-F856-DF6BB6ECC206}"/>
                </a:ext>
              </a:extLst>
            </p:cNvPr>
            <p:cNvSpPr txBox="1"/>
            <p:nvPr/>
          </p:nvSpPr>
          <p:spPr>
            <a:xfrm>
              <a:off x="496280" y="-11103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黑体" panose="02010609060101010101" pitchFamily="49" charset="-122"/>
                  <a:ea typeface="黑体" panose="02010609060101010101" pitchFamily="49" charset="-122"/>
                </a:rPr>
                <a:t>天海地铁</a:t>
              </a:r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2A7182ED-0589-48A9-D7F8-CF97A01987AD}"/>
                </a:ext>
              </a:extLst>
            </p:cNvPr>
            <p:cNvSpPr txBox="1"/>
            <p:nvPr/>
          </p:nvSpPr>
          <p:spPr>
            <a:xfrm>
              <a:off x="500369" y="204703"/>
              <a:ext cx="96853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00" dirty="0" err="1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Tianhai</a:t>
              </a:r>
              <a:r>
                <a:rPr lang="en-US" altLang="zh-CN" sz="800" dirty="0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 Metro</a:t>
              </a:r>
              <a:endParaRPr lang="zh-CN" altLang="en-US" sz="800" dirty="0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endParaRPr>
            </a:p>
          </p:txBody>
        </p:sp>
        <p:pic>
          <p:nvPicPr>
            <p:cNvPr id="152" name="图片 151">
              <a:extLst>
                <a:ext uri="{FF2B5EF4-FFF2-40B4-BE49-F238E27FC236}">
                  <a16:creationId xmlns:a16="http://schemas.microsoft.com/office/drawing/2014/main" id="{5534AEC7-849B-A62A-7F05-5C49B83A0B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7754" y="54959"/>
              <a:ext cx="313746" cy="313746"/>
            </a:xfrm>
            <a:prstGeom prst="rect">
              <a:avLst/>
            </a:prstGeom>
          </p:spPr>
        </p:pic>
      </p:grpSp>
      <p:sp>
        <p:nvSpPr>
          <p:cNvPr id="167" name="文本框 166">
            <a:extLst>
              <a:ext uri="{FF2B5EF4-FFF2-40B4-BE49-F238E27FC236}">
                <a16:creationId xmlns:a16="http://schemas.microsoft.com/office/drawing/2014/main" id="{7DF698E0-B58A-A938-CABB-0CB88461E5ED}"/>
              </a:ext>
            </a:extLst>
          </p:cNvPr>
          <p:cNvSpPr txBox="1"/>
          <p:nvPr/>
        </p:nvSpPr>
        <p:spPr>
          <a:xfrm>
            <a:off x="7601248" y="16203"/>
            <a:ext cx="1847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75" name="组合 174">
            <a:extLst>
              <a:ext uri="{FF2B5EF4-FFF2-40B4-BE49-F238E27FC236}">
                <a16:creationId xmlns:a16="http://schemas.microsoft.com/office/drawing/2014/main" id="{7F4EB986-7A9A-805E-0CB0-D295B43ABD34}"/>
              </a:ext>
            </a:extLst>
          </p:cNvPr>
          <p:cNvGrpSpPr/>
          <p:nvPr/>
        </p:nvGrpSpPr>
        <p:grpSpPr>
          <a:xfrm>
            <a:off x="8140497" y="13642"/>
            <a:ext cx="821036" cy="400110"/>
            <a:chOff x="1526333" y="4012"/>
            <a:chExt cx="821036" cy="400110"/>
          </a:xfrm>
        </p:grpSpPr>
        <p:sp>
          <p:nvSpPr>
            <p:cNvPr id="176" name="矩形: 圆角 175">
              <a:extLst>
                <a:ext uri="{FF2B5EF4-FFF2-40B4-BE49-F238E27FC236}">
                  <a16:creationId xmlns:a16="http://schemas.microsoft.com/office/drawing/2014/main" id="{4B64A8E4-F6BB-DC75-8E56-D9E97A94101E}"/>
                </a:ext>
              </a:extLst>
            </p:cNvPr>
            <p:cNvSpPr/>
            <p:nvPr/>
          </p:nvSpPr>
          <p:spPr>
            <a:xfrm flipH="1">
              <a:off x="1526333" y="54864"/>
              <a:ext cx="753551" cy="329184"/>
            </a:xfrm>
            <a:prstGeom prst="roundRect">
              <a:avLst>
                <a:gd name="adj" fmla="val 1882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7" name="文本框 176">
              <a:extLst>
                <a:ext uri="{FF2B5EF4-FFF2-40B4-BE49-F238E27FC236}">
                  <a16:creationId xmlns:a16="http://schemas.microsoft.com/office/drawing/2014/main" id="{12E59287-CF9F-D926-7C8B-7B108595798E}"/>
                </a:ext>
              </a:extLst>
            </p:cNvPr>
            <p:cNvSpPr txBox="1"/>
            <p:nvPr/>
          </p:nvSpPr>
          <p:spPr>
            <a:xfrm>
              <a:off x="1792890" y="4012"/>
              <a:ext cx="5544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latin typeface="黑体" panose="02010609060101010101" pitchFamily="49" charset="-122"/>
                  <a:ea typeface="黑体" panose="02010609060101010101" pitchFamily="49" charset="-122"/>
                </a:rPr>
                <a:t>号线</a:t>
              </a:r>
              <a:endPara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r>
                <a:rPr lang="en-US" altLang="zh-CN" sz="800" dirty="0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 Line</a:t>
              </a:r>
              <a:endParaRPr lang="zh-CN" altLang="en-US" sz="800" dirty="0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endParaRPr>
            </a:p>
          </p:txBody>
        </p:sp>
        <p:sp>
          <p:nvSpPr>
            <p:cNvPr id="178" name="矩形: 圆角 177">
              <a:extLst>
                <a:ext uri="{FF2B5EF4-FFF2-40B4-BE49-F238E27FC236}">
                  <a16:creationId xmlns:a16="http://schemas.microsoft.com/office/drawing/2014/main" id="{5FF9632A-290A-71ED-BEB7-19F32A767CEE}"/>
                </a:ext>
              </a:extLst>
            </p:cNvPr>
            <p:cNvSpPr/>
            <p:nvPr/>
          </p:nvSpPr>
          <p:spPr>
            <a:xfrm flipH="1">
              <a:off x="1557516" y="75456"/>
              <a:ext cx="288000" cy="288000"/>
            </a:xfrm>
            <a:prstGeom prst="roundRect">
              <a:avLst>
                <a:gd name="adj" fmla="val 18827"/>
              </a:avLst>
            </a:prstGeom>
            <a:solidFill>
              <a:srgbClr val="E6001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9" name="文本框 178">
              <a:extLst>
                <a:ext uri="{FF2B5EF4-FFF2-40B4-BE49-F238E27FC236}">
                  <a16:creationId xmlns:a16="http://schemas.microsoft.com/office/drawing/2014/main" id="{6CF30BB5-6B54-025B-A286-2EEA9EE4C086}"/>
                </a:ext>
              </a:extLst>
            </p:cNvPr>
            <p:cNvSpPr txBox="1"/>
            <p:nvPr/>
          </p:nvSpPr>
          <p:spPr>
            <a:xfrm>
              <a:off x="1542658" y="34790"/>
              <a:ext cx="317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1</a:t>
              </a:r>
              <a:endParaRPr lang="zh-CN" altLang="en-US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sp>
        <p:nvSpPr>
          <p:cNvPr id="181" name="矩形: 圆角 180">
            <a:extLst>
              <a:ext uri="{FF2B5EF4-FFF2-40B4-BE49-F238E27FC236}">
                <a16:creationId xmlns:a16="http://schemas.microsoft.com/office/drawing/2014/main" id="{11D767B1-D59F-6613-3B31-161B9B5E8FE4}"/>
              </a:ext>
            </a:extLst>
          </p:cNvPr>
          <p:cNvSpPr/>
          <p:nvPr/>
        </p:nvSpPr>
        <p:spPr>
          <a:xfrm flipH="1">
            <a:off x="7121513" y="62216"/>
            <a:ext cx="959469" cy="329184"/>
          </a:xfrm>
          <a:prstGeom prst="roundRect">
            <a:avLst>
              <a:gd name="adj" fmla="val 188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6" name="文本框 185">
            <a:extLst>
              <a:ext uri="{FF2B5EF4-FFF2-40B4-BE49-F238E27FC236}">
                <a16:creationId xmlns:a16="http://schemas.microsoft.com/office/drawing/2014/main" id="{97ECCCE2-409A-EE38-9AB1-383F4296E431}"/>
              </a:ext>
            </a:extLst>
          </p:cNvPr>
          <p:cNvSpPr txBox="1"/>
          <p:nvPr/>
        </p:nvSpPr>
        <p:spPr>
          <a:xfrm>
            <a:off x="7075351" y="24834"/>
            <a:ext cx="10502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dirty="0">
                <a:latin typeface="黑体" panose="02010609060101010101" pitchFamily="49" charset="-122"/>
                <a:ea typeface="黑体" panose="02010609060101010101" pitchFamily="49" charset="-122"/>
              </a:rPr>
              <a:t>终点站</a:t>
            </a:r>
            <a:r>
              <a:rPr lang="en-US" altLang="zh-CN" sz="900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900" dirty="0">
                <a:latin typeface="黑体" panose="02010609060101010101" pitchFamily="49" charset="-122"/>
                <a:ea typeface="黑体" panose="02010609060101010101" pitchFamily="49" charset="-122"/>
              </a:rPr>
              <a:t>天海北站</a:t>
            </a:r>
          </a:p>
        </p:txBody>
      </p:sp>
      <p:pic>
        <p:nvPicPr>
          <p:cNvPr id="189" name="图片 188">
            <a:extLst>
              <a:ext uri="{FF2B5EF4-FFF2-40B4-BE49-F238E27FC236}">
                <a16:creationId xmlns:a16="http://schemas.microsoft.com/office/drawing/2014/main" id="{DF52195C-FC3B-ACFE-ADF0-37CD8A8809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5821" y="196261"/>
            <a:ext cx="789348" cy="228967"/>
          </a:xfrm>
          <a:prstGeom prst="rect">
            <a:avLst/>
          </a:prstGeom>
        </p:spPr>
      </p:pic>
      <p:sp>
        <p:nvSpPr>
          <p:cNvPr id="461" name="文本框 460">
            <a:extLst>
              <a:ext uri="{FF2B5EF4-FFF2-40B4-BE49-F238E27FC236}">
                <a16:creationId xmlns:a16="http://schemas.microsoft.com/office/drawing/2014/main" id="{68616F17-4B2C-7D8D-233D-84A41AC8F6B7}"/>
              </a:ext>
            </a:extLst>
          </p:cNvPr>
          <p:cNvSpPr txBox="1"/>
          <p:nvPr/>
        </p:nvSpPr>
        <p:spPr>
          <a:xfrm>
            <a:off x="3521089" y="34532"/>
            <a:ext cx="22621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注意脚下 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Mind Your Step.</a:t>
            </a:r>
            <a:endParaRPr lang="zh-CN" altLang="en-US" sz="1200" dirty="0">
              <a:latin typeface="Cascadia Code" panose="020B0609020000020004" pitchFamily="49" charset="0"/>
              <a:ea typeface="黑体" panose="02010609060101010101" pitchFamily="49" charset="-122"/>
              <a:cs typeface="Cascadia Code" panose="020B0609020000020004" pitchFamily="49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44825FD-8B22-5311-2C66-29B09ED33C31}"/>
              </a:ext>
            </a:extLst>
          </p:cNvPr>
          <p:cNvSpPr txBox="1"/>
          <p:nvPr/>
        </p:nvSpPr>
        <p:spPr>
          <a:xfrm>
            <a:off x="7381727" y="1067114"/>
            <a:ext cx="1130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本侧开门</a:t>
            </a:r>
            <a:endParaRPr lang="en-US" altLang="zh-CN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zh-CN" sz="800" dirty="0"/>
              <a:t>This Side Doors Open</a:t>
            </a:r>
          </a:p>
        </p:txBody>
      </p:sp>
      <p:sp>
        <p:nvSpPr>
          <p:cNvPr id="600" name="文本框 599">
            <a:extLst>
              <a:ext uri="{FF2B5EF4-FFF2-40B4-BE49-F238E27FC236}">
                <a16:creationId xmlns:a16="http://schemas.microsoft.com/office/drawing/2014/main" id="{D32F04AA-7F79-0ED8-D923-BA0E4D0020EA}"/>
              </a:ext>
            </a:extLst>
          </p:cNvPr>
          <p:cNvSpPr txBox="1"/>
          <p:nvPr/>
        </p:nvSpPr>
        <p:spPr>
          <a:xfrm>
            <a:off x="3114397" y="902281"/>
            <a:ext cx="2847254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灯闪铃响请勿上下车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zh-CN" sz="800" dirty="0">
                <a:latin typeface="+mn-ea"/>
              </a:rPr>
              <a:t>Flashing Lights and Alarm Sounding: Do Not Board or Alight</a:t>
            </a:r>
            <a:endParaRPr lang="en-US" altLang="zh-CN" sz="800" dirty="0">
              <a:latin typeface="+mn-ea"/>
            </a:endParaRPr>
          </a:p>
          <a:p>
            <a:pPr algn="ctr"/>
            <a:endParaRPr lang="zh-CN" altLang="en-US" sz="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79608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81 4.4763E-6 L -1.53466E-6 4.4763E-6 " pathEditMode="relative" rAng="0" ptsTypes="AA">
                                      <p:cBhvr>
                                        <p:cTn id="6" dur="1000" spd="-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2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7862E-6 4.4763E-6 L 0.01782 4.4763E-6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2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9414E-6 8.37927E-7 L 0.77051 -0.00221 " pathEditMode="relative" rAng="0" ptsTypes="AA">
                                      <p:cBhvr>
                                        <p:cTn id="10" dur="1500" fill="hold"/>
                                        <p:tgtEl>
                                          <p:spTgt spid="6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525" y="-1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" presetID="10" presetClass="entr" presetSubtype="0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19" grpId="0" animBg="1"/>
      <p:bldP spid="18" grpId="0" animBg="1"/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401F8-F6FC-1C87-5F91-AD9EE5E47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E91BB5F0-33FE-D67E-EBE0-A7D6159AB9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550" y="1071848"/>
            <a:ext cx="463118" cy="270278"/>
          </a:xfrm>
          <a:prstGeom prst="rect">
            <a:avLst/>
          </a:prstGeom>
        </p:spPr>
      </p:pic>
      <p:sp>
        <p:nvSpPr>
          <p:cNvPr id="434" name="任意多边形: 形状 433">
            <a:extLst>
              <a:ext uri="{FF2B5EF4-FFF2-40B4-BE49-F238E27FC236}">
                <a16:creationId xmlns:a16="http://schemas.microsoft.com/office/drawing/2014/main" id="{FB7CE7E7-60A9-BD05-F9BB-E695B9B52E7C}"/>
              </a:ext>
            </a:extLst>
          </p:cNvPr>
          <p:cNvSpPr/>
          <p:nvPr/>
        </p:nvSpPr>
        <p:spPr>
          <a:xfrm rot="5400000">
            <a:off x="8375845" y="972712"/>
            <a:ext cx="146670" cy="54534"/>
          </a:xfrm>
          <a:custGeom>
            <a:avLst/>
            <a:gdLst>
              <a:gd name="csX0" fmla="*/ 0 w 146670"/>
              <a:gd name="csY0" fmla="*/ 54534 h 54534"/>
              <a:gd name="csX1" fmla="*/ 0 w 146670"/>
              <a:gd name="csY1" fmla="*/ 0 h 54534"/>
              <a:gd name="csX2" fmla="*/ 146670 w 146670"/>
              <a:gd name="csY2" fmla="*/ 0 h 54534"/>
              <a:gd name="csX3" fmla="*/ 101130 w 146670"/>
              <a:gd name="csY3" fmla="*/ 54534 h 545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46670" h="54534">
                <a:moveTo>
                  <a:pt x="0" y="54534"/>
                </a:moveTo>
                <a:lnTo>
                  <a:pt x="0" y="0"/>
                </a:lnTo>
                <a:lnTo>
                  <a:pt x="146670" y="0"/>
                </a:lnTo>
                <a:lnTo>
                  <a:pt x="101130" y="54534"/>
                </a:lnTo>
                <a:close/>
              </a:path>
            </a:pathLst>
          </a:custGeom>
          <a:solidFill>
            <a:srgbClr val="52AB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436" name="任意多边形: 形状 435">
            <a:extLst>
              <a:ext uri="{FF2B5EF4-FFF2-40B4-BE49-F238E27FC236}">
                <a16:creationId xmlns:a16="http://schemas.microsoft.com/office/drawing/2014/main" id="{EDFAF9D6-2807-19BB-8123-FB0C55877AB1}"/>
              </a:ext>
            </a:extLst>
          </p:cNvPr>
          <p:cNvSpPr/>
          <p:nvPr/>
        </p:nvSpPr>
        <p:spPr>
          <a:xfrm rot="16200000" flipH="1">
            <a:off x="8430379" y="972712"/>
            <a:ext cx="146670" cy="54534"/>
          </a:xfrm>
          <a:custGeom>
            <a:avLst/>
            <a:gdLst>
              <a:gd name="csX0" fmla="*/ 0 w 146670"/>
              <a:gd name="csY0" fmla="*/ 54534 h 54534"/>
              <a:gd name="csX1" fmla="*/ 0 w 146670"/>
              <a:gd name="csY1" fmla="*/ 0 h 54534"/>
              <a:gd name="csX2" fmla="*/ 146670 w 146670"/>
              <a:gd name="csY2" fmla="*/ 0 h 54534"/>
              <a:gd name="csX3" fmla="*/ 101130 w 146670"/>
              <a:gd name="csY3" fmla="*/ 54534 h 545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46670" h="54534">
                <a:moveTo>
                  <a:pt x="0" y="54534"/>
                </a:moveTo>
                <a:lnTo>
                  <a:pt x="0" y="0"/>
                </a:lnTo>
                <a:lnTo>
                  <a:pt x="146670" y="0"/>
                </a:lnTo>
                <a:lnTo>
                  <a:pt x="101130" y="54534"/>
                </a:lnTo>
                <a:close/>
              </a:path>
            </a:pathLst>
          </a:custGeom>
          <a:solidFill>
            <a:srgbClr val="FFC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419" name="箭头: 五边形 418">
            <a:extLst>
              <a:ext uri="{FF2B5EF4-FFF2-40B4-BE49-F238E27FC236}">
                <a16:creationId xmlns:a16="http://schemas.microsoft.com/office/drawing/2014/main" id="{863F2CED-DB26-D12E-1CB9-DB98844E89F3}"/>
              </a:ext>
            </a:extLst>
          </p:cNvPr>
          <p:cNvSpPr/>
          <p:nvPr/>
        </p:nvSpPr>
        <p:spPr>
          <a:xfrm rot="5400000">
            <a:off x="389462" y="939404"/>
            <a:ext cx="149365" cy="115523"/>
          </a:xfrm>
          <a:prstGeom prst="homePlate">
            <a:avLst>
              <a:gd name="adj" fmla="val 41754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4" name="矩形 343">
            <a:extLst>
              <a:ext uri="{FF2B5EF4-FFF2-40B4-BE49-F238E27FC236}">
                <a16:creationId xmlns:a16="http://schemas.microsoft.com/office/drawing/2014/main" id="{9F23D2D1-4D65-D93C-A5C5-4D3CB6403066}"/>
              </a:ext>
            </a:extLst>
          </p:cNvPr>
          <p:cNvSpPr/>
          <p:nvPr/>
        </p:nvSpPr>
        <p:spPr>
          <a:xfrm>
            <a:off x="446284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5" name="文本框 374">
            <a:extLst>
              <a:ext uri="{FF2B5EF4-FFF2-40B4-BE49-F238E27FC236}">
                <a16:creationId xmlns:a16="http://schemas.microsoft.com/office/drawing/2014/main" id="{88D458E8-A189-69DA-F61F-04CFBA21CCB1}"/>
              </a:ext>
            </a:extLst>
          </p:cNvPr>
          <p:cNvSpPr txBox="1"/>
          <p:nvPr/>
        </p:nvSpPr>
        <p:spPr>
          <a:xfrm>
            <a:off x="691110" y="1018885"/>
            <a:ext cx="7072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镇海路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Zhenhai</a:t>
            </a:r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 Rd.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190" name="椭圆 189">
            <a:extLst>
              <a:ext uri="{FF2B5EF4-FFF2-40B4-BE49-F238E27FC236}">
                <a16:creationId xmlns:a16="http://schemas.microsoft.com/office/drawing/2014/main" id="{76F17088-50DF-55E9-603F-A86B3448A240}"/>
              </a:ext>
            </a:extLst>
          </p:cNvPr>
          <p:cNvSpPr/>
          <p:nvPr/>
        </p:nvSpPr>
        <p:spPr>
          <a:xfrm>
            <a:off x="396607" y="874625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6" name="矩形 345">
            <a:extLst>
              <a:ext uri="{FF2B5EF4-FFF2-40B4-BE49-F238E27FC236}">
                <a16:creationId xmlns:a16="http://schemas.microsoft.com/office/drawing/2014/main" id="{E84CE39F-781F-363D-96E1-A7117D281E8C}"/>
              </a:ext>
            </a:extLst>
          </p:cNvPr>
          <p:cNvSpPr/>
          <p:nvPr/>
        </p:nvSpPr>
        <p:spPr>
          <a:xfrm>
            <a:off x="1042208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8" name="矩形 347">
            <a:extLst>
              <a:ext uri="{FF2B5EF4-FFF2-40B4-BE49-F238E27FC236}">
                <a16:creationId xmlns:a16="http://schemas.microsoft.com/office/drawing/2014/main" id="{45CE73F4-C2E9-C594-B8AF-98FBCB630300}"/>
              </a:ext>
            </a:extLst>
          </p:cNvPr>
          <p:cNvSpPr/>
          <p:nvPr/>
        </p:nvSpPr>
        <p:spPr>
          <a:xfrm>
            <a:off x="1611803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0" name="矩形 349">
            <a:extLst>
              <a:ext uri="{FF2B5EF4-FFF2-40B4-BE49-F238E27FC236}">
                <a16:creationId xmlns:a16="http://schemas.microsoft.com/office/drawing/2014/main" id="{C7EABBF9-005F-5795-A8DD-78C23A5A4C34}"/>
              </a:ext>
            </a:extLst>
          </p:cNvPr>
          <p:cNvSpPr/>
          <p:nvPr/>
        </p:nvSpPr>
        <p:spPr>
          <a:xfrm>
            <a:off x="2204776" y="900114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2" name="矩形 351">
            <a:extLst>
              <a:ext uri="{FF2B5EF4-FFF2-40B4-BE49-F238E27FC236}">
                <a16:creationId xmlns:a16="http://schemas.microsoft.com/office/drawing/2014/main" id="{89D40F32-074F-B60B-0147-CC328BF5E528}"/>
              </a:ext>
            </a:extLst>
          </p:cNvPr>
          <p:cNvSpPr/>
          <p:nvPr/>
        </p:nvSpPr>
        <p:spPr>
          <a:xfrm>
            <a:off x="2783501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4" name="矩形 353">
            <a:extLst>
              <a:ext uri="{FF2B5EF4-FFF2-40B4-BE49-F238E27FC236}">
                <a16:creationId xmlns:a16="http://schemas.microsoft.com/office/drawing/2014/main" id="{20642D95-D8D8-AE26-6A7F-589465FDCCB3}"/>
              </a:ext>
            </a:extLst>
          </p:cNvPr>
          <p:cNvSpPr/>
          <p:nvPr/>
        </p:nvSpPr>
        <p:spPr>
          <a:xfrm>
            <a:off x="3320018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6" name="矩形 355">
            <a:extLst>
              <a:ext uri="{FF2B5EF4-FFF2-40B4-BE49-F238E27FC236}">
                <a16:creationId xmlns:a16="http://schemas.microsoft.com/office/drawing/2014/main" id="{B47BC0B1-0345-3777-994A-7BCA909F5AF8}"/>
              </a:ext>
            </a:extLst>
          </p:cNvPr>
          <p:cNvSpPr/>
          <p:nvPr/>
        </p:nvSpPr>
        <p:spPr>
          <a:xfrm>
            <a:off x="3893516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8" name="矩形 357">
            <a:extLst>
              <a:ext uri="{FF2B5EF4-FFF2-40B4-BE49-F238E27FC236}">
                <a16:creationId xmlns:a16="http://schemas.microsoft.com/office/drawing/2014/main" id="{69A85F59-28ED-8004-5446-D21EDEB4FD99}"/>
              </a:ext>
            </a:extLst>
          </p:cNvPr>
          <p:cNvSpPr/>
          <p:nvPr/>
        </p:nvSpPr>
        <p:spPr>
          <a:xfrm>
            <a:off x="4463780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0" name="矩形 359">
            <a:extLst>
              <a:ext uri="{FF2B5EF4-FFF2-40B4-BE49-F238E27FC236}">
                <a16:creationId xmlns:a16="http://schemas.microsoft.com/office/drawing/2014/main" id="{D776A96D-9A0B-F962-1EFE-83726B117F5C}"/>
              </a:ext>
            </a:extLst>
          </p:cNvPr>
          <p:cNvSpPr/>
          <p:nvPr/>
        </p:nvSpPr>
        <p:spPr>
          <a:xfrm>
            <a:off x="5034042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2" name="矩形 361">
            <a:extLst>
              <a:ext uri="{FF2B5EF4-FFF2-40B4-BE49-F238E27FC236}">
                <a16:creationId xmlns:a16="http://schemas.microsoft.com/office/drawing/2014/main" id="{E362F5D6-E142-B3BC-C511-363310CD2D30}"/>
              </a:ext>
            </a:extLst>
          </p:cNvPr>
          <p:cNvSpPr/>
          <p:nvPr/>
        </p:nvSpPr>
        <p:spPr>
          <a:xfrm>
            <a:off x="5603637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4" name="矩形 363">
            <a:extLst>
              <a:ext uri="{FF2B5EF4-FFF2-40B4-BE49-F238E27FC236}">
                <a16:creationId xmlns:a16="http://schemas.microsoft.com/office/drawing/2014/main" id="{6D58B3E8-651E-CCD1-0471-04B65722222C}"/>
              </a:ext>
            </a:extLst>
          </p:cNvPr>
          <p:cNvSpPr/>
          <p:nvPr/>
        </p:nvSpPr>
        <p:spPr>
          <a:xfrm>
            <a:off x="6174566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8" name="矩形 367">
            <a:extLst>
              <a:ext uri="{FF2B5EF4-FFF2-40B4-BE49-F238E27FC236}">
                <a16:creationId xmlns:a16="http://schemas.microsoft.com/office/drawing/2014/main" id="{EB95D59C-3757-FDA4-2DDD-D52326DCBFB5}"/>
              </a:ext>
            </a:extLst>
          </p:cNvPr>
          <p:cNvSpPr/>
          <p:nvPr/>
        </p:nvSpPr>
        <p:spPr>
          <a:xfrm>
            <a:off x="6744161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0" name="矩形 369">
            <a:extLst>
              <a:ext uri="{FF2B5EF4-FFF2-40B4-BE49-F238E27FC236}">
                <a16:creationId xmlns:a16="http://schemas.microsoft.com/office/drawing/2014/main" id="{224CEAA4-B021-47C3-71F4-E6861631164F}"/>
              </a:ext>
            </a:extLst>
          </p:cNvPr>
          <p:cNvSpPr/>
          <p:nvPr/>
        </p:nvSpPr>
        <p:spPr>
          <a:xfrm>
            <a:off x="7313756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2" name="矩形 371">
            <a:extLst>
              <a:ext uri="{FF2B5EF4-FFF2-40B4-BE49-F238E27FC236}">
                <a16:creationId xmlns:a16="http://schemas.microsoft.com/office/drawing/2014/main" id="{8197548E-BD2E-0934-8A8D-972FF5D1FDF6}"/>
              </a:ext>
            </a:extLst>
          </p:cNvPr>
          <p:cNvSpPr/>
          <p:nvPr/>
        </p:nvSpPr>
        <p:spPr>
          <a:xfrm>
            <a:off x="7880639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7C14BFA-8DDA-902E-920D-20E9C5578351}"/>
              </a:ext>
            </a:extLst>
          </p:cNvPr>
          <p:cNvSpPr/>
          <p:nvPr/>
        </p:nvSpPr>
        <p:spPr>
          <a:xfrm>
            <a:off x="0" y="0"/>
            <a:ext cx="8999538" cy="438912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3DF06D0D-1C67-C9DD-2567-39FF28B2B304}"/>
              </a:ext>
            </a:extLst>
          </p:cNvPr>
          <p:cNvSpPr/>
          <p:nvPr/>
        </p:nvSpPr>
        <p:spPr>
          <a:xfrm>
            <a:off x="2408841" y="54864"/>
            <a:ext cx="4181856" cy="329184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53" name="组合 152">
            <a:extLst>
              <a:ext uri="{FF2B5EF4-FFF2-40B4-BE49-F238E27FC236}">
                <a16:creationId xmlns:a16="http://schemas.microsoft.com/office/drawing/2014/main" id="{CACD53D3-CBA7-71D7-412B-5BF5547D887D}"/>
              </a:ext>
            </a:extLst>
          </p:cNvPr>
          <p:cNvGrpSpPr/>
          <p:nvPr/>
        </p:nvGrpSpPr>
        <p:grpSpPr>
          <a:xfrm>
            <a:off x="390597" y="4959"/>
            <a:ext cx="1280134" cy="431250"/>
            <a:chOff x="188770" y="-11103"/>
            <a:chExt cx="1280134" cy="431250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2290ED41-701F-4288-806D-A18751ED527F}"/>
                </a:ext>
              </a:extLst>
            </p:cNvPr>
            <p:cNvSpPr/>
            <p:nvPr/>
          </p:nvSpPr>
          <p:spPr>
            <a:xfrm>
              <a:off x="188770" y="47240"/>
              <a:ext cx="1221882" cy="329184"/>
            </a:xfrm>
            <a:prstGeom prst="roundRect">
              <a:avLst>
                <a:gd name="adj" fmla="val 1882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8" name="文本框 147">
              <a:extLst>
                <a:ext uri="{FF2B5EF4-FFF2-40B4-BE49-F238E27FC236}">
                  <a16:creationId xmlns:a16="http://schemas.microsoft.com/office/drawing/2014/main" id="{3BC73BE3-48C8-8F8C-A4F9-DBD9AA024550}"/>
                </a:ext>
              </a:extLst>
            </p:cNvPr>
            <p:cNvSpPr txBox="1"/>
            <p:nvPr/>
          </p:nvSpPr>
          <p:spPr>
            <a:xfrm>
              <a:off x="496280" y="-11103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黑体" panose="02010609060101010101" pitchFamily="49" charset="-122"/>
                  <a:ea typeface="黑体" panose="02010609060101010101" pitchFamily="49" charset="-122"/>
                </a:rPr>
                <a:t>天海地铁</a:t>
              </a:r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290F26D8-7F9F-11EA-1734-DE395394F961}"/>
                </a:ext>
              </a:extLst>
            </p:cNvPr>
            <p:cNvSpPr txBox="1"/>
            <p:nvPr/>
          </p:nvSpPr>
          <p:spPr>
            <a:xfrm>
              <a:off x="500369" y="204703"/>
              <a:ext cx="96853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00" dirty="0" err="1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Tianhai</a:t>
              </a:r>
              <a:r>
                <a:rPr lang="en-US" altLang="zh-CN" sz="800" dirty="0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 Metro</a:t>
              </a:r>
              <a:endParaRPr lang="zh-CN" altLang="en-US" sz="800" dirty="0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endParaRPr>
            </a:p>
          </p:txBody>
        </p:sp>
        <p:pic>
          <p:nvPicPr>
            <p:cNvPr id="152" name="图片 151">
              <a:extLst>
                <a:ext uri="{FF2B5EF4-FFF2-40B4-BE49-F238E27FC236}">
                  <a16:creationId xmlns:a16="http://schemas.microsoft.com/office/drawing/2014/main" id="{FB668162-C3BD-7F01-1934-84B78C0DA7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7754" y="54959"/>
              <a:ext cx="313746" cy="313746"/>
            </a:xfrm>
            <a:prstGeom prst="rect">
              <a:avLst/>
            </a:prstGeom>
          </p:spPr>
        </p:pic>
      </p:grpSp>
      <p:sp>
        <p:nvSpPr>
          <p:cNvPr id="167" name="文本框 166">
            <a:extLst>
              <a:ext uri="{FF2B5EF4-FFF2-40B4-BE49-F238E27FC236}">
                <a16:creationId xmlns:a16="http://schemas.microsoft.com/office/drawing/2014/main" id="{E1D637CD-776F-4AF3-E5EB-7E26348FE63F}"/>
              </a:ext>
            </a:extLst>
          </p:cNvPr>
          <p:cNvSpPr txBox="1"/>
          <p:nvPr/>
        </p:nvSpPr>
        <p:spPr>
          <a:xfrm>
            <a:off x="7601248" y="16203"/>
            <a:ext cx="1847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75" name="组合 174">
            <a:extLst>
              <a:ext uri="{FF2B5EF4-FFF2-40B4-BE49-F238E27FC236}">
                <a16:creationId xmlns:a16="http://schemas.microsoft.com/office/drawing/2014/main" id="{40B9D4DE-E5EC-51D1-B4FE-F9333C148442}"/>
              </a:ext>
            </a:extLst>
          </p:cNvPr>
          <p:cNvGrpSpPr/>
          <p:nvPr/>
        </p:nvGrpSpPr>
        <p:grpSpPr>
          <a:xfrm>
            <a:off x="8140497" y="13642"/>
            <a:ext cx="821036" cy="400110"/>
            <a:chOff x="1526333" y="4012"/>
            <a:chExt cx="821036" cy="400110"/>
          </a:xfrm>
        </p:grpSpPr>
        <p:sp>
          <p:nvSpPr>
            <p:cNvPr id="176" name="矩形: 圆角 175">
              <a:extLst>
                <a:ext uri="{FF2B5EF4-FFF2-40B4-BE49-F238E27FC236}">
                  <a16:creationId xmlns:a16="http://schemas.microsoft.com/office/drawing/2014/main" id="{5F63FDC1-6B53-CD62-79D4-E49E0394F193}"/>
                </a:ext>
              </a:extLst>
            </p:cNvPr>
            <p:cNvSpPr/>
            <p:nvPr/>
          </p:nvSpPr>
          <p:spPr>
            <a:xfrm flipH="1">
              <a:off x="1526333" y="54864"/>
              <a:ext cx="753551" cy="329184"/>
            </a:xfrm>
            <a:prstGeom prst="roundRect">
              <a:avLst>
                <a:gd name="adj" fmla="val 1882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7" name="文本框 176">
              <a:extLst>
                <a:ext uri="{FF2B5EF4-FFF2-40B4-BE49-F238E27FC236}">
                  <a16:creationId xmlns:a16="http://schemas.microsoft.com/office/drawing/2014/main" id="{02AC9E93-283E-1F58-20BD-CF1ADFF89481}"/>
                </a:ext>
              </a:extLst>
            </p:cNvPr>
            <p:cNvSpPr txBox="1"/>
            <p:nvPr/>
          </p:nvSpPr>
          <p:spPr>
            <a:xfrm>
              <a:off x="1792890" y="4012"/>
              <a:ext cx="5544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latin typeface="黑体" panose="02010609060101010101" pitchFamily="49" charset="-122"/>
                  <a:ea typeface="黑体" panose="02010609060101010101" pitchFamily="49" charset="-122"/>
                </a:rPr>
                <a:t>号线</a:t>
              </a:r>
              <a:endPara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r>
                <a:rPr lang="en-US" altLang="zh-CN" sz="800" dirty="0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 Line</a:t>
              </a:r>
              <a:endParaRPr lang="zh-CN" altLang="en-US" sz="800" dirty="0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endParaRPr>
            </a:p>
          </p:txBody>
        </p:sp>
        <p:sp>
          <p:nvSpPr>
            <p:cNvPr id="178" name="矩形: 圆角 177">
              <a:extLst>
                <a:ext uri="{FF2B5EF4-FFF2-40B4-BE49-F238E27FC236}">
                  <a16:creationId xmlns:a16="http://schemas.microsoft.com/office/drawing/2014/main" id="{397F8DB6-2838-EAC8-0011-4F65B0A1175D}"/>
                </a:ext>
              </a:extLst>
            </p:cNvPr>
            <p:cNvSpPr/>
            <p:nvPr/>
          </p:nvSpPr>
          <p:spPr>
            <a:xfrm flipH="1">
              <a:off x="1557516" y="75456"/>
              <a:ext cx="288000" cy="288000"/>
            </a:xfrm>
            <a:prstGeom prst="roundRect">
              <a:avLst>
                <a:gd name="adj" fmla="val 18827"/>
              </a:avLst>
            </a:prstGeom>
            <a:solidFill>
              <a:srgbClr val="E6001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9" name="文本框 178">
              <a:extLst>
                <a:ext uri="{FF2B5EF4-FFF2-40B4-BE49-F238E27FC236}">
                  <a16:creationId xmlns:a16="http://schemas.microsoft.com/office/drawing/2014/main" id="{D61F22EB-41BB-28D8-ED01-A8BDD9818541}"/>
                </a:ext>
              </a:extLst>
            </p:cNvPr>
            <p:cNvSpPr txBox="1"/>
            <p:nvPr/>
          </p:nvSpPr>
          <p:spPr>
            <a:xfrm>
              <a:off x="1542658" y="34790"/>
              <a:ext cx="317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1</a:t>
              </a:r>
              <a:endParaRPr lang="zh-CN" altLang="en-US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sp>
        <p:nvSpPr>
          <p:cNvPr id="181" name="矩形: 圆角 180">
            <a:extLst>
              <a:ext uri="{FF2B5EF4-FFF2-40B4-BE49-F238E27FC236}">
                <a16:creationId xmlns:a16="http://schemas.microsoft.com/office/drawing/2014/main" id="{DF67E14C-D247-420C-7B78-E7E16D97DE25}"/>
              </a:ext>
            </a:extLst>
          </p:cNvPr>
          <p:cNvSpPr/>
          <p:nvPr/>
        </p:nvSpPr>
        <p:spPr>
          <a:xfrm flipH="1">
            <a:off x="7121513" y="62216"/>
            <a:ext cx="959469" cy="329184"/>
          </a:xfrm>
          <a:prstGeom prst="roundRect">
            <a:avLst>
              <a:gd name="adj" fmla="val 188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6" name="文本框 185">
            <a:extLst>
              <a:ext uri="{FF2B5EF4-FFF2-40B4-BE49-F238E27FC236}">
                <a16:creationId xmlns:a16="http://schemas.microsoft.com/office/drawing/2014/main" id="{9A9626CA-BD5A-446C-C04E-CC2E0E536D0C}"/>
              </a:ext>
            </a:extLst>
          </p:cNvPr>
          <p:cNvSpPr txBox="1"/>
          <p:nvPr/>
        </p:nvSpPr>
        <p:spPr>
          <a:xfrm>
            <a:off x="7075351" y="24834"/>
            <a:ext cx="10502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dirty="0">
                <a:latin typeface="黑体" panose="02010609060101010101" pitchFamily="49" charset="-122"/>
                <a:ea typeface="黑体" panose="02010609060101010101" pitchFamily="49" charset="-122"/>
              </a:rPr>
              <a:t>终点站</a:t>
            </a:r>
            <a:r>
              <a:rPr lang="en-US" altLang="zh-CN" sz="900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900" dirty="0">
                <a:latin typeface="黑体" panose="02010609060101010101" pitchFamily="49" charset="-122"/>
                <a:ea typeface="黑体" panose="02010609060101010101" pitchFamily="49" charset="-122"/>
              </a:rPr>
              <a:t>天海北站</a:t>
            </a:r>
          </a:p>
        </p:txBody>
      </p:sp>
      <p:pic>
        <p:nvPicPr>
          <p:cNvPr id="189" name="图片 188">
            <a:extLst>
              <a:ext uri="{FF2B5EF4-FFF2-40B4-BE49-F238E27FC236}">
                <a16:creationId xmlns:a16="http://schemas.microsoft.com/office/drawing/2014/main" id="{3D42DCA4-BAC2-6260-9FCE-D960FD93B9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5821" y="196261"/>
            <a:ext cx="789348" cy="228967"/>
          </a:xfrm>
          <a:prstGeom prst="rect">
            <a:avLst/>
          </a:prstGeom>
        </p:spPr>
      </p:pic>
      <p:sp>
        <p:nvSpPr>
          <p:cNvPr id="316" name="椭圆 315">
            <a:extLst>
              <a:ext uri="{FF2B5EF4-FFF2-40B4-BE49-F238E27FC236}">
                <a16:creationId xmlns:a16="http://schemas.microsoft.com/office/drawing/2014/main" id="{692F4436-BCD0-5514-5E72-0E6E1B84485D}"/>
              </a:ext>
            </a:extLst>
          </p:cNvPr>
          <p:cNvSpPr/>
          <p:nvPr/>
        </p:nvSpPr>
        <p:spPr>
          <a:xfrm>
            <a:off x="979216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18" name="椭圆 317">
            <a:extLst>
              <a:ext uri="{FF2B5EF4-FFF2-40B4-BE49-F238E27FC236}">
                <a16:creationId xmlns:a16="http://schemas.microsoft.com/office/drawing/2014/main" id="{4AC28665-930E-9A77-68DB-573050B0A315}"/>
              </a:ext>
            </a:extLst>
          </p:cNvPr>
          <p:cNvSpPr/>
          <p:nvPr/>
        </p:nvSpPr>
        <p:spPr>
          <a:xfrm>
            <a:off x="1549478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0" name="椭圆 319">
            <a:extLst>
              <a:ext uri="{FF2B5EF4-FFF2-40B4-BE49-F238E27FC236}">
                <a16:creationId xmlns:a16="http://schemas.microsoft.com/office/drawing/2014/main" id="{927D0DE1-5EF5-61B1-1789-F5141D63E00A}"/>
              </a:ext>
            </a:extLst>
          </p:cNvPr>
          <p:cNvSpPr/>
          <p:nvPr/>
        </p:nvSpPr>
        <p:spPr>
          <a:xfrm>
            <a:off x="2119740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2" name="椭圆 321">
            <a:extLst>
              <a:ext uri="{FF2B5EF4-FFF2-40B4-BE49-F238E27FC236}">
                <a16:creationId xmlns:a16="http://schemas.microsoft.com/office/drawing/2014/main" id="{14130D13-2FE5-4E85-5675-8E50FEA6C3DE}"/>
              </a:ext>
            </a:extLst>
          </p:cNvPr>
          <p:cNvSpPr/>
          <p:nvPr/>
        </p:nvSpPr>
        <p:spPr>
          <a:xfrm>
            <a:off x="2690002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4" name="椭圆 323">
            <a:extLst>
              <a:ext uri="{FF2B5EF4-FFF2-40B4-BE49-F238E27FC236}">
                <a16:creationId xmlns:a16="http://schemas.microsoft.com/office/drawing/2014/main" id="{47518EBC-1EAB-33E3-C5EF-4A96800B1599}"/>
              </a:ext>
            </a:extLst>
          </p:cNvPr>
          <p:cNvSpPr/>
          <p:nvPr/>
        </p:nvSpPr>
        <p:spPr>
          <a:xfrm>
            <a:off x="3260264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6" name="椭圆 325">
            <a:extLst>
              <a:ext uri="{FF2B5EF4-FFF2-40B4-BE49-F238E27FC236}">
                <a16:creationId xmlns:a16="http://schemas.microsoft.com/office/drawing/2014/main" id="{6E029A31-F870-DB6C-B103-E19707B26B94}"/>
              </a:ext>
            </a:extLst>
          </p:cNvPr>
          <p:cNvSpPr/>
          <p:nvPr/>
        </p:nvSpPr>
        <p:spPr>
          <a:xfrm>
            <a:off x="3830526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" name="椭圆 327">
            <a:extLst>
              <a:ext uri="{FF2B5EF4-FFF2-40B4-BE49-F238E27FC236}">
                <a16:creationId xmlns:a16="http://schemas.microsoft.com/office/drawing/2014/main" id="{E3DB3A5B-DFE8-F92E-6311-B4905E0A944C}"/>
              </a:ext>
            </a:extLst>
          </p:cNvPr>
          <p:cNvSpPr/>
          <p:nvPr/>
        </p:nvSpPr>
        <p:spPr>
          <a:xfrm>
            <a:off x="4400788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0" name="椭圆 329">
            <a:extLst>
              <a:ext uri="{FF2B5EF4-FFF2-40B4-BE49-F238E27FC236}">
                <a16:creationId xmlns:a16="http://schemas.microsoft.com/office/drawing/2014/main" id="{631CD2B9-E293-2B53-9BAC-CF87E087BA47}"/>
              </a:ext>
            </a:extLst>
          </p:cNvPr>
          <p:cNvSpPr/>
          <p:nvPr/>
        </p:nvSpPr>
        <p:spPr>
          <a:xfrm>
            <a:off x="4971050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2" name="椭圆 331">
            <a:extLst>
              <a:ext uri="{FF2B5EF4-FFF2-40B4-BE49-F238E27FC236}">
                <a16:creationId xmlns:a16="http://schemas.microsoft.com/office/drawing/2014/main" id="{1D90B46C-4917-7C30-CE4B-73EBA7606893}"/>
              </a:ext>
            </a:extLst>
          </p:cNvPr>
          <p:cNvSpPr/>
          <p:nvPr/>
        </p:nvSpPr>
        <p:spPr>
          <a:xfrm>
            <a:off x="5541312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4" name="椭圆 333">
            <a:extLst>
              <a:ext uri="{FF2B5EF4-FFF2-40B4-BE49-F238E27FC236}">
                <a16:creationId xmlns:a16="http://schemas.microsoft.com/office/drawing/2014/main" id="{46E00033-FFEB-2FCC-3526-A508220DABC7}"/>
              </a:ext>
            </a:extLst>
          </p:cNvPr>
          <p:cNvSpPr/>
          <p:nvPr/>
        </p:nvSpPr>
        <p:spPr>
          <a:xfrm>
            <a:off x="6111574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6" name="椭圆 335">
            <a:extLst>
              <a:ext uri="{FF2B5EF4-FFF2-40B4-BE49-F238E27FC236}">
                <a16:creationId xmlns:a16="http://schemas.microsoft.com/office/drawing/2014/main" id="{B9193803-5CF3-818D-558C-83A8D7B7AA75}"/>
              </a:ext>
            </a:extLst>
          </p:cNvPr>
          <p:cNvSpPr/>
          <p:nvPr/>
        </p:nvSpPr>
        <p:spPr>
          <a:xfrm>
            <a:off x="6681836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8" name="椭圆 337">
            <a:extLst>
              <a:ext uri="{FF2B5EF4-FFF2-40B4-BE49-F238E27FC236}">
                <a16:creationId xmlns:a16="http://schemas.microsoft.com/office/drawing/2014/main" id="{31C764CE-99D4-A794-12F2-A8C71DE2243B}"/>
              </a:ext>
            </a:extLst>
          </p:cNvPr>
          <p:cNvSpPr/>
          <p:nvPr/>
        </p:nvSpPr>
        <p:spPr>
          <a:xfrm>
            <a:off x="7252098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0" name="椭圆 339">
            <a:extLst>
              <a:ext uri="{FF2B5EF4-FFF2-40B4-BE49-F238E27FC236}">
                <a16:creationId xmlns:a16="http://schemas.microsoft.com/office/drawing/2014/main" id="{04A81851-6C66-672C-2C5C-0E773C4B2891}"/>
              </a:ext>
            </a:extLst>
          </p:cNvPr>
          <p:cNvSpPr/>
          <p:nvPr/>
        </p:nvSpPr>
        <p:spPr>
          <a:xfrm>
            <a:off x="7818314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2" name="椭圆 341">
            <a:extLst>
              <a:ext uri="{FF2B5EF4-FFF2-40B4-BE49-F238E27FC236}">
                <a16:creationId xmlns:a16="http://schemas.microsoft.com/office/drawing/2014/main" id="{159C0BF8-6A77-DE49-D6F6-30225C7C4BD3}"/>
              </a:ext>
            </a:extLst>
          </p:cNvPr>
          <p:cNvSpPr/>
          <p:nvPr/>
        </p:nvSpPr>
        <p:spPr>
          <a:xfrm>
            <a:off x="8414500" y="874625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9" name="文本框 378">
            <a:extLst>
              <a:ext uri="{FF2B5EF4-FFF2-40B4-BE49-F238E27FC236}">
                <a16:creationId xmlns:a16="http://schemas.microsoft.com/office/drawing/2014/main" id="{25AB11C9-353F-B85D-0422-74B041583969}"/>
              </a:ext>
            </a:extLst>
          </p:cNvPr>
          <p:cNvSpPr txBox="1"/>
          <p:nvPr/>
        </p:nvSpPr>
        <p:spPr>
          <a:xfrm>
            <a:off x="2500995" y="483926"/>
            <a:ext cx="4988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金山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Jinshan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81" name="文本框 380">
            <a:extLst>
              <a:ext uri="{FF2B5EF4-FFF2-40B4-BE49-F238E27FC236}">
                <a16:creationId xmlns:a16="http://schemas.microsoft.com/office/drawing/2014/main" id="{7EBAD4FE-1746-57DC-038A-E9273788059A}"/>
              </a:ext>
            </a:extLst>
          </p:cNvPr>
          <p:cNvSpPr txBox="1"/>
          <p:nvPr/>
        </p:nvSpPr>
        <p:spPr>
          <a:xfrm>
            <a:off x="1751205" y="1019030"/>
            <a:ext cx="8595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中央大道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Central Avenue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83" name="文本框 382">
            <a:extLst>
              <a:ext uri="{FF2B5EF4-FFF2-40B4-BE49-F238E27FC236}">
                <a16:creationId xmlns:a16="http://schemas.microsoft.com/office/drawing/2014/main" id="{683E781D-6423-3446-AEE9-25402D86E673}"/>
              </a:ext>
            </a:extLst>
          </p:cNvPr>
          <p:cNvSpPr txBox="1"/>
          <p:nvPr/>
        </p:nvSpPr>
        <p:spPr>
          <a:xfrm>
            <a:off x="2788605" y="1019030"/>
            <a:ext cx="10631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吕岭北站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latin typeface="+mn-ea"/>
                <a:cs typeface="Cascadia Code" panose="020B0609020000020004" pitchFamily="49" charset="0"/>
              </a:rPr>
              <a:t>Lvling</a:t>
            </a:r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 North Station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85" name="文本框 384">
            <a:extLst>
              <a:ext uri="{FF2B5EF4-FFF2-40B4-BE49-F238E27FC236}">
                <a16:creationId xmlns:a16="http://schemas.microsoft.com/office/drawing/2014/main" id="{DF991F5E-7B7A-FA87-9CFF-FF7B8AF3ABA0}"/>
              </a:ext>
            </a:extLst>
          </p:cNvPr>
          <p:cNvSpPr txBox="1"/>
          <p:nvPr/>
        </p:nvSpPr>
        <p:spPr>
          <a:xfrm>
            <a:off x="3497972" y="483926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海宁公园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Haining Park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87" name="文本框 386">
            <a:extLst>
              <a:ext uri="{FF2B5EF4-FFF2-40B4-BE49-F238E27FC236}">
                <a16:creationId xmlns:a16="http://schemas.microsoft.com/office/drawing/2014/main" id="{98942695-0103-1BA7-D600-273C23901231}"/>
              </a:ext>
            </a:extLst>
          </p:cNvPr>
          <p:cNvSpPr txBox="1"/>
          <p:nvPr/>
        </p:nvSpPr>
        <p:spPr>
          <a:xfrm>
            <a:off x="3711944" y="1019030"/>
            <a:ext cx="1502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海宁行政中心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Haining Administrative Center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89" name="文本框 388">
            <a:extLst>
              <a:ext uri="{FF2B5EF4-FFF2-40B4-BE49-F238E27FC236}">
                <a16:creationId xmlns:a16="http://schemas.microsoft.com/office/drawing/2014/main" id="{B3D3E3E4-8E7C-5DD3-122F-8C72B3091922}"/>
              </a:ext>
            </a:extLst>
          </p:cNvPr>
          <p:cNvSpPr txBox="1"/>
          <p:nvPr/>
        </p:nvSpPr>
        <p:spPr>
          <a:xfrm>
            <a:off x="4411249" y="483926"/>
            <a:ext cx="12442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海宁商务中心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Haining Business Center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91" name="文本框 390">
            <a:extLst>
              <a:ext uri="{FF2B5EF4-FFF2-40B4-BE49-F238E27FC236}">
                <a16:creationId xmlns:a16="http://schemas.microsoft.com/office/drawing/2014/main" id="{ADE7AFA0-6BB5-2621-CD88-C355E340533E}"/>
              </a:ext>
            </a:extLst>
          </p:cNvPr>
          <p:cNvSpPr txBox="1"/>
          <p:nvPr/>
        </p:nvSpPr>
        <p:spPr>
          <a:xfrm>
            <a:off x="5332712" y="1019030"/>
            <a:ext cx="5421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五通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latin typeface="+mn-ea"/>
                <a:cs typeface="Cascadia Code" panose="020B0609020000020004" pitchFamily="49" charset="0"/>
              </a:rPr>
              <a:t>Wutong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93" name="文本框 392">
            <a:extLst>
              <a:ext uri="{FF2B5EF4-FFF2-40B4-BE49-F238E27FC236}">
                <a16:creationId xmlns:a16="http://schemas.microsoft.com/office/drawing/2014/main" id="{F8BECDD2-F3EA-1DDD-A89C-68F49B94A6E4}"/>
              </a:ext>
            </a:extLst>
          </p:cNvPr>
          <p:cNvSpPr txBox="1"/>
          <p:nvPr/>
        </p:nvSpPr>
        <p:spPr>
          <a:xfrm>
            <a:off x="5768561" y="483926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体育中心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Sports Center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95" name="文本框 394">
            <a:extLst>
              <a:ext uri="{FF2B5EF4-FFF2-40B4-BE49-F238E27FC236}">
                <a16:creationId xmlns:a16="http://schemas.microsoft.com/office/drawing/2014/main" id="{442F3964-3550-C873-0F69-67CCD518EB3E}"/>
              </a:ext>
            </a:extLst>
          </p:cNvPr>
          <p:cNvSpPr txBox="1"/>
          <p:nvPr/>
        </p:nvSpPr>
        <p:spPr>
          <a:xfrm>
            <a:off x="6497136" y="1019030"/>
            <a:ext cx="4940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弋浔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latin typeface="+mn-ea"/>
                <a:cs typeface="Cascadia Code" panose="020B0609020000020004" pitchFamily="49" charset="0"/>
              </a:rPr>
              <a:t>Yixun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97" name="文本框 396">
            <a:extLst>
              <a:ext uri="{FF2B5EF4-FFF2-40B4-BE49-F238E27FC236}">
                <a16:creationId xmlns:a16="http://schemas.microsoft.com/office/drawing/2014/main" id="{3AB0C021-D2C0-1FB3-F668-C932F2C93929}"/>
              </a:ext>
            </a:extLst>
          </p:cNvPr>
          <p:cNvSpPr txBox="1"/>
          <p:nvPr/>
        </p:nvSpPr>
        <p:spPr>
          <a:xfrm>
            <a:off x="6745332" y="483926"/>
            <a:ext cx="11368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迁安人民公园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latin typeface="+mn-ea"/>
                <a:cs typeface="Cascadia Code" panose="020B0609020000020004" pitchFamily="49" charset="0"/>
              </a:rPr>
              <a:t>Qian’an</a:t>
            </a:r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 People’s Park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99" name="文本框 398">
            <a:extLst>
              <a:ext uri="{FF2B5EF4-FFF2-40B4-BE49-F238E27FC236}">
                <a16:creationId xmlns:a16="http://schemas.microsoft.com/office/drawing/2014/main" id="{8C78E7A7-58F2-D216-5507-421C4BD332E1}"/>
              </a:ext>
            </a:extLst>
          </p:cNvPr>
          <p:cNvSpPr txBox="1"/>
          <p:nvPr/>
        </p:nvSpPr>
        <p:spPr>
          <a:xfrm>
            <a:off x="7435645" y="972461"/>
            <a:ext cx="88998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00" b="1" dirty="0">
                <a:latin typeface="宋体" panose="02010600030101010101" pitchFamily="2" charset="-122"/>
                <a:ea typeface="宋体" panose="02010600030101010101" pitchFamily="2" charset="-122"/>
              </a:rPr>
              <a:t>北站西广场</a:t>
            </a:r>
            <a:endParaRPr lang="en-US" altLang="zh-CN" sz="11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Railway Station</a:t>
            </a: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West Square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403" name="文本框 402">
            <a:extLst>
              <a:ext uri="{FF2B5EF4-FFF2-40B4-BE49-F238E27FC236}">
                <a16:creationId xmlns:a16="http://schemas.microsoft.com/office/drawing/2014/main" id="{8E284D87-2F2F-6989-6B85-418AC5F1AA69}"/>
              </a:ext>
            </a:extLst>
          </p:cNvPr>
          <p:cNvSpPr txBox="1"/>
          <p:nvPr/>
        </p:nvSpPr>
        <p:spPr>
          <a:xfrm>
            <a:off x="8036326" y="411621"/>
            <a:ext cx="8467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00" b="1" dirty="0">
                <a:latin typeface="宋体" panose="02010600030101010101" pitchFamily="2" charset="-122"/>
                <a:ea typeface="宋体" panose="02010600030101010101" pitchFamily="2" charset="-122"/>
              </a:rPr>
              <a:t>天海北站</a:t>
            </a:r>
            <a:endParaRPr lang="en-US" altLang="zh-CN" sz="11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latin typeface="+mn-ea"/>
                <a:cs typeface="Cascadia Code" panose="020B0609020000020004" pitchFamily="49" charset="0"/>
              </a:rPr>
              <a:t>Tianhai</a:t>
            </a:r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 North</a:t>
            </a: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Railway Station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grpSp>
        <p:nvGrpSpPr>
          <p:cNvPr id="408" name="组合 407">
            <a:extLst>
              <a:ext uri="{FF2B5EF4-FFF2-40B4-BE49-F238E27FC236}">
                <a16:creationId xmlns:a16="http://schemas.microsoft.com/office/drawing/2014/main" id="{022A00E9-8D85-B14A-2149-9A533BA2A296}"/>
              </a:ext>
            </a:extLst>
          </p:cNvPr>
          <p:cNvGrpSpPr/>
          <p:nvPr/>
        </p:nvGrpSpPr>
        <p:grpSpPr>
          <a:xfrm flipH="1">
            <a:off x="416338" y="893731"/>
            <a:ext cx="86486" cy="88006"/>
            <a:chOff x="3384914" y="1617979"/>
            <a:chExt cx="790846" cy="825340"/>
          </a:xfrm>
        </p:grpSpPr>
        <p:sp>
          <p:nvSpPr>
            <p:cNvPr id="405" name="箭头: 环形 404">
              <a:extLst>
                <a:ext uri="{FF2B5EF4-FFF2-40B4-BE49-F238E27FC236}">
                  <a16:creationId xmlns:a16="http://schemas.microsoft.com/office/drawing/2014/main" id="{C236B146-FCC9-4B0B-178E-81CF9B07D642}"/>
                </a:ext>
              </a:extLst>
            </p:cNvPr>
            <p:cNvSpPr/>
            <p:nvPr/>
          </p:nvSpPr>
          <p:spPr>
            <a:xfrm>
              <a:off x="3384914" y="1617979"/>
              <a:ext cx="790846" cy="797055"/>
            </a:xfrm>
            <a:prstGeom prst="circular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07" name="箭头: 环形 406">
              <a:extLst>
                <a:ext uri="{FF2B5EF4-FFF2-40B4-BE49-F238E27FC236}">
                  <a16:creationId xmlns:a16="http://schemas.microsoft.com/office/drawing/2014/main" id="{35C2C6E1-7CA9-FD60-447D-783814642717}"/>
                </a:ext>
              </a:extLst>
            </p:cNvPr>
            <p:cNvSpPr/>
            <p:nvPr/>
          </p:nvSpPr>
          <p:spPr>
            <a:xfrm flipH="1" flipV="1">
              <a:off x="3384914" y="1646263"/>
              <a:ext cx="790846" cy="797056"/>
            </a:xfrm>
            <a:prstGeom prst="circularArrow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444" name="图片 443">
            <a:extLst>
              <a:ext uri="{FF2B5EF4-FFF2-40B4-BE49-F238E27FC236}">
                <a16:creationId xmlns:a16="http://schemas.microsoft.com/office/drawing/2014/main" id="{532092E4-CDF4-A367-B13A-66A4992041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783" y="1232304"/>
            <a:ext cx="332273" cy="193917"/>
          </a:xfrm>
          <a:prstGeom prst="rect">
            <a:avLst/>
          </a:prstGeom>
        </p:spPr>
      </p:pic>
      <p:pic>
        <p:nvPicPr>
          <p:cNvPr id="452" name="图片 451">
            <a:extLst>
              <a:ext uri="{FF2B5EF4-FFF2-40B4-BE49-F238E27FC236}">
                <a16:creationId xmlns:a16="http://schemas.microsoft.com/office/drawing/2014/main" id="{BCD5CC2F-E387-D9D0-4DCD-C09936C52CA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5845" y="1079839"/>
            <a:ext cx="334150" cy="193917"/>
          </a:xfrm>
          <a:prstGeom prst="rect">
            <a:avLst/>
          </a:prstGeom>
        </p:spPr>
      </p:pic>
      <p:grpSp>
        <p:nvGrpSpPr>
          <p:cNvPr id="460" name="组合 459">
            <a:extLst>
              <a:ext uri="{FF2B5EF4-FFF2-40B4-BE49-F238E27FC236}">
                <a16:creationId xmlns:a16="http://schemas.microsoft.com/office/drawing/2014/main" id="{9AF8C27E-BC6C-5236-CA89-299C7B5F823F}"/>
              </a:ext>
            </a:extLst>
          </p:cNvPr>
          <p:cNvGrpSpPr/>
          <p:nvPr/>
        </p:nvGrpSpPr>
        <p:grpSpPr>
          <a:xfrm rot="1951028">
            <a:off x="8427983" y="890552"/>
            <a:ext cx="94574" cy="94923"/>
            <a:chOff x="1440520" y="1462484"/>
            <a:chExt cx="461631" cy="463336"/>
          </a:xfrm>
        </p:grpSpPr>
        <p:sp>
          <p:nvSpPr>
            <p:cNvPr id="456" name="箭头: 环形 455">
              <a:extLst>
                <a:ext uri="{FF2B5EF4-FFF2-40B4-BE49-F238E27FC236}">
                  <a16:creationId xmlns:a16="http://schemas.microsoft.com/office/drawing/2014/main" id="{9B5BEEE4-DE75-370E-315B-DCC6773FB4A8}"/>
                </a:ext>
              </a:extLst>
            </p:cNvPr>
            <p:cNvSpPr/>
            <p:nvPr/>
          </p:nvSpPr>
          <p:spPr>
            <a:xfrm rot="338721" flipH="1">
              <a:off x="1446104" y="1476765"/>
              <a:ext cx="456047" cy="448158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13769514"/>
                <a:gd name="adj5" fmla="val 1250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57" name="箭头: 环形 456">
              <a:extLst>
                <a:ext uri="{FF2B5EF4-FFF2-40B4-BE49-F238E27FC236}">
                  <a16:creationId xmlns:a16="http://schemas.microsoft.com/office/drawing/2014/main" id="{A85E9CDF-28C7-D1E0-7142-71507BAEDEFA}"/>
                </a:ext>
              </a:extLst>
            </p:cNvPr>
            <p:cNvSpPr/>
            <p:nvPr/>
          </p:nvSpPr>
          <p:spPr>
            <a:xfrm rot="19710149" flipV="1">
              <a:off x="1446103" y="1477662"/>
              <a:ext cx="456047" cy="448158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15559861"/>
                <a:gd name="adj5" fmla="val 12500"/>
              </a:avLst>
            </a:prstGeom>
            <a:solidFill>
              <a:srgbClr val="FFC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59" name="箭头: 环形 458">
              <a:extLst>
                <a:ext uri="{FF2B5EF4-FFF2-40B4-BE49-F238E27FC236}">
                  <a16:creationId xmlns:a16="http://schemas.microsoft.com/office/drawing/2014/main" id="{110B6818-8BF5-5B8E-B5D0-2467FE1106E4}"/>
                </a:ext>
              </a:extLst>
            </p:cNvPr>
            <p:cNvSpPr/>
            <p:nvPr/>
          </p:nvSpPr>
          <p:spPr>
            <a:xfrm rot="4784427" flipV="1">
              <a:off x="1436575" y="1466429"/>
              <a:ext cx="456047" cy="448158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15892767"/>
                <a:gd name="adj5" fmla="val 12500"/>
              </a:avLst>
            </a:prstGeom>
            <a:solidFill>
              <a:srgbClr val="52AB4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61" name="文本框 460">
            <a:extLst>
              <a:ext uri="{FF2B5EF4-FFF2-40B4-BE49-F238E27FC236}">
                <a16:creationId xmlns:a16="http://schemas.microsoft.com/office/drawing/2014/main" id="{2F7807EA-A363-6CF5-6338-8E5DD7A8FEC0}"/>
              </a:ext>
            </a:extLst>
          </p:cNvPr>
          <p:cNvSpPr txBox="1"/>
          <p:nvPr/>
        </p:nvSpPr>
        <p:spPr>
          <a:xfrm>
            <a:off x="2383219" y="35893"/>
            <a:ext cx="42851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下一站：人民广场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050" dirty="0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rPr>
              <a:t>Next Station: People’s Square.</a:t>
            </a:r>
            <a:endParaRPr lang="zh-CN" altLang="en-US" sz="1050" dirty="0">
              <a:latin typeface="Cascadia Code" panose="020B0609020000020004" pitchFamily="49" charset="0"/>
              <a:ea typeface="黑体" panose="02010609060101010101" pitchFamily="49" charset="-122"/>
              <a:cs typeface="Cascadia Code" panose="020B0609020000020004" pitchFamily="49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EFECF2DE-5D1D-213E-FA72-29B0F8A460B9}"/>
              </a:ext>
            </a:extLst>
          </p:cNvPr>
          <p:cNvGrpSpPr/>
          <p:nvPr/>
        </p:nvGrpSpPr>
        <p:grpSpPr>
          <a:xfrm>
            <a:off x="1065082" y="812005"/>
            <a:ext cx="261017" cy="259843"/>
            <a:chOff x="501595" y="804920"/>
            <a:chExt cx="261017" cy="259843"/>
          </a:xfrm>
        </p:grpSpPr>
        <p:sp>
          <p:nvSpPr>
            <p:cNvPr id="2" name="箭头: V 形 1">
              <a:extLst>
                <a:ext uri="{FF2B5EF4-FFF2-40B4-BE49-F238E27FC236}">
                  <a16:creationId xmlns:a16="http://schemas.microsoft.com/office/drawing/2014/main" id="{0DEA6C0A-BAF5-BDD1-3042-7868CBA51402}"/>
                </a:ext>
              </a:extLst>
            </p:cNvPr>
            <p:cNvSpPr/>
            <p:nvPr/>
          </p:nvSpPr>
          <p:spPr>
            <a:xfrm>
              <a:off x="501595" y="804920"/>
              <a:ext cx="153399" cy="259843"/>
            </a:xfrm>
            <a:prstGeom prst="chevron">
              <a:avLst>
                <a:gd name="adj" fmla="val 5528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箭头: V 形 5">
              <a:extLst>
                <a:ext uri="{FF2B5EF4-FFF2-40B4-BE49-F238E27FC236}">
                  <a16:creationId xmlns:a16="http://schemas.microsoft.com/office/drawing/2014/main" id="{69B4B091-40EE-AD07-E49B-016307DBB732}"/>
                </a:ext>
              </a:extLst>
            </p:cNvPr>
            <p:cNvSpPr/>
            <p:nvPr/>
          </p:nvSpPr>
          <p:spPr>
            <a:xfrm>
              <a:off x="609213" y="804920"/>
              <a:ext cx="153399" cy="259843"/>
            </a:xfrm>
            <a:prstGeom prst="chevron">
              <a:avLst>
                <a:gd name="adj" fmla="val 5528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73" name="文本框 372">
            <a:extLst>
              <a:ext uri="{FF2B5EF4-FFF2-40B4-BE49-F238E27FC236}">
                <a16:creationId xmlns:a16="http://schemas.microsoft.com/office/drawing/2014/main" id="{843120AD-09FF-EA2B-68E4-EF8AD0A6AFA2}"/>
              </a:ext>
            </a:extLst>
          </p:cNvPr>
          <p:cNvSpPr txBox="1"/>
          <p:nvPr/>
        </p:nvSpPr>
        <p:spPr>
          <a:xfrm>
            <a:off x="114082" y="483926"/>
            <a:ext cx="7088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天海港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Tianhai</a:t>
            </a:r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 Port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77" name="文本框 376">
            <a:extLst>
              <a:ext uri="{FF2B5EF4-FFF2-40B4-BE49-F238E27FC236}">
                <a16:creationId xmlns:a16="http://schemas.microsoft.com/office/drawing/2014/main" id="{32137D1A-A7AE-5A0E-216B-8615E37B9808}"/>
              </a:ext>
            </a:extLst>
          </p:cNvPr>
          <p:cNvSpPr txBox="1"/>
          <p:nvPr/>
        </p:nvSpPr>
        <p:spPr>
          <a:xfrm>
            <a:off x="1167610" y="483926"/>
            <a:ext cx="8883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人民广场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People’s Square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EAAD127D-BF13-14C0-C4AE-963A6B3F0C75}"/>
              </a:ext>
            </a:extLst>
          </p:cNvPr>
          <p:cNvSpPr/>
          <p:nvPr/>
        </p:nvSpPr>
        <p:spPr>
          <a:xfrm rot="16200000" flipV="1">
            <a:off x="3252467" y="802397"/>
            <a:ext cx="149365" cy="115523"/>
          </a:xfrm>
          <a:prstGeom prst="homePlate">
            <a:avLst>
              <a:gd name="adj" fmla="val 41754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C2F648E3-5145-13C8-DC5F-E268709DD28D}"/>
              </a:ext>
            </a:extLst>
          </p:cNvPr>
          <p:cNvSpPr/>
          <p:nvPr/>
        </p:nvSpPr>
        <p:spPr>
          <a:xfrm>
            <a:off x="3262857" y="879787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633F155-63DF-5D65-7A6D-D52F65DA99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2449" y="546366"/>
            <a:ext cx="463118" cy="270278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E354063B-896B-4F47-82B6-3CEE9018B4C2}"/>
              </a:ext>
            </a:extLst>
          </p:cNvPr>
          <p:cNvGrpSpPr/>
          <p:nvPr/>
        </p:nvGrpSpPr>
        <p:grpSpPr>
          <a:xfrm flipH="1">
            <a:off x="3287580" y="895239"/>
            <a:ext cx="86486" cy="88006"/>
            <a:chOff x="3384914" y="1617979"/>
            <a:chExt cx="790846" cy="825340"/>
          </a:xfrm>
        </p:grpSpPr>
        <p:sp>
          <p:nvSpPr>
            <p:cNvPr id="11" name="箭头: 环形 10">
              <a:extLst>
                <a:ext uri="{FF2B5EF4-FFF2-40B4-BE49-F238E27FC236}">
                  <a16:creationId xmlns:a16="http://schemas.microsoft.com/office/drawing/2014/main" id="{AA3192F8-0115-15C5-A60C-0B11E5597A57}"/>
                </a:ext>
              </a:extLst>
            </p:cNvPr>
            <p:cNvSpPr/>
            <p:nvPr/>
          </p:nvSpPr>
          <p:spPr>
            <a:xfrm>
              <a:off x="3384914" y="1617979"/>
              <a:ext cx="790846" cy="797055"/>
            </a:xfrm>
            <a:prstGeom prst="circular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箭头: 环形 11">
              <a:extLst>
                <a:ext uri="{FF2B5EF4-FFF2-40B4-BE49-F238E27FC236}">
                  <a16:creationId xmlns:a16="http://schemas.microsoft.com/office/drawing/2014/main" id="{434CE753-AD74-8961-DBF0-6AE0F8A8AEA5}"/>
                </a:ext>
              </a:extLst>
            </p:cNvPr>
            <p:cNvSpPr/>
            <p:nvPr/>
          </p:nvSpPr>
          <p:spPr>
            <a:xfrm flipH="1" flipV="1">
              <a:off x="3384914" y="1646263"/>
              <a:ext cx="790846" cy="797056"/>
            </a:xfrm>
            <a:prstGeom prst="circularArrow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86080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1000" fill="hold"/>
                                        <p:tgtEl>
                                          <p:spTgt spid="4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63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3408E-6 -3.74862E-6 L 0.02346 -0.0011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64" y="-11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5EEE5-6071-FA33-6EDE-24BC50B7E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>
            <a:extLst>
              <a:ext uri="{FF2B5EF4-FFF2-40B4-BE49-F238E27FC236}">
                <a16:creationId xmlns:a16="http://schemas.microsoft.com/office/drawing/2014/main" id="{49EFA55D-B672-9EDE-3640-E548122DCC40}"/>
              </a:ext>
            </a:extLst>
          </p:cNvPr>
          <p:cNvSpPr txBox="1"/>
          <p:nvPr/>
        </p:nvSpPr>
        <p:spPr>
          <a:xfrm>
            <a:off x="68057" y="425228"/>
            <a:ext cx="203132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人民广场</a:t>
            </a:r>
            <a:endParaRPr lang="en-US" altLang="zh-CN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2000" dirty="0">
                <a:latin typeface="+mn-ea"/>
              </a:rPr>
              <a:t>People’s Square.</a:t>
            </a:r>
            <a:endParaRPr lang="zh-CN" altLang="en-US" sz="2000" dirty="0">
              <a:latin typeface="+mn-ea"/>
            </a:endParaRPr>
          </a:p>
        </p:txBody>
      </p:sp>
      <p:grpSp>
        <p:nvGrpSpPr>
          <p:cNvPr id="648" name="组合 647">
            <a:extLst>
              <a:ext uri="{FF2B5EF4-FFF2-40B4-BE49-F238E27FC236}">
                <a16:creationId xmlns:a16="http://schemas.microsoft.com/office/drawing/2014/main" id="{34108F5E-9F6D-9D7A-577D-EB4D74668562}"/>
              </a:ext>
            </a:extLst>
          </p:cNvPr>
          <p:cNvGrpSpPr/>
          <p:nvPr/>
        </p:nvGrpSpPr>
        <p:grpSpPr>
          <a:xfrm>
            <a:off x="-4835331" y="564611"/>
            <a:ext cx="4713780" cy="347183"/>
            <a:chOff x="2180050" y="555098"/>
            <a:chExt cx="4713780" cy="347183"/>
          </a:xfrm>
        </p:grpSpPr>
        <p:grpSp>
          <p:nvGrpSpPr>
            <p:cNvPr id="631" name="组合 630">
              <a:extLst>
                <a:ext uri="{FF2B5EF4-FFF2-40B4-BE49-F238E27FC236}">
                  <a16:creationId xmlns:a16="http://schemas.microsoft.com/office/drawing/2014/main" id="{5FC04667-97DE-BD79-ECEF-139EA2346D13}"/>
                </a:ext>
              </a:extLst>
            </p:cNvPr>
            <p:cNvGrpSpPr/>
            <p:nvPr/>
          </p:nvGrpSpPr>
          <p:grpSpPr>
            <a:xfrm>
              <a:off x="3758078" y="601135"/>
              <a:ext cx="771789" cy="230164"/>
              <a:chOff x="2969309" y="601138"/>
              <a:chExt cx="771789" cy="230164"/>
            </a:xfrm>
          </p:grpSpPr>
          <p:sp>
            <p:nvSpPr>
              <p:cNvPr id="632" name="矩形 631">
                <a:extLst>
                  <a:ext uri="{FF2B5EF4-FFF2-40B4-BE49-F238E27FC236}">
                    <a16:creationId xmlns:a16="http://schemas.microsoft.com/office/drawing/2014/main" id="{8D5B1305-1093-1EFD-8B00-83DFE5D9E70B}"/>
                  </a:ext>
                </a:extLst>
              </p:cNvPr>
              <p:cNvSpPr/>
              <p:nvPr/>
            </p:nvSpPr>
            <p:spPr>
              <a:xfrm>
                <a:off x="2969309" y="601138"/>
                <a:ext cx="769621" cy="2301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3" name="矩形: 圆角 632">
                <a:extLst>
                  <a:ext uri="{FF2B5EF4-FFF2-40B4-BE49-F238E27FC236}">
                    <a16:creationId xmlns:a16="http://schemas.microsoft.com/office/drawing/2014/main" id="{AE2D3664-A111-BDE7-AF55-2C6B01064290}"/>
                  </a:ext>
                </a:extLst>
              </p:cNvPr>
              <p:cNvSpPr/>
              <p:nvPr/>
            </p:nvSpPr>
            <p:spPr>
              <a:xfrm>
                <a:off x="2971478" y="633445"/>
                <a:ext cx="769620" cy="97294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634" name="直接连接符 633">
                <a:extLst>
                  <a:ext uri="{FF2B5EF4-FFF2-40B4-BE49-F238E27FC236}">
                    <a16:creationId xmlns:a16="http://schemas.microsoft.com/office/drawing/2014/main" id="{D72E3D4C-3CE6-72AA-E349-C6E357E5BD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478" y="76426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5" name="直接连接符 634">
                <a:extLst>
                  <a:ext uri="{FF2B5EF4-FFF2-40B4-BE49-F238E27FC236}">
                    <a16:creationId xmlns:a16="http://schemas.microsoft.com/office/drawing/2014/main" id="{CA7AFA8C-2978-5E6F-B9BB-85CFCA27CB1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36399" y="63344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03" name="组合 602">
              <a:extLst>
                <a:ext uri="{FF2B5EF4-FFF2-40B4-BE49-F238E27FC236}">
                  <a16:creationId xmlns:a16="http://schemas.microsoft.com/office/drawing/2014/main" id="{2922B47D-860E-8C95-9061-B1F7587AC7DE}"/>
                </a:ext>
              </a:extLst>
            </p:cNvPr>
            <p:cNvGrpSpPr/>
            <p:nvPr/>
          </p:nvGrpSpPr>
          <p:grpSpPr>
            <a:xfrm>
              <a:off x="2969309" y="601138"/>
              <a:ext cx="771789" cy="230164"/>
              <a:chOff x="2969309" y="601138"/>
              <a:chExt cx="771789" cy="230164"/>
            </a:xfrm>
          </p:grpSpPr>
          <p:sp>
            <p:nvSpPr>
              <p:cNvPr id="602" name="矩形 601">
                <a:extLst>
                  <a:ext uri="{FF2B5EF4-FFF2-40B4-BE49-F238E27FC236}">
                    <a16:creationId xmlns:a16="http://schemas.microsoft.com/office/drawing/2014/main" id="{C486FA33-F823-2E34-D2BF-F518FCFBDE4C}"/>
                  </a:ext>
                </a:extLst>
              </p:cNvPr>
              <p:cNvSpPr/>
              <p:nvPr/>
            </p:nvSpPr>
            <p:spPr>
              <a:xfrm>
                <a:off x="2969309" y="601138"/>
                <a:ext cx="769621" cy="2301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5" name="矩形: 圆角 134">
                <a:extLst>
                  <a:ext uri="{FF2B5EF4-FFF2-40B4-BE49-F238E27FC236}">
                    <a16:creationId xmlns:a16="http://schemas.microsoft.com/office/drawing/2014/main" id="{795F62FB-C985-1D05-3467-8D7E1E3DE6E3}"/>
                  </a:ext>
                </a:extLst>
              </p:cNvPr>
              <p:cNvSpPr/>
              <p:nvPr/>
            </p:nvSpPr>
            <p:spPr>
              <a:xfrm>
                <a:off x="2971478" y="633445"/>
                <a:ext cx="769620" cy="97294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36" name="直接连接符 135">
                <a:extLst>
                  <a:ext uri="{FF2B5EF4-FFF2-40B4-BE49-F238E27FC236}">
                    <a16:creationId xmlns:a16="http://schemas.microsoft.com/office/drawing/2014/main" id="{46284021-0944-C282-F23F-8B06016637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478" y="76426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直接连接符 136">
                <a:extLst>
                  <a:ext uri="{FF2B5EF4-FFF2-40B4-BE49-F238E27FC236}">
                    <a16:creationId xmlns:a16="http://schemas.microsoft.com/office/drawing/2014/main" id="{4641C035-3D3C-A8C2-6F67-310261D722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36399" y="63344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4" name="组合 183">
              <a:extLst>
                <a:ext uri="{FF2B5EF4-FFF2-40B4-BE49-F238E27FC236}">
                  <a16:creationId xmlns:a16="http://schemas.microsoft.com/office/drawing/2014/main" id="{F098B3B2-A38D-B1FE-4507-730CB8F5E353}"/>
                </a:ext>
              </a:extLst>
            </p:cNvPr>
            <p:cNvGrpSpPr/>
            <p:nvPr/>
          </p:nvGrpSpPr>
          <p:grpSpPr>
            <a:xfrm flipH="1">
              <a:off x="6096902" y="601138"/>
              <a:ext cx="796928" cy="230167"/>
              <a:chOff x="2533557" y="715860"/>
              <a:chExt cx="796928" cy="230167"/>
            </a:xfrm>
          </p:grpSpPr>
          <p:sp>
            <p:nvSpPr>
              <p:cNvPr id="187" name="矩形: 圆角 186">
                <a:extLst>
                  <a:ext uri="{FF2B5EF4-FFF2-40B4-BE49-F238E27FC236}">
                    <a16:creationId xmlns:a16="http://schemas.microsoft.com/office/drawing/2014/main" id="{039002DE-A757-F730-5998-53DBA3574298}"/>
                  </a:ext>
                </a:extLst>
              </p:cNvPr>
              <p:cNvSpPr/>
              <p:nvPr/>
            </p:nvSpPr>
            <p:spPr>
              <a:xfrm>
                <a:off x="2533557" y="715860"/>
                <a:ext cx="783274" cy="230167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8" name="矩形: 圆角 187">
                <a:extLst>
                  <a:ext uri="{FF2B5EF4-FFF2-40B4-BE49-F238E27FC236}">
                    <a16:creationId xmlns:a16="http://schemas.microsoft.com/office/drawing/2014/main" id="{4AD71BF0-09CC-05FE-D931-8684F0E902F8}"/>
                  </a:ext>
                </a:extLst>
              </p:cNvPr>
              <p:cNvSpPr/>
              <p:nvPr/>
            </p:nvSpPr>
            <p:spPr>
              <a:xfrm>
                <a:off x="2601967" y="748165"/>
                <a:ext cx="728518" cy="97294"/>
              </a:xfrm>
              <a:prstGeom prst="roundRect">
                <a:avLst>
                  <a:gd name="adj" fmla="val 2937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91" name="直接连接符 190">
                <a:extLst>
                  <a:ext uri="{FF2B5EF4-FFF2-40B4-BE49-F238E27FC236}">
                    <a16:creationId xmlns:a16="http://schemas.microsoft.com/office/drawing/2014/main" id="{5B867CFA-D116-2278-9FB8-F0F048C7E3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41223" y="87898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" name="直接连接符 255">
                <a:extLst>
                  <a:ext uri="{FF2B5EF4-FFF2-40B4-BE49-F238E27FC236}">
                    <a16:creationId xmlns:a16="http://schemas.microsoft.com/office/drawing/2014/main" id="{364BC7EC-C030-E23D-33FE-55BC154BF1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06144" y="74816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09" name="组合 608">
              <a:extLst>
                <a:ext uri="{FF2B5EF4-FFF2-40B4-BE49-F238E27FC236}">
                  <a16:creationId xmlns:a16="http://schemas.microsoft.com/office/drawing/2014/main" id="{27B3A28C-ECBD-5CB2-EDC4-C7D59E0776E4}"/>
                </a:ext>
              </a:extLst>
            </p:cNvPr>
            <p:cNvGrpSpPr/>
            <p:nvPr/>
          </p:nvGrpSpPr>
          <p:grpSpPr>
            <a:xfrm>
              <a:off x="2180050" y="568597"/>
              <a:ext cx="836837" cy="295251"/>
              <a:chOff x="2180050" y="568597"/>
              <a:chExt cx="836837" cy="295251"/>
            </a:xfrm>
          </p:grpSpPr>
          <p:sp>
            <p:nvSpPr>
              <p:cNvPr id="601" name="矩形: 单圆角 600">
                <a:extLst>
                  <a:ext uri="{FF2B5EF4-FFF2-40B4-BE49-F238E27FC236}">
                    <a16:creationId xmlns:a16="http://schemas.microsoft.com/office/drawing/2014/main" id="{C0B8C846-B8CF-C4DD-755A-9A423B6C2D3B}"/>
                  </a:ext>
                </a:extLst>
              </p:cNvPr>
              <p:cNvSpPr/>
              <p:nvPr/>
            </p:nvSpPr>
            <p:spPr>
              <a:xfrm flipH="1">
                <a:off x="2180050" y="601138"/>
                <a:ext cx="779683" cy="230167"/>
              </a:xfrm>
              <a:prstGeom prst="round1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8" name="矩形: 圆角 507">
                <a:extLst>
                  <a:ext uri="{FF2B5EF4-FFF2-40B4-BE49-F238E27FC236}">
                    <a16:creationId xmlns:a16="http://schemas.microsoft.com/office/drawing/2014/main" id="{3BE14146-1B40-41DD-D692-6EEE03032AF8}"/>
                  </a:ext>
                </a:extLst>
              </p:cNvPr>
              <p:cNvSpPr/>
              <p:nvPr/>
            </p:nvSpPr>
            <p:spPr>
              <a:xfrm>
                <a:off x="2248948" y="633445"/>
                <a:ext cx="767939" cy="97294"/>
              </a:xfrm>
              <a:prstGeom prst="roundRect">
                <a:avLst>
                  <a:gd name="adj" fmla="val 2937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509" name="直接连接符 508">
                <a:extLst>
                  <a:ext uri="{FF2B5EF4-FFF2-40B4-BE49-F238E27FC236}">
                    <a16:creationId xmlns:a16="http://schemas.microsoft.com/office/drawing/2014/main" id="{57211D18-B8FD-E594-52BC-FEAB3A6D503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88205" y="76426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0" name="直接连接符 509">
                <a:extLst>
                  <a:ext uri="{FF2B5EF4-FFF2-40B4-BE49-F238E27FC236}">
                    <a16:creationId xmlns:a16="http://schemas.microsoft.com/office/drawing/2014/main" id="{845999A4-D89C-9AF7-D826-71AEF37B8F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53126" y="63344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6" name="直接连接符 505">
                <a:extLst>
                  <a:ext uri="{FF2B5EF4-FFF2-40B4-BE49-F238E27FC236}">
                    <a16:creationId xmlns:a16="http://schemas.microsoft.com/office/drawing/2014/main" id="{6FD2A18E-70DB-1B9D-CBF5-6BCAB6374E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63813" y="568597"/>
                <a:ext cx="0" cy="295251"/>
              </a:xfrm>
              <a:prstGeom prst="line">
                <a:avLst/>
              </a:prstGeom>
              <a:ln w="254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2" name="矩形 161">
              <a:extLst>
                <a:ext uri="{FF2B5EF4-FFF2-40B4-BE49-F238E27FC236}">
                  <a16:creationId xmlns:a16="http://schemas.microsoft.com/office/drawing/2014/main" id="{61B10DFE-2215-5E53-B97E-D7943D98D591}"/>
                </a:ext>
              </a:extLst>
            </p:cNvPr>
            <p:cNvSpPr/>
            <p:nvPr/>
          </p:nvSpPr>
          <p:spPr>
            <a:xfrm>
              <a:off x="3758981" y="555098"/>
              <a:ext cx="790456" cy="347183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b="1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当前车厢</a:t>
              </a:r>
              <a:endParaRPr lang="en-US" altLang="zh-CN" sz="11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ctr"/>
              <a:r>
                <a:rPr lang="zh-CN" altLang="zh-CN" sz="800" dirty="0"/>
                <a:t>Current Car</a:t>
              </a:r>
            </a:p>
          </p:txBody>
        </p:sp>
        <p:sp>
          <p:nvSpPr>
            <p:cNvPr id="611" name="矩形: 单圆角 610">
              <a:extLst>
                <a:ext uri="{FF2B5EF4-FFF2-40B4-BE49-F238E27FC236}">
                  <a16:creationId xmlns:a16="http://schemas.microsoft.com/office/drawing/2014/main" id="{1BC0355E-9B58-7403-74B3-664DF248EBA1}"/>
                </a:ext>
              </a:extLst>
            </p:cNvPr>
            <p:cNvSpPr/>
            <p:nvPr/>
          </p:nvSpPr>
          <p:spPr>
            <a:xfrm>
              <a:off x="6108241" y="601135"/>
              <a:ext cx="779683" cy="230167"/>
            </a:xfrm>
            <a:prstGeom prst="round1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2" name="矩形: 圆角 611">
              <a:extLst>
                <a:ext uri="{FF2B5EF4-FFF2-40B4-BE49-F238E27FC236}">
                  <a16:creationId xmlns:a16="http://schemas.microsoft.com/office/drawing/2014/main" id="{A5D6467E-B7D6-ECBB-2957-BBC18FD9EF46}"/>
                </a:ext>
              </a:extLst>
            </p:cNvPr>
            <p:cNvSpPr/>
            <p:nvPr/>
          </p:nvSpPr>
          <p:spPr>
            <a:xfrm flipH="1">
              <a:off x="6051087" y="633442"/>
              <a:ext cx="767939" cy="97294"/>
            </a:xfrm>
            <a:prstGeom prst="roundRect">
              <a:avLst>
                <a:gd name="adj" fmla="val 2937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13" name="直接连接符 612">
              <a:extLst>
                <a:ext uri="{FF2B5EF4-FFF2-40B4-BE49-F238E27FC236}">
                  <a16:creationId xmlns:a16="http://schemas.microsoft.com/office/drawing/2014/main" id="{86BA5230-1FE2-CB06-00E2-0ED0E5CC0C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11828" y="764259"/>
              <a:ext cx="767941" cy="0"/>
            </a:xfrm>
            <a:prstGeom prst="line">
              <a:avLst/>
            </a:prstGeom>
            <a:ln>
              <a:solidFill>
                <a:srgbClr val="E6001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4" name="直接连接符 613">
              <a:extLst>
                <a:ext uri="{FF2B5EF4-FFF2-40B4-BE49-F238E27FC236}">
                  <a16:creationId xmlns:a16="http://schemas.microsoft.com/office/drawing/2014/main" id="{7A53AF96-46B2-4C28-6BE1-F404D56D4C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14848" y="633442"/>
              <a:ext cx="0" cy="9729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666F5CB4-E6E2-7290-3FC3-EE36371EC3B0}"/>
                </a:ext>
              </a:extLst>
            </p:cNvPr>
            <p:cNvCxnSpPr>
              <a:cxnSpLocks/>
            </p:cNvCxnSpPr>
            <p:nvPr/>
          </p:nvCxnSpPr>
          <p:spPr>
            <a:xfrm>
              <a:off x="3747086" y="568597"/>
              <a:ext cx="0" cy="295251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36" name="组合 635">
              <a:extLst>
                <a:ext uri="{FF2B5EF4-FFF2-40B4-BE49-F238E27FC236}">
                  <a16:creationId xmlns:a16="http://schemas.microsoft.com/office/drawing/2014/main" id="{9108FC13-CB69-87E3-6754-8684894E04E5}"/>
                </a:ext>
              </a:extLst>
            </p:cNvPr>
            <p:cNvGrpSpPr/>
            <p:nvPr/>
          </p:nvGrpSpPr>
          <p:grpSpPr>
            <a:xfrm>
              <a:off x="4548425" y="601135"/>
              <a:ext cx="771789" cy="230164"/>
              <a:chOff x="2969309" y="601138"/>
              <a:chExt cx="771789" cy="230164"/>
            </a:xfrm>
          </p:grpSpPr>
          <p:sp>
            <p:nvSpPr>
              <p:cNvPr id="637" name="矩形 636">
                <a:extLst>
                  <a:ext uri="{FF2B5EF4-FFF2-40B4-BE49-F238E27FC236}">
                    <a16:creationId xmlns:a16="http://schemas.microsoft.com/office/drawing/2014/main" id="{08785E25-4AE7-9338-85C8-74B8944B8AE7}"/>
                  </a:ext>
                </a:extLst>
              </p:cNvPr>
              <p:cNvSpPr/>
              <p:nvPr/>
            </p:nvSpPr>
            <p:spPr>
              <a:xfrm>
                <a:off x="2969309" y="601138"/>
                <a:ext cx="769621" cy="2301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8" name="矩形: 圆角 637">
                <a:extLst>
                  <a:ext uri="{FF2B5EF4-FFF2-40B4-BE49-F238E27FC236}">
                    <a16:creationId xmlns:a16="http://schemas.microsoft.com/office/drawing/2014/main" id="{C0D8202C-D8CD-F9D5-C2CF-F7705B9739E6}"/>
                  </a:ext>
                </a:extLst>
              </p:cNvPr>
              <p:cNvSpPr/>
              <p:nvPr/>
            </p:nvSpPr>
            <p:spPr>
              <a:xfrm>
                <a:off x="2971478" y="633445"/>
                <a:ext cx="769620" cy="97294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639" name="直接连接符 638">
                <a:extLst>
                  <a:ext uri="{FF2B5EF4-FFF2-40B4-BE49-F238E27FC236}">
                    <a16:creationId xmlns:a16="http://schemas.microsoft.com/office/drawing/2014/main" id="{92D4B8E9-241A-F9BC-EB2B-3C106D0D92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478" y="76426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0" name="直接连接符 639">
                <a:extLst>
                  <a:ext uri="{FF2B5EF4-FFF2-40B4-BE49-F238E27FC236}">
                    <a16:creationId xmlns:a16="http://schemas.microsoft.com/office/drawing/2014/main" id="{C4D4FD96-E492-7112-7B09-04C548737A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36399" y="63344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41" name="直接连接符 640">
              <a:extLst>
                <a:ext uri="{FF2B5EF4-FFF2-40B4-BE49-F238E27FC236}">
                  <a16:creationId xmlns:a16="http://schemas.microsoft.com/office/drawing/2014/main" id="{6E3CF9EB-219C-2B64-4FA8-CDECD80F61F3}"/>
                </a:ext>
              </a:extLst>
            </p:cNvPr>
            <p:cNvCxnSpPr>
              <a:cxnSpLocks/>
            </p:cNvCxnSpPr>
            <p:nvPr/>
          </p:nvCxnSpPr>
          <p:spPr>
            <a:xfrm>
              <a:off x="4537433" y="568597"/>
              <a:ext cx="0" cy="295251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42" name="组合 641">
              <a:extLst>
                <a:ext uri="{FF2B5EF4-FFF2-40B4-BE49-F238E27FC236}">
                  <a16:creationId xmlns:a16="http://schemas.microsoft.com/office/drawing/2014/main" id="{B83B8805-5C88-72F4-A9BD-97A53C518B5C}"/>
                </a:ext>
              </a:extLst>
            </p:cNvPr>
            <p:cNvGrpSpPr/>
            <p:nvPr/>
          </p:nvGrpSpPr>
          <p:grpSpPr>
            <a:xfrm>
              <a:off x="5330874" y="601132"/>
              <a:ext cx="771789" cy="230164"/>
              <a:chOff x="2969309" y="601138"/>
              <a:chExt cx="771789" cy="230164"/>
            </a:xfrm>
          </p:grpSpPr>
          <p:sp>
            <p:nvSpPr>
              <p:cNvPr id="643" name="矩形 642">
                <a:extLst>
                  <a:ext uri="{FF2B5EF4-FFF2-40B4-BE49-F238E27FC236}">
                    <a16:creationId xmlns:a16="http://schemas.microsoft.com/office/drawing/2014/main" id="{E3880410-7056-AA3A-3734-DA416455C345}"/>
                  </a:ext>
                </a:extLst>
              </p:cNvPr>
              <p:cNvSpPr/>
              <p:nvPr/>
            </p:nvSpPr>
            <p:spPr>
              <a:xfrm>
                <a:off x="2969309" y="601138"/>
                <a:ext cx="769621" cy="2301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4" name="矩形: 圆角 643">
                <a:extLst>
                  <a:ext uri="{FF2B5EF4-FFF2-40B4-BE49-F238E27FC236}">
                    <a16:creationId xmlns:a16="http://schemas.microsoft.com/office/drawing/2014/main" id="{AD0F50E5-C65E-D88B-2E3A-20CF8F1806F3}"/>
                  </a:ext>
                </a:extLst>
              </p:cNvPr>
              <p:cNvSpPr/>
              <p:nvPr/>
            </p:nvSpPr>
            <p:spPr>
              <a:xfrm>
                <a:off x="2971478" y="633445"/>
                <a:ext cx="769620" cy="97294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645" name="直接连接符 644">
                <a:extLst>
                  <a:ext uri="{FF2B5EF4-FFF2-40B4-BE49-F238E27FC236}">
                    <a16:creationId xmlns:a16="http://schemas.microsoft.com/office/drawing/2014/main" id="{6C157974-0A98-ABA9-0FDB-31518C03D3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478" y="76426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6" name="直接连接符 645">
                <a:extLst>
                  <a:ext uri="{FF2B5EF4-FFF2-40B4-BE49-F238E27FC236}">
                    <a16:creationId xmlns:a16="http://schemas.microsoft.com/office/drawing/2014/main" id="{CBC226FB-21B2-C3C9-13E0-56D7641A30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36399" y="63344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47" name="直接连接符 646">
              <a:extLst>
                <a:ext uri="{FF2B5EF4-FFF2-40B4-BE49-F238E27FC236}">
                  <a16:creationId xmlns:a16="http://schemas.microsoft.com/office/drawing/2014/main" id="{C2454584-D03C-4C6B-BAE6-84B36CC3982B}"/>
                </a:ext>
              </a:extLst>
            </p:cNvPr>
            <p:cNvCxnSpPr>
              <a:cxnSpLocks/>
            </p:cNvCxnSpPr>
            <p:nvPr/>
          </p:nvCxnSpPr>
          <p:spPr>
            <a:xfrm>
              <a:off x="5319882" y="568594"/>
              <a:ext cx="0" cy="295251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5" name="直接连接符 614">
              <a:extLst>
                <a:ext uri="{FF2B5EF4-FFF2-40B4-BE49-F238E27FC236}">
                  <a16:creationId xmlns:a16="http://schemas.microsoft.com/office/drawing/2014/main" id="{9E411507-2721-E8EC-6059-B50B00EB16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4161" y="568594"/>
              <a:ext cx="0" cy="295251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2D9BD1CC-C20F-4956-A911-AA1F185C8B5E}"/>
              </a:ext>
            </a:extLst>
          </p:cNvPr>
          <p:cNvSpPr/>
          <p:nvPr/>
        </p:nvSpPr>
        <p:spPr>
          <a:xfrm>
            <a:off x="7671197" y="486678"/>
            <a:ext cx="275749" cy="622300"/>
          </a:xfrm>
          <a:custGeom>
            <a:avLst/>
            <a:gdLst>
              <a:gd name="csX0" fmla="*/ 43894 w 275749"/>
              <a:gd name="csY0" fmla="*/ 63500 h 622300"/>
              <a:gd name="csX1" fmla="*/ 43894 w 275749"/>
              <a:gd name="csY1" fmla="*/ 251460 h 622300"/>
              <a:gd name="csX2" fmla="*/ 231854 w 275749"/>
              <a:gd name="csY2" fmla="*/ 251460 h 622300"/>
              <a:gd name="csX3" fmla="*/ 231854 w 275749"/>
              <a:gd name="csY3" fmla="*/ 63500 h 622300"/>
              <a:gd name="csX4" fmla="*/ 0 w 275749"/>
              <a:gd name="csY4" fmla="*/ 0 h 622300"/>
              <a:gd name="csX5" fmla="*/ 275749 w 275749"/>
              <a:gd name="csY5" fmla="*/ 0 h 622300"/>
              <a:gd name="csX6" fmla="*/ 275749 w 275749"/>
              <a:gd name="csY6" fmla="*/ 622300 h 622300"/>
              <a:gd name="csX7" fmla="*/ 0 w 275749"/>
              <a:gd name="csY7" fmla="*/ 622300 h 6223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75749" h="622300">
                <a:moveTo>
                  <a:pt x="43894" y="63500"/>
                </a:moveTo>
                <a:lnTo>
                  <a:pt x="43894" y="251460"/>
                </a:lnTo>
                <a:lnTo>
                  <a:pt x="231854" y="251460"/>
                </a:lnTo>
                <a:lnTo>
                  <a:pt x="231854" y="63500"/>
                </a:lnTo>
                <a:close/>
                <a:moveTo>
                  <a:pt x="0" y="0"/>
                </a:moveTo>
                <a:lnTo>
                  <a:pt x="275749" y="0"/>
                </a:lnTo>
                <a:lnTo>
                  <a:pt x="275749" y="622300"/>
                </a:lnTo>
                <a:lnTo>
                  <a:pt x="0" y="62230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14E477B4-C4BD-A43C-CEC3-C87399D9DAF7}"/>
              </a:ext>
            </a:extLst>
          </p:cNvPr>
          <p:cNvSpPr/>
          <p:nvPr/>
        </p:nvSpPr>
        <p:spPr>
          <a:xfrm>
            <a:off x="7946946" y="486678"/>
            <a:ext cx="275749" cy="622300"/>
          </a:xfrm>
          <a:custGeom>
            <a:avLst/>
            <a:gdLst>
              <a:gd name="csX0" fmla="*/ 43894 w 275749"/>
              <a:gd name="csY0" fmla="*/ 63500 h 622300"/>
              <a:gd name="csX1" fmla="*/ 43894 w 275749"/>
              <a:gd name="csY1" fmla="*/ 251460 h 622300"/>
              <a:gd name="csX2" fmla="*/ 231854 w 275749"/>
              <a:gd name="csY2" fmla="*/ 251460 h 622300"/>
              <a:gd name="csX3" fmla="*/ 231854 w 275749"/>
              <a:gd name="csY3" fmla="*/ 63500 h 622300"/>
              <a:gd name="csX4" fmla="*/ 0 w 275749"/>
              <a:gd name="csY4" fmla="*/ 0 h 622300"/>
              <a:gd name="csX5" fmla="*/ 275749 w 275749"/>
              <a:gd name="csY5" fmla="*/ 0 h 622300"/>
              <a:gd name="csX6" fmla="*/ 275749 w 275749"/>
              <a:gd name="csY6" fmla="*/ 622300 h 622300"/>
              <a:gd name="csX7" fmla="*/ 0 w 275749"/>
              <a:gd name="csY7" fmla="*/ 622300 h 6223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75749" h="622300">
                <a:moveTo>
                  <a:pt x="43894" y="63500"/>
                </a:moveTo>
                <a:lnTo>
                  <a:pt x="43894" y="251460"/>
                </a:lnTo>
                <a:lnTo>
                  <a:pt x="231854" y="251460"/>
                </a:lnTo>
                <a:lnTo>
                  <a:pt x="231854" y="63500"/>
                </a:lnTo>
                <a:close/>
                <a:moveTo>
                  <a:pt x="0" y="0"/>
                </a:moveTo>
                <a:lnTo>
                  <a:pt x="275749" y="0"/>
                </a:lnTo>
                <a:lnTo>
                  <a:pt x="275749" y="622300"/>
                </a:lnTo>
                <a:lnTo>
                  <a:pt x="0" y="62230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20" name="箭头: 上 19">
            <a:extLst>
              <a:ext uri="{FF2B5EF4-FFF2-40B4-BE49-F238E27FC236}">
                <a16:creationId xmlns:a16="http://schemas.microsoft.com/office/drawing/2014/main" id="{A861CC99-C7F6-6AA2-0AB1-947F07B9914F}"/>
              </a:ext>
            </a:extLst>
          </p:cNvPr>
          <p:cNvSpPr/>
          <p:nvPr/>
        </p:nvSpPr>
        <p:spPr>
          <a:xfrm>
            <a:off x="7802166" y="882994"/>
            <a:ext cx="289560" cy="281940"/>
          </a:xfrm>
          <a:prstGeom prst="upArrow">
            <a:avLst>
              <a:gd name="adj1" fmla="val 53947"/>
              <a:gd name="adj2" fmla="val 5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scene3d>
            <a:camera prst="orthographicFront">
              <a:rot lat="3600003" lon="21599986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C1C6B83-FA9A-E29E-FFDB-2B5184BDC630}"/>
              </a:ext>
            </a:extLst>
          </p:cNvPr>
          <p:cNvSpPr/>
          <p:nvPr/>
        </p:nvSpPr>
        <p:spPr>
          <a:xfrm>
            <a:off x="0" y="0"/>
            <a:ext cx="8999538" cy="438912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1AE828A0-FAC4-4B05-52A6-5828638CC62F}"/>
              </a:ext>
            </a:extLst>
          </p:cNvPr>
          <p:cNvSpPr/>
          <p:nvPr/>
        </p:nvSpPr>
        <p:spPr>
          <a:xfrm>
            <a:off x="2408841" y="54864"/>
            <a:ext cx="4181856" cy="329184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53" name="组合 152">
            <a:extLst>
              <a:ext uri="{FF2B5EF4-FFF2-40B4-BE49-F238E27FC236}">
                <a16:creationId xmlns:a16="http://schemas.microsoft.com/office/drawing/2014/main" id="{5FF9C7BC-B7E7-156D-2233-2478471BF9B1}"/>
              </a:ext>
            </a:extLst>
          </p:cNvPr>
          <p:cNvGrpSpPr/>
          <p:nvPr/>
        </p:nvGrpSpPr>
        <p:grpSpPr>
          <a:xfrm>
            <a:off x="390597" y="4959"/>
            <a:ext cx="1280134" cy="431250"/>
            <a:chOff x="188770" y="-11103"/>
            <a:chExt cx="1280134" cy="431250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AC7A2770-08B2-00AF-848D-6A331B98485B}"/>
                </a:ext>
              </a:extLst>
            </p:cNvPr>
            <p:cNvSpPr/>
            <p:nvPr/>
          </p:nvSpPr>
          <p:spPr>
            <a:xfrm>
              <a:off x="188770" y="47240"/>
              <a:ext cx="1221882" cy="329184"/>
            </a:xfrm>
            <a:prstGeom prst="roundRect">
              <a:avLst>
                <a:gd name="adj" fmla="val 1882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8" name="文本框 147">
              <a:extLst>
                <a:ext uri="{FF2B5EF4-FFF2-40B4-BE49-F238E27FC236}">
                  <a16:creationId xmlns:a16="http://schemas.microsoft.com/office/drawing/2014/main" id="{FBE0FBCD-8E59-4685-A9CE-04112FCE81E1}"/>
                </a:ext>
              </a:extLst>
            </p:cNvPr>
            <p:cNvSpPr txBox="1"/>
            <p:nvPr/>
          </p:nvSpPr>
          <p:spPr>
            <a:xfrm>
              <a:off x="496280" y="-11103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黑体" panose="02010609060101010101" pitchFamily="49" charset="-122"/>
                  <a:ea typeface="黑体" panose="02010609060101010101" pitchFamily="49" charset="-122"/>
                </a:rPr>
                <a:t>天海地铁</a:t>
              </a:r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CC21C6CC-E8C7-A87C-6E3D-929BE91B00A9}"/>
                </a:ext>
              </a:extLst>
            </p:cNvPr>
            <p:cNvSpPr txBox="1"/>
            <p:nvPr/>
          </p:nvSpPr>
          <p:spPr>
            <a:xfrm>
              <a:off x="500369" y="204703"/>
              <a:ext cx="96853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00" dirty="0" err="1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Tianhai</a:t>
              </a:r>
              <a:r>
                <a:rPr lang="en-US" altLang="zh-CN" sz="800" dirty="0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 Metro</a:t>
              </a:r>
              <a:endParaRPr lang="zh-CN" altLang="en-US" sz="800" dirty="0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endParaRPr>
            </a:p>
          </p:txBody>
        </p:sp>
        <p:pic>
          <p:nvPicPr>
            <p:cNvPr id="152" name="图片 151">
              <a:extLst>
                <a:ext uri="{FF2B5EF4-FFF2-40B4-BE49-F238E27FC236}">
                  <a16:creationId xmlns:a16="http://schemas.microsoft.com/office/drawing/2014/main" id="{F1313BD9-F735-E8E4-BB7B-333F8E9C4E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7754" y="54959"/>
              <a:ext cx="313746" cy="313746"/>
            </a:xfrm>
            <a:prstGeom prst="rect">
              <a:avLst/>
            </a:prstGeom>
          </p:spPr>
        </p:pic>
      </p:grpSp>
      <p:sp>
        <p:nvSpPr>
          <p:cNvPr id="167" name="文本框 166">
            <a:extLst>
              <a:ext uri="{FF2B5EF4-FFF2-40B4-BE49-F238E27FC236}">
                <a16:creationId xmlns:a16="http://schemas.microsoft.com/office/drawing/2014/main" id="{22C1C6CC-8348-298C-BED9-6F24CF12C1BE}"/>
              </a:ext>
            </a:extLst>
          </p:cNvPr>
          <p:cNvSpPr txBox="1"/>
          <p:nvPr/>
        </p:nvSpPr>
        <p:spPr>
          <a:xfrm>
            <a:off x="7601248" y="16203"/>
            <a:ext cx="1847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75" name="组合 174">
            <a:extLst>
              <a:ext uri="{FF2B5EF4-FFF2-40B4-BE49-F238E27FC236}">
                <a16:creationId xmlns:a16="http://schemas.microsoft.com/office/drawing/2014/main" id="{FCCBD273-2A71-12E6-E9C8-75227DFA3EAD}"/>
              </a:ext>
            </a:extLst>
          </p:cNvPr>
          <p:cNvGrpSpPr/>
          <p:nvPr/>
        </p:nvGrpSpPr>
        <p:grpSpPr>
          <a:xfrm>
            <a:off x="8140497" y="13642"/>
            <a:ext cx="821036" cy="400110"/>
            <a:chOff x="1526333" y="4012"/>
            <a:chExt cx="821036" cy="400110"/>
          </a:xfrm>
        </p:grpSpPr>
        <p:sp>
          <p:nvSpPr>
            <p:cNvPr id="176" name="矩形: 圆角 175">
              <a:extLst>
                <a:ext uri="{FF2B5EF4-FFF2-40B4-BE49-F238E27FC236}">
                  <a16:creationId xmlns:a16="http://schemas.microsoft.com/office/drawing/2014/main" id="{D9804FCC-EFAB-926A-10DA-6EEF9AF398DA}"/>
                </a:ext>
              </a:extLst>
            </p:cNvPr>
            <p:cNvSpPr/>
            <p:nvPr/>
          </p:nvSpPr>
          <p:spPr>
            <a:xfrm flipH="1">
              <a:off x="1526333" y="54864"/>
              <a:ext cx="753551" cy="329184"/>
            </a:xfrm>
            <a:prstGeom prst="roundRect">
              <a:avLst>
                <a:gd name="adj" fmla="val 1882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7" name="文本框 176">
              <a:extLst>
                <a:ext uri="{FF2B5EF4-FFF2-40B4-BE49-F238E27FC236}">
                  <a16:creationId xmlns:a16="http://schemas.microsoft.com/office/drawing/2014/main" id="{BADA416D-E1B5-290F-F916-DB23CAEC4D1E}"/>
                </a:ext>
              </a:extLst>
            </p:cNvPr>
            <p:cNvSpPr txBox="1"/>
            <p:nvPr/>
          </p:nvSpPr>
          <p:spPr>
            <a:xfrm>
              <a:off x="1792890" y="4012"/>
              <a:ext cx="5544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latin typeface="黑体" panose="02010609060101010101" pitchFamily="49" charset="-122"/>
                  <a:ea typeface="黑体" panose="02010609060101010101" pitchFamily="49" charset="-122"/>
                </a:rPr>
                <a:t>号线</a:t>
              </a:r>
              <a:endPara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r>
                <a:rPr lang="en-US" altLang="zh-CN" sz="800" dirty="0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 Line</a:t>
              </a:r>
              <a:endParaRPr lang="zh-CN" altLang="en-US" sz="800" dirty="0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endParaRPr>
            </a:p>
          </p:txBody>
        </p:sp>
        <p:sp>
          <p:nvSpPr>
            <p:cNvPr id="178" name="矩形: 圆角 177">
              <a:extLst>
                <a:ext uri="{FF2B5EF4-FFF2-40B4-BE49-F238E27FC236}">
                  <a16:creationId xmlns:a16="http://schemas.microsoft.com/office/drawing/2014/main" id="{72C9E89D-3B28-75FA-21EB-E66434748F94}"/>
                </a:ext>
              </a:extLst>
            </p:cNvPr>
            <p:cNvSpPr/>
            <p:nvPr/>
          </p:nvSpPr>
          <p:spPr>
            <a:xfrm flipH="1">
              <a:off x="1557516" y="75456"/>
              <a:ext cx="288000" cy="288000"/>
            </a:xfrm>
            <a:prstGeom prst="roundRect">
              <a:avLst>
                <a:gd name="adj" fmla="val 18827"/>
              </a:avLst>
            </a:prstGeom>
            <a:solidFill>
              <a:srgbClr val="E6001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9" name="文本框 178">
              <a:extLst>
                <a:ext uri="{FF2B5EF4-FFF2-40B4-BE49-F238E27FC236}">
                  <a16:creationId xmlns:a16="http://schemas.microsoft.com/office/drawing/2014/main" id="{E5AAF4B7-44F1-6694-7A90-DCCB7667CD70}"/>
                </a:ext>
              </a:extLst>
            </p:cNvPr>
            <p:cNvSpPr txBox="1"/>
            <p:nvPr/>
          </p:nvSpPr>
          <p:spPr>
            <a:xfrm>
              <a:off x="1542658" y="34790"/>
              <a:ext cx="317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1</a:t>
              </a:r>
              <a:endParaRPr lang="zh-CN" altLang="en-US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sp>
        <p:nvSpPr>
          <p:cNvPr id="181" name="矩形: 圆角 180">
            <a:extLst>
              <a:ext uri="{FF2B5EF4-FFF2-40B4-BE49-F238E27FC236}">
                <a16:creationId xmlns:a16="http://schemas.microsoft.com/office/drawing/2014/main" id="{D0825A9D-8F14-9C57-4A44-084579369E09}"/>
              </a:ext>
            </a:extLst>
          </p:cNvPr>
          <p:cNvSpPr/>
          <p:nvPr/>
        </p:nvSpPr>
        <p:spPr>
          <a:xfrm flipH="1">
            <a:off x="7121513" y="62216"/>
            <a:ext cx="959469" cy="329184"/>
          </a:xfrm>
          <a:prstGeom prst="roundRect">
            <a:avLst>
              <a:gd name="adj" fmla="val 188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6" name="文本框 185">
            <a:extLst>
              <a:ext uri="{FF2B5EF4-FFF2-40B4-BE49-F238E27FC236}">
                <a16:creationId xmlns:a16="http://schemas.microsoft.com/office/drawing/2014/main" id="{DF867572-E151-D0AB-861E-89CB1A2786F5}"/>
              </a:ext>
            </a:extLst>
          </p:cNvPr>
          <p:cNvSpPr txBox="1"/>
          <p:nvPr/>
        </p:nvSpPr>
        <p:spPr>
          <a:xfrm>
            <a:off x="7075351" y="24834"/>
            <a:ext cx="10502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dirty="0">
                <a:latin typeface="黑体" panose="02010609060101010101" pitchFamily="49" charset="-122"/>
                <a:ea typeface="黑体" panose="02010609060101010101" pitchFamily="49" charset="-122"/>
              </a:rPr>
              <a:t>终点站</a:t>
            </a:r>
            <a:r>
              <a:rPr lang="en-US" altLang="zh-CN" sz="900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900" dirty="0">
                <a:latin typeface="黑体" panose="02010609060101010101" pitchFamily="49" charset="-122"/>
                <a:ea typeface="黑体" panose="02010609060101010101" pitchFamily="49" charset="-122"/>
              </a:rPr>
              <a:t>天海北站</a:t>
            </a:r>
          </a:p>
        </p:txBody>
      </p:sp>
      <p:pic>
        <p:nvPicPr>
          <p:cNvPr id="189" name="图片 188">
            <a:extLst>
              <a:ext uri="{FF2B5EF4-FFF2-40B4-BE49-F238E27FC236}">
                <a16:creationId xmlns:a16="http://schemas.microsoft.com/office/drawing/2014/main" id="{3C121BAC-AFAC-20A5-5CBC-F7ADD4C56B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5821" y="196261"/>
            <a:ext cx="789348" cy="228967"/>
          </a:xfrm>
          <a:prstGeom prst="rect">
            <a:avLst/>
          </a:prstGeom>
        </p:spPr>
      </p:pic>
      <p:sp>
        <p:nvSpPr>
          <p:cNvPr id="461" name="文本框 460">
            <a:extLst>
              <a:ext uri="{FF2B5EF4-FFF2-40B4-BE49-F238E27FC236}">
                <a16:creationId xmlns:a16="http://schemas.microsoft.com/office/drawing/2014/main" id="{FECC61BE-DA49-EC45-D179-2BBE7DCF87FE}"/>
              </a:ext>
            </a:extLst>
          </p:cNvPr>
          <p:cNvSpPr txBox="1"/>
          <p:nvPr/>
        </p:nvSpPr>
        <p:spPr>
          <a:xfrm>
            <a:off x="3521089" y="34532"/>
            <a:ext cx="22621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注意脚下 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Mind Your Step.</a:t>
            </a:r>
            <a:endParaRPr lang="zh-CN" altLang="en-US" sz="1200" dirty="0">
              <a:latin typeface="Cascadia Code" panose="020B0609020000020004" pitchFamily="49" charset="0"/>
              <a:ea typeface="黑体" panose="02010609060101010101" pitchFamily="49" charset="-122"/>
              <a:cs typeface="Cascadia Code" panose="020B0609020000020004" pitchFamily="49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92C51D8-D200-ABD8-44F2-D8CD021349CB}"/>
              </a:ext>
            </a:extLst>
          </p:cNvPr>
          <p:cNvSpPr txBox="1"/>
          <p:nvPr/>
        </p:nvSpPr>
        <p:spPr>
          <a:xfrm>
            <a:off x="7381727" y="1067114"/>
            <a:ext cx="1130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本侧开门</a:t>
            </a:r>
            <a:endParaRPr lang="en-US" altLang="zh-CN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zh-CN" sz="800" dirty="0"/>
              <a:t>This Side Doors Open</a:t>
            </a:r>
          </a:p>
        </p:txBody>
      </p:sp>
      <p:sp>
        <p:nvSpPr>
          <p:cNvPr id="600" name="文本框 599">
            <a:extLst>
              <a:ext uri="{FF2B5EF4-FFF2-40B4-BE49-F238E27FC236}">
                <a16:creationId xmlns:a16="http://schemas.microsoft.com/office/drawing/2014/main" id="{2C4854E2-D838-78D0-1A1A-966A79FFF25C}"/>
              </a:ext>
            </a:extLst>
          </p:cNvPr>
          <p:cNvSpPr txBox="1"/>
          <p:nvPr/>
        </p:nvSpPr>
        <p:spPr>
          <a:xfrm>
            <a:off x="3114397" y="902281"/>
            <a:ext cx="2847254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灯闪铃响请勿上下车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zh-CN" sz="800" dirty="0">
                <a:latin typeface="+mn-ea"/>
              </a:rPr>
              <a:t>Flashing Lights and Alarm Sounding: Do Not Board or Alight</a:t>
            </a:r>
            <a:endParaRPr lang="en-US" altLang="zh-CN" sz="800" dirty="0">
              <a:latin typeface="+mn-ea"/>
            </a:endParaRPr>
          </a:p>
          <a:p>
            <a:pPr algn="ctr"/>
            <a:endParaRPr lang="zh-CN" altLang="en-US" sz="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72446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81 4.4763E-6 L -1.53466E-6 4.4763E-6 " pathEditMode="relative" rAng="0" ptsTypes="AA">
                                      <p:cBhvr>
                                        <p:cTn id="6" dur="1000" spd="-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2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7862E-6 4.4763E-6 L 0.01782 4.4763E-6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2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9414E-6 8.37927E-7 L 0.77051 -0.00221 " pathEditMode="relative" rAng="0" ptsTypes="AA">
                                      <p:cBhvr>
                                        <p:cTn id="10" dur="1500" fill="hold"/>
                                        <p:tgtEl>
                                          <p:spTgt spid="6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525" y="-1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" presetID="10" presetClass="entr" presetSubtype="0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19" grpId="0" animBg="1"/>
      <p:bldP spid="18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14FED-2CBA-9EA2-FF13-D947B7449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任意多边形: 形状 433">
            <a:extLst>
              <a:ext uri="{FF2B5EF4-FFF2-40B4-BE49-F238E27FC236}">
                <a16:creationId xmlns:a16="http://schemas.microsoft.com/office/drawing/2014/main" id="{F86683FC-1FC9-7850-5388-5BA0713FAF57}"/>
              </a:ext>
            </a:extLst>
          </p:cNvPr>
          <p:cNvSpPr/>
          <p:nvPr/>
        </p:nvSpPr>
        <p:spPr>
          <a:xfrm rot="5400000">
            <a:off x="8375845" y="972712"/>
            <a:ext cx="146670" cy="54534"/>
          </a:xfrm>
          <a:custGeom>
            <a:avLst/>
            <a:gdLst>
              <a:gd name="csX0" fmla="*/ 0 w 146670"/>
              <a:gd name="csY0" fmla="*/ 54534 h 54534"/>
              <a:gd name="csX1" fmla="*/ 0 w 146670"/>
              <a:gd name="csY1" fmla="*/ 0 h 54534"/>
              <a:gd name="csX2" fmla="*/ 146670 w 146670"/>
              <a:gd name="csY2" fmla="*/ 0 h 54534"/>
              <a:gd name="csX3" fmla="*/ 101130 w 146670"/>
              <a:gd name="csY3" fmla="*/ 54534 h 545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46670" h="54534">
                <a:moveTo>
                  <a:pt x="0" y="54534"/>
                </a:moveTo>
                <a:lnTo>
                  <a:pt x="0" y="0"/>
                </a:lnTo>
                <a:lnTo>
                  <a:pt x="146670" y="0"/>
                </a:lnTo>
                <a:lnTo>
                  <a:pt x="101130" y="54534"/>
                </a:lnTo>
                <a:close/>
              </a:path>
            </a:pathLst>
          </a:custGeom>
          <a:solidFill>
            <a:srgbClr val="52AB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436" name="任意多边形: 形状 435">
            <a:extLst>
              <a:ext uri="{FF2B5EF4-FFF2-40B4-BE49-F238E27FC236}">
                <a16:creationId xmlns:a16="http://schemas.microsoft.com/office/drawing/2014/main" id="{537BACCD-BAD8-77B4-8431-877E10C6FC02}"/>
              </a:ext>
            </a:extLst>
          </p:cNvPr>
          <p:cNvSpPr/>
          <p:nvPr/>
        </p:nvSpPr>
        <p:spPr>
          <a:xfrm rot="16200000" flipH="1">
            <a:off x="8430379" y="972712"/>
            <a:ext cx="146670" cy="54534"/>
          </a:xfrm>
          <a:custGeom>
            <a:avLst/>
            <a:gdLst>
              <a:gd name="csX0" fmla="*/ 0 w 146670"/>
              <a:gd name="csY0" fmla="*/ 54534 h 54534"/>
              <a:gd name="csX1" fmla="*/ 0 w 146670"/>
              <a:gd name="csY1" fmla="*/ 0 h 54534"/>
              <a:gd name="csX2" fmla="*/ 146670 w 146670"/>
              <a:gd name="csY2" fmla="*/ 0 h 54534"/>
              <a:gd name="csX3" fmla="*/ 101130 w 146670"/>
              <a:gd name="csY3" fmla="*/ 54534 h 545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46670" h="54534">
                <a:moveTo>
                  <a:pt x="0" y="54534"/>
                </a:moveTo>
                <a:lnTo>
                  <a:pt x="0" y="0"/>
                </a:lnTo>
                <a:lnTo>
                  <a:pt x="146670" y="0"/>
                </a:lnTo>
                <a:lnTo>
                  <a:pt x="101130" y="54534"/>
                </a:lnTo>
                <a:close/>
              </a:path>
            </a:pathLst>
          </a:custGeom>
          <a:solidFill>
            <a:srgbClr val="FFC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419" name="箭头: 五边形 418">
            <a:extLst>
              <a:ext uri="{FF2B5EF4-FFF2-40B4-BE49-F238E27FC236}">
                <a16:creationId xmlns:a16="http://schemas.microsoft.com/office/drawing/2014/main" id="{66F3010B-3DF8-C246-A0C5-794A2E6FA1A9}"/>
              </a:ext>
            </a:extLst>
          </p:cNvPr>
          <p:cNvSpPr/>
          <p:nvPr/>
        </p:nvSpPr>
        <p:spPr>
          <a:xfrm rot="5400000">
            <a:off x="389462" y="939404"/>
            <a:ext cx="149365" cy="115523"/>
          </a:xfrm>
          <a:prstGeom prst="homePlate">
            <a:avLst>
              <a:gd name="adj" fmla="val 41754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4" name="矩形 343">
            <a:extLst>
              <a:ext uri="{FF2B5EF4-FFF2-40B4-BE49-F238E27FC236}">
                <a16:creationId xmlns:a16="http://schemas.microsoft.com/office/drawing/2014/main" id="{7A46F26E-EE37-7A72-4742-461BF0A511E9}"/>
              </a:ext>
            </a:extLst>
          </p:cNvPr>
          <p:cNvSpPr/>
          <p:nvPr/>
        </p:nvSpPr>
        <p:spPr>
          <a:xfrm>
            <a:off x="446284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0" name="椭圆 189">
            <a:extLst>
              <a:ext uri="{FF2B5EF4-FFF2-40B4-BE49-F238E27FC236}">
                <a16:creationId xmlns:a16="http://schemas.microsoft.com/office/drawing/2014/main" id="{06ACCF8C-3BF8-F053-68EF-C4800637D6C5}"/>
              </a:ext>
            </a:extLst>
          </p:cNvPr>
          <p:cNvSpPr/>
          <p:nvPr/>
        </p:nvSpPr>
        <p:spPr>
          <a:xfrm>
            <a:off x="396607" y="874625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6" name="矩形 345">
            <a:extLst>
              <a:ext uri="{FF2B5EF4-FFF2-40B4-BE49-F238E27FC236}">
                <a16:creationId xmlns:a16="http://schemas.microsoft.com/office/drawing/2014/main" id="{4347A812-518E-8520-FBC3-918F5EADCA2F}"/>
              </a:ext>
            </a:extLst>
          </p:cNvPr>
          <p:cNvSpPr/>
          <p:nvPr/>
        </p:nvSpPr>
        <p:spPr>
          <a:xfrm>
            <a:off x="1042208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8" name="矩形 347">
            <a:extLst>
              <a:ext uri="{FF2B5EF4-FFF2-40B4-BE49-F238E27FC236}">
                <a16:creationId xmlns:a16="http://schemas.microsoft.com/office/drawing/2014/main" id="{F1058DE8-291A-3C3E-9690-5BA4B1696715}"/>
              </a:ext>
            </a:extLst>
          </p:cNvPr>
          <p:cNvSpPr/>
          <p:nvPr/>
        </p:nvSpPr>
        <p:spPr>
          <a:xfrm>
            <a:off x="1611803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0" name="矩形 349">
            <a:extLst>
              <a:ext uri="{FF2B5EF4-FFF2-40B4-BE49-F238E27FC236}">
                <a16:creationId xmlns:a16="http://schemas.microsoft.com/office/drawing/2014/main" id="{25BF80A6-4823-8FA8-F604-80A880A16709}"/>
              </a:ext>
            </a:extLst>
          </p:cNvPr>
          <p:cNvSpPr/>
          <p:nvPr/>
        </p:nvSpPr>
        <p:spPr>
          <a:xfrm>
            <a:off x="2204776" y="900114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2" name="矩形 351">
            <a:extLst>
              <a:ext uri="{FF2B5EF4-FFF2-40B4-BE49-F238E27FC236}">
                <a16:creationId xmlns:a16="http://schemas.microsoft.com/office/drawing/2014/main" id="{89F7FB2A-52D3-BE00-F7C4-CEC33CCD9270}"/>
              </a:ext>
            </a:extLst>
          </p:cNvPr>
          <p:cNvSpPr/>
          <p:nvPr/>
        </p:nvSpPr>
        <p:spPr>
          <a:xfrm>
            <a:off x="2783501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4" name="矩形 353">
            <a:extLst>
              <a:ext uri="{FF2B5EF4-FFF2-40B4-BE49-F238E27FC236}">
                <a16:creationId xmlns:a16="http://schemas.microsoft.com/office/drawing/2014/main" id="{56F14991-F36C-3558-D8A9-3D159181E81D}"/>
              </a:ext>
            </a:extLst>
          </p:cNvPr>
          <p:cNvSpPr/>
          <p:nvPr/>
        </p:nvSpPr>
        <p:spPr>
          <a:xfrm>
            <a:off x="3320018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6" name="矩形 355">
            <a:extLst>
              <a:ext uri="{FF2B5EF4-FFF2-40B4-BE49-F238E27FC236}">
                <a16:creationId xmlns:a16="http://schemas.microsoft.com/office/drawing/2014/main" id="{9A37E397-0E4C-6932-5E1F-F705508CC68D}"/>
              </a:ext>
            </a:extLst>
          </p:cNvPr>
          <p:cNvSpPr/>
          <p:nvPr/>
        </p:nvSpPr>
        <p:spPr>
          <a:xfrm>
            <a:off x="3893516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8" name="矩形 357">
            <a:extLst>
              <a:ext uri="{FF2B5EF4-FFF2-40B4-BE49-F238E27FC236}">
                <a16:creationId xmlns:a16="http://schemas.microsoft.com/office/drawing/2014/main" id="{1DCC4BA8-92B1-661D-7C31-99D867DB56FC}"/>
              </a:ext>
            </a:extLst>
          </p:cNvPr>
          <p:cNvSpPr/>
          <p:nvPr/>
        </p:nvSpPr>
        <p:spPr>
          <a:xfrm>
            <a:off x="4463780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0" name="矩形 359">
            <a:extLst>
              <a:ext uri="{FF2B5EF4-FFF2-40B4-BE49-F238E27FC236}">
                <a16:creationId xmlns:a16="http://schemas.microsoft.com/office/drawing/2014/main" id="{1F5FD565-CD26-1032-EC21-EEF266823ACA}"/>
              </a:ext>
            </a:extLst>
          </p:cNvPr>
          <p:cNvSpPr/>
          <p:nvPr/>
        </p:nvSpPr>
        <p:spPr>
          <a:xfrm>
            <a:off x="5034042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2" name="矩形 361">
            <a:extLst>
              <a:ext uri="{FF2B5EF4-FFF2-40B4-BE49-F238E27FC236}">
                <a16:creationId xmlns:a16="http://schemas.microsoft.com/office/drawing/2014/main" id="{34927971-AC94-AEB2-5A2D-FEE486F457A8}"/>
              </a:ext>
            </a:extLst>
          </p:cNvPr>
          <p:cNvSpPr/>
          <p:nvPr/>
        </p:nvSpPr>
        <p:spPr>
          <a:xfrm>
            <a:off x="5603637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4" name="矩形 363">
            <a:extLst>
              <a:ext uri="{FF2B5EF4-FFF2-40B4-BE49-F238E27FC236}">
                <a16:creationId xmlns:a16="http://schemas.microsoft.com/office/drawing/2014/main" id="{316FF09A-48D4-24D3-86E3-424A2E58FE6A}"/>
              </a:ext>
            </a:extLst>
          </p:cNvPr>
          <p:cNvSpPr/>
          <p:nvPr/>
        </p:nvSpPr>
        <p:spPr>
          <a:xfrm>
            <a:off x="6174566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8" name="矩形 367">
            <a:extLst>
              <a:ext uri="{FF2B5EF4-FFF2-40B4-BE49-F238E27FC236}">
                <a16:creationId xmlns:a16="http://schemas.microsoft.com/office/drawing/2014/main" id="{91A7BF6B-E995-D162-9420-41A3625CC11E}"/>
              </a:ext>
            </a:extLst>
          </p:cNvPr>
          <p:cNvSpPr/>
          <p:nvPr/>
        </p:nvSpPr>
        <p:spPr>
          <a:xfrm>
            <a:off x="6744161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0" name="矩形 369">
            <a:extLst>
              <a:ext uri="{FF2B5EF4-FFF2-40B4-BE49-F238E27FC236}">
                <a16:creationId xmlns:a16="http://schemas.microsoft.com/office/drawing/2014/main" id="{BAA2BEF8-2AF1-6D36-EF7A-5FFF0E55E1C2}"/>
              </a:ext>
            </a:extLst>
          </p:cNvPr>
          <p:cNvSpPr/>
          <p:nvPr/>
        </p:nvSpPr>
        <p:spPr>
          <a:xfrm>
            <a:off x="7313756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2" name="矩形 371">
            <a:extLst>
              <a:ext uri="{FF2B5EF4-FFF2-40B4-BE49-F238E27FC236}">
                <a16:creationId xmlns:a16="http://schemas.microsoft.com/office/drawing/2014/main" id="{BA245A44-3D82-F594-F2E1-7BCE6B8E62F6}"/>
              </a:ext>
            </a:extLst>
          </p:cNvPr>
          <p:cNvSpPr/>
          <p:nvPr/>
        </p:nvSpPr>
        <p:spPr>
          <a:xfrm>
            <a:off x="7880639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9E5D12E-4666-606A-28A8-A6D977C6D07B}"/>
              </a:ext>
            </a:extLst>
          </p:cNvPr>
          <p:cNvSpPr/>
          <p:nvPr/>
        </p:nvSpPr>
        <p:spPr>
          <a:xfrm>
            <a:off x="0" y="0"/>
            <a:ext cx="8999538" cy="438912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9B9AB807-1ED1-D03F-97D8-60529E125062}"/>
              </a:ext>
            </a:extLst>
          </p:cNvPr>
          <p:cNvSpPr/>
          <p:nvPr/>
        </p:nvSpPr>
        <p:spPr>
          <a:xfrm>
            <a:off x="2408841" y="54864"/>
            <a:ext cx="4181856" cy="329184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53" name="组合 152">
            <a:extLst>
              <a:ext uri="{FF2B5EF4-FFF2-40B4-BE49-F238E27FC236}">
                <a16:creationId xmlns:a16="http://schemas.microsoft.com/office/drawing/2014/main" id="{D9E9A8D9-9AAF-03E5-F477-2B548AB091AB}"/>
              </a:ext>
            </a:extLst>
          </p:cNvPr>
          <p:cNvGrpSpPr/>
          <p:nvPr/>
        </p:nvGrpSpPr>
        <p:grpSpPr>
          <a:xfrm>
            <a:off x="390597" y="4959"/>
            <a:ext cx="1280134" cy="431250"/>
            <a:chOff x="188770" y="-11103"/>
            <a:chExt cx="1280134" cy="431250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8A3FB158-AF11-71F1-DB97-B66B5A4C6287}"/>
                </a:ext>
              </a:extLst>
            </p:cNvPr>
            <p:cNvSpPr/>
            <p:nvPr/>
          </p:nvSpPr>
          <p:spPr>
            <a:xfrm>
              <a:off x="188770" y="47240"/>
              <a:ext cx="1221882" cy="329184"/>
            </a:xfrm>
            <a:prstGeom prst="roundRect">
              <a:avLst>
                <a:gd name="adj" fmla="val 1882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8" name="文本框 147">
              <a:extLst>
                <a:ext uri="{FF2B5EF4-FFF2-40B4-BE49-F238E27FC236}">
                  <a16:creationId xmlns:a16="http://schemas.microsoft.com/office/drawing/2014/main" id="{B662F7FC-E3AD-95B1-7D4A-7191009C2F80}"/>
                </a:ext>
              </a:extLst>
            </p:cNvPr>
            <p:cNvSpPr txBox="1"/>
            <p:nvPr/>
          </p:nvSpPr>
          <p:spPr>
            <a:xfrm>
              <a:off x="496280" y="-11103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黑体" panose="02010609060101010101" pitchFamily="49" charset="-122"/>
                  <a:ea typeface="黑体" panose="02010609060101010101" pitchFamily="49" charset="-122"/>
                </a:rPr>
                <a:t>天海地铁</a:t>
              </a:r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EA830562-5A2D-B3CE-C490-407686D380CB}"/>
                </a:ext>
              </a:extLst>
            </p:cNvPr>
            <p:cNvSpPr txBox="1"/>
            <p:nvPr/>
          </p:nvSpPr>
          <p:spPr>
            <a:xfrm>
              <a:off x="500369" y="204703"/>
              <a:ext cx="96853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00" dirty="0" err="1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Tianhai</a:t>
              </a:r>
              <a:r>
                <a:rPr lang="en-US" altLang="zh-CN" sz="800" dirty="0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 Metro</a:t>
              </a:r>
              <a:endParaRPr lang="zh-CN" altLang="en-US" sz="800" dirty="0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endParaRPr>
            </a:p>
          </p:txBody>
        </p:sp>
        <p:pic>
          <p:nvPicPr>
            <p:cNvPr id="152" name="图片 151">
              <a:extLst>
                <a:ext uri="{FF2B5EF4-FFF2-40B4-BE49-F238E27FC236}">
                  <a16:creationId xmlns:a16="http://schemas.microsoft.com/office/drawing/2014/main" id="{F8D8F16B-8A52-1E21-B62E-886322999B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7754" y="54959"/>
              <a:ext cx="313746" cy="313746"/>
            </a:xfrm>
            <a:prstGeom prst="rect">
              <a:avLst/>
            </a:prstGeom>
          </p:spPr>
        </p:pic>
      </p:grpSp>
      <p:sp>
        <p:nvSpPr>
          <p:cNvPr id="167" name="文本框 166">
            <a:extLst>
              <a:ext uri="{FF2B5EF4-FFF2-40B4-BE49-F238E27FC236}">
                <a16:creationId xmlns:a16="http://schemas.microsoft.com/office/drawing/2014/main" id="{DA76DCA8-18C2-C7A9-1F3B-7A5C223AE033}"/>
              </a:ext>
            </a:extLst>
          </p:cNvPr>
          <p:cNvSpPr txBox="1"/>
          <p:nvPr/>
        </p:nvSpPr>
        <p:spPr>
          <a:xfrm>
            <a:off x="7601248" y="16203"/>
            <a:ext cx="1847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75" name="组合 174">
            <a:extLst>
              <a:ext uri="{FF2B5EF4-FFF2-40B4-BE49-F238E27FC236}">
                <a16:creationId xmlns:a16="http://schemas.microsoft.com/office/drawing/2014/main" id="{C4EEBEB3-4FBF-5FAC-C6EC-968B9160D524}"/>
              </a:ext>
            </a:extLst>
          </p:cNvPr>
          <p:cNvGrpSpPr/>
          <p:nvPr/>
        </p:nvGrpSpPr>
        <p:grpSpPr>
          <a:xfrm>
            <a:off x="8140497" y="13642"/>
            <a:ext cx="821036" cy="400110"/>
            <a:chOff x="1526333" y="4012"/>
            <a:chExt cx="821036" cy="400110"/>
          </a:xfrm>
        </p:grpSpPr>
        <p:sp>
          <p:nvSpPr>
            <p:cNvPr id="176" name="矩形: 圆角 175">
              <a:extLst>
                <a:ext uri="{FF2B5EF4-FFF2-40B4-BE49-F238E27FC236}">
                  <a16:creationId xmlns:a16="http://schemas.microsoft.com/office/drawing/2014/main" id="{B80265C4-557C-2124-3B71-10F56B0567B8}"/>
                </a:ext>
              </a:extLst>
            </p:cNvPr>
            <p:cNvSpPr/>
            <p:nvPr/>
          </p:nvSpPr>
          <p:spPr>
            <a:xfrm flipH="1">
              <a:off x="1526333" y="54864"/>
              <a:ext cx="753551" cy="329184"/>
            </a:xfrm>
            <a:prstGeom prst="roundRect">
              <a:avLst>
                <a:gd name="adj" fmla="val 1882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7" name="文本框 176">
              <a:extLst>
                <a:ext uri="{FF2B5EF4-FFF2-40B4-BE49-F238E27FC236}">
                  <a16:creationId xmlns:a16="http://schemas.microsoft.com/office/drawing/2014/main" id="{2C4BB4C7-40A3-4546-31B7-F282FFB80332}"/>
                </a:ext>
              </a:extLst>
            </p:cNvPr>
            <p:cNvSpPr txBox="1"/>
            <p:nvPr/>
          </p:nvSpPr>
          <p:spPr>
            <a:xfrm>
              <a:off x="1792890" y="4012"/>
              <a:ext cx="5544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latin typeface="黑体" panose="02010609060101010101" pitchFamily="49" charset="-122"/>
                  <a:ea typeface="黑体" panose="02010609060101010101" pitchFamily="49" charset="-122"/>
                </a:rPr>
                <a:t>号线</a:t>
              </a:r>
              <a:endPara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r>
                <a:rPr lang="en-US" altLang="zh-CN" sz="800" dirty="0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 Line</a:t>
              </a:r>
              <a:endParaRPr lang="zh-CN" altLang="en-US" sz="800" dirty="0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endParaRPr>
            </a:p>
          </p:txBody>
        </p:sp>
        <p:sp>
          <p:nvSpPr>
            <p:cNvPr id="178" name="矩形: 圆角 177">
              <a:extLst>
                <a:ext uri="{FF2B5EF4-FFF2-40B4-BE49-F238E27FC236}">
                  <a16:creationId xmlns:a16="http://schemas.microsoft.com/office/drawing/2014/main" id="{0252EF1C-2062-81B9-E210-3584445A1C14}"/>
                </a:ext>
              </a:extLst>
            </p:cNvPr>
            <p:cNvSpPr/>
            <p:nvPr/>
          </p:nvSpPr>
          <p:spPr>
            <a:xfrm flipH="1">
              <a:off x="1557516" y="75456"/>
              <a:ext cx="288000" cy="288000"/>
            </a:xfrm>
            <a:prstGeom prst="roundRect">
              <a:avLst>
                <a:gd name="adj" fmla="val 18827"/>
              </a:avLst>
            </a:prstGeom>
            <a:solidFill>
              <a:srgbClr val="E6001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9" name="文本框 178">
              <a:extLst>
                <a:ext uri="{FF2B5EF4-FFF2-40B4-BE49-F238E27FC236}">
                  <a16:creationId xmlns:a16="http://schemas.microsoft.com/office/drawing/2014/main" id="{E27D9386-BDE5-7FB0-74A4-C50D8D98DBD3}"/>
                </a:ext>
              </a:extLst>
            </p:cNvPr>
            <p:cNvSpPr txBox="1"/>
            <p:nvPr/>
          </p:nvSpPr>
          <p:spPr>
            <a:xfrm>
              <a:off x="1542658" y="34790"/>
              <a:ext cx="317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1</a:t>
              </a:r>
              <a:endParaRPr lang="zh-CN" altLang="en-US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sp>
        <p:nvSpPr>
          <p:cNvPr id="181" name="矩形: 圆角 180">
            <a:extLst>
              <a:ext uri="{FF2B5EF4-FFF2-40B4-BE49-F238E27FC236}">
                <a16:creationId xmlns:a16="http://schemas.microsoft.com/office/drawing/2014/main" id="{BAAF323F-98A0-1FDF-FFFD-A68472097244}"/>
              </a:ext>
            </a:extLst>
          </p:cNvPr>
          <p:cNvSpPr/>
          <p:nvPr/>
        </p:nvSpPr>
        <p:spPr>
          <a:xfrm flipH="1">
            <a:off x="7121513" y="62216"/>
            <a:ext cx="959469" cy="329184"/>
          </a:xfrm>
          <a:prstGeom prst="roundRect">
            <a:avLst>
              <a:gd name="adj" fmla="val 188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6" name="文本框 185">
            <a:extLst>
              <a:ext uri="{FF2B5EF4-FFF2-40B4-BE49-F238E27FC236}">
                <a16:creationId xmlns:a16="http://schemas.microsoft.com/office/drawing/2014/main" id="{32184344-3C85-8027-D1C1-093D2CD73BC7}"/>
              </a:ext>
            </a:extLst>
          </p:cNvPr>
          <p:cNvSpPr txBox="1"/>
          <p:nvPr/>
        </p:nvSpPr>
        <p:spPr>
          <a:xfrm>
            <a:off x="7075351" y="24834"/>
            <a:ext cx="10502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dirty="0">
                <a:latin typeface="黑体" panose="02010609060101010101" pitchFamily="49" charset="-122"/>
                <a:ea typeface="黑体" panose="02010609060101010101" pitchFamily="49" charset="-122"/>
              </a:rPr>
              <a:t>终点站</a:t>
            </a:r>
            <a:r>
              <a:rPr lang="en-US" altLang="zh-CN" sz="900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900" dirty="0">
                <a:latin typeface="黑体" panose="02010609060101010101" pitchFamily="49" charset="-122"/>
                <a:ea typeface="黑体" panose="02010609060101010101" pitchFamily="49" charset="-122"/>
              </a:rPr>
              <a:t>天海北站</a:t>
            </a:r>
          </a:p>
        </p:txBody>
      </p:sp>
      <p:pic>
        <p:nvPicPr>
          <p:cNvPr id="189" name="图片 188">
            <a:extLst>
              <a:ext uri="{FF2B5EF4-FFF2-40B4-BE49-F238E27FC236}">
                <a16:creationId xmlns:a16="http://schemas.microsoft.com/office/drawing/2014/main" id="{19B3B778-399B-E6DA-C653-FAE42AD23C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5821" y="196261"/>
            <a:ext cx="789348" cy="228967"/>
          </a:xfrm>
          <a:prstGeom prst="rect">
            <a:avLst/>
          </a:prstGeom>
        </p:spPr>
      </p:pic>
      <p:sp>
        <p:nvSpPr>
          <p:cNvPr id="316" name="椭圆 315">
            <a:extLst>
              <a:ext uri="{FF2B5EF4-FFF2-40B4-BE49-F238E27FC236}">
                <a16:creationId xmlns:a16="http://schemas.microsoft.com/office/drawing/2014/main" id="{3D92E524-955C-5A96-97AF-FFF7A34922FA}"/>
              </a:ext>
            </a:extLst>
          </p:cNvPr>
          <p:cNvSpPr/>
          <p:nvPr/>
        </p:nvSpPr>
        <p:spPr>
          <a:xfrm>
            <a:off x="979216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18" name="椭圆 317">
            <a:extLst>
              <a:ext uri="{FF2B5EF4-FFF2-40B4-BE49-F238E27FC236}">
                <a16:creationId xmlns:a16="http://schemas.microsoft.com/office/drawing/2014/main" id="{0DA1EBF6-9C71-56BB-476F-36CEADDB5960}"/>
              </a:ext>
            </a:extLst>
          </p:cNvPr>
          <p:cNvSpPr/>
          <p:nvPr/>
        </p:nvSpPr>
        <p:spPr>
          <a:xfrm>
            <a:off x="1549478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0" name="椭圆 319">
            <a:extLst>
              <a:ext uri="{FF2B5EF4-FFF2-40B4-BE49-F238E27FC236}">
                <a16:creationId xmlns:a16="http://schemas.microsoft.com/office/drawing/2014/main" id="{F152CB2C-49FF-2EEB-ECC7-EA340F58D919}"/>
              </a:ext>
            </a:extLst>
          </p:cNvPr>
          <p:cNvSpPr/>
          <p:nvPr/>
        </p:nvSpPr>
        <p:spPr>
          <a:xfrm>
            <a:off x="2119740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2" name="椭圆 321">
            <a:extLst>
              <a:ext uri="{FF2B5EF4-FFF2-40B4-BE49-F238E27FC236}">
                <a16:creationId xmlns:a16="http://schemas.microsoft.com/office/drawing/2014/main" id="{A55E03AC-6FD6-853E-126C-5A011E8872B9}"/>
              </a:ext>
            </a:extLst>
          </p:cNvPr>
          <p:cNvSpPr/>
          <p:nvPr/>
        </p:nvSpPr>
        <p:spPr>
          <a:xfrm>
            <a:off x="2690002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4" name="椭圆 323">
            <a:extLst>
              <a:ext uri="{FF2B5EF4-FFF2-40B4-BE49-F238E27FC236}">
                <a16:creationId xmlns:a16="http://schemas.microsoft.com/office/drawing/2014/main" id="{15E754D4-BCE1-5D2D-3E21-13FD8D655745}"/>
              </a:ext>
            </a:extLst>
          </p:cNvPr>
          <p:cNvSpPr/>
          <p:nvPr/>
        </p:nvSpPr>
        <p:spPr>
          <a:xfrm>
            <a:off x="3260264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6" name="椭圆 325">
            <a:extLst>
              <a:ext uri="{FF2B5EF4-FFF2-40B4-BE49-F238E27FC236}">
                <a16:creationId xmlns:a16="http://schemas.microsoft.com/office/drawing/2014/main" id="{EB677F8B-FA8B-2BCD-C0D8-FB7150C7967D}"/>
              </a:ext>
            </a:extLst>
          </p:cNvPr>
          <p:cNvSpPr/>
          <p:nvPr/>
        </p:nvSpPr>
        <p:spPr>
          <a:xfrm>
            <a:off x="3830526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" name="椭圆 327">
            <a:extLst>
              <a:ext uri="{FF2B5EF4-FFF2-40B4-BE49-F238E27FC236}">
                <a16:creationId xmlns:a16="http://schemas.microsoft.com/office/drawing/2014/main" id="{4E9CE723-A956-61FB-A26B-F74AA757679B}"/>
              </a:ext>
            </a:extLst>
          </p:cNvPr>
          <p:cNvSpPr/>
          <p:nvPr/>
        </p:nvSpPr>
        <p:spPr>
          <a:xfrm>
            <a:off x="4400788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0" name="椭圆 329">
            <a:extLst>
              <a:ext uri="{FF2B5EF4-FFF2-40B4-BE49-F238E27FC236}">
                <a16:creationId xmlns:a16="http://schemas.microsoft.com/office/drawing/2014/main" id="{3BD3DA21-3307-0C0A-4B5A-E7F3B0B0DC96}"/>
              </a:ext>
            </a:extLst>
          </p:cNvPr>
          <p:cNvSpPr/>
          <p:nvPr/>
        </p:nvSpPr>
        <p:spPr>
          <a:xfrm>
            <a:off x="4971050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2" name="椭圆 331">
            <a:extLst>
              <a:ext uri="{FF2B5EF4-FFF2-40B4-BE49-F238E27FC236}">
                <a16:creationId xmlns:a16="http://schemas.microsoft.com/office/drawing/2014/main" id="{78086931-9ABF-DACB-FBC9-A75672CF4986}"/>
              </a:ext>
            </a:extLst>
          </p:cNvPr>
          <p:cNvSpPr/>
          <p:nvPr/>
        </p:nvSpPr>
        <p:spPr>
          <a:xfrm>
            <a:off x="5541312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4" name="椭圆 333">
            <a:extLst>
              <a:ext uri="{FF2B5EF4-FFF2-40B4-BE49-F238E27FC236}">
                <a16:creationId xmlns:a16="http://schemas.microsoft.com/office/drawing/2014/main" id="{945325DC-D657-268D-6093-EF773683E8F7}"/>
              </a:ext>
            </a:extLst>
          </p:cNvPr>
          <p:cNvSpPr/>
          <p:nvPr/>
        </p:nvSpPr>
        <p:spPr>
          <a:xfrm>
            <a:off x="6111574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6" name="椭圆 335">
            <a:extLst>
              <a:ext uri="{FF2B5EF4-FFF2-40B4-BE49-F238E27FC236}">
                <a16:creationId xmlns:a16="http://schemas.microsoft.com/office/drawing/2014/main" id="{1E305904-9582-0AC9-6CBD-B3126D3F8713}"/>
              </a:ext>
            </a:extLst>
          </p:cNvPr>
          <p:cNvSpPr/>
          <p:nvPr/>
        </p:nvSpPr>
        <p:spPr>
          <a:xfrm>
            <a:off x="6681836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8" name="椭圆 337">
            <a:extLst>
              <a:ext uri="{FF2B5EF4-FFF2-40B4-BE49-F238E27FC236}">
                <a16:creationId xmlns:a16="http://schemas.microsoft.com/office/drawing/2014/main" id="{BF12D725-4DA7-C62C-8952-9F3AD212060F}"/>
              </a:ext>
            </a:extLst>
          </p:cNvPr>
          <p:cNvSpPr/>
          <p:nvPr/>
        </p:nvSpPr>
        <p:spPr>
          <a:xfrm>
            <a:off x="7252098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0" name="椭圆 339">
            <a:extLst>
              <a:ext uri="{FF2B5EF4-FFF2-40B4-BE49-F238E27FC236}">
                <a16:creationId xmlns:a16="http://schemas.microsoft.com/office/drawing/2014/main" id="{74FB00A8-E71E-D153-E240-1337524B374A}"/>
              </a:ext>
            </a:extLst>
          </p:cNvPr>
          <p:cNvSpPr/>
          <p:nvPr/>
        </p:nvSpPr>
        <p:spPr>
          <a:xfrm>
            <a:off x="7818314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2" name="椭圆 341">
            <a:extLst>
              <a:ext uri="{FF2B5EF4-FFF2-40B4-BE49-F238E27FC236}">
                <a16:creationId xmlns:a16="http://schemas.microsoft.com/office/drawing/2014/main" id="{42979AB8-12C3-A3DE-36C6-64645E16A798}"/>
              </a:ext>
            </a:extLst>
          </p:cNvPr>
          <p:cNvSpPr/>
          <p:nvPr/>
        </p:nvSpPr>
        <p:spPr>
          <a:xfrm>
            <a:off x="8414500" y="874625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08" name="组合 407">
            <a:extLst>
              <a:ext uri="{FF2B5EF4-FFF2-40B4-BE49-F238E27FC236}">
                <a16:creationId xmlns:a16="http://schemas.microsoft.com/office/drawing/2014/main" id="{E5861024-3752-EFC9-E4A4-E7D6ED303784}"/>
              </a:ext>
            </a:extLst>
          </p:cNvPr>
          <p:cNvGrpSpPr/>
          <p:nvPr/>
        </p:nvGrpSpPr>
        <p:grpSpPr>
          <a:xfrm flipH="1">
            <a:off x="416338" y="893731"/>
            <a:ext cx="86486" cy="88006"/>
            <a:chOff x="3384914" y="1617979"/>
            <a:chExt cx="790846" cy="825340"/>
          </a:xfrm>
        </p:grpSpPr>
        <p:sp>
          <p:nvSpPr>
            <p:cNvPr id="405" name="箭头: 环形 404">
              <a:extLst>
                <a:ext uri="{FF2B5EF4-FFF2-40B4-BE49-F238E27FC236}">
                  <a16:creationId xmlns:a16="http://schemas.microsoft.com/office/drawing/2014/main" id="{3F185B69-6659-4B8F-FC24-1AD7550ECA29}"/>
                </a:ext>
              </a:extLst>
            </p:cNvPr>
            <p:cNvSpPr/>
            <p:nvPr/>
          </p:nvSpPr>
          <p:spPr>
            <a:xfrm>
              <a:off x="3384914" y="1617979"/>
              <a:ext cx="790846" cy="797055"/>
            </a:xfrm>
            <a:prstGeom prst="circular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07" name="箭头: 环形 406">
              <a:extLst>
                <a:ext uri="{FF2B5EF4-FFF2-40B4-BE49-F238E27FC236}">
                  <a16:creationId xmlns:a16="http://schemas.microsoft.com/office/drawing/2014/main" id="{603D1CEF-C6BF-743C-1216-BC44A81CA770}"/>
                </a:ext>
              </a:extLst>
            </p:cNvPr>
            <p:cNvSpPr/>
            <p:nvPr/>
          </p:nvSpPr>
          <p:spPr>
            <a:xfrm flipH="1" flipV="1">
              <a:off x="3384914" y="1646263"/>
              <a:ext cx="790846" cy="797056"/>
            </a:xfrm>
            <a:prstGeom prst="circularArrow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60" name="组合 459">
            <a:extLst>
              <a:ext uri="{FF2B5EF4-FFF2-40B4-BE49-F238E27FC236}">
                <a16:creationId xmlns:a16="http://schemas.microsoft.com/office/drawing/2014/main" id="{092E00FA-49B8-B279-F779-0641F3982FC0}"/>
              </a:ext>
            </a:extLst>
          </p:cNvPr>
          <p:cNvGrpSpPr/>
          <p:nvPr/>
        </p:nvGrpSpPr>
        <p:grpSpPr>
          <a:xfrm rot="1951028">
            <a:off x="8427983" y="890552"/>
            <a:ext cx="94574" cy="94923"/>
            <a:chOff x="1440520" y="1462484"/>
            <a:chExt cx="461631" cy="463336"/>
          </a:xfrm>
        </p:grpSpPr>
        <p:sp>
          <p:nvSpPr>
            <p:cNvPr id="456" name="箭头: 环形 455">
              <a:extLst>
                <a:ext uri="{FF2B5EF4-FFF2-40B4-BE49-F238E27FC236}">
                  <a16:creationId xmlns:a16="http://schemas.microsoft.com/office/drawing/2014/main" id="{B66C78B6-67F2-490E-5177-33FA1E4FD77C}"/>
                </a:ext>
              </a:extLst>
            </p:cNvPr>
            <p:cNvSpPr/>
            <p:nvPr/>
          </p:nvSpPr>
          <p:spPr>
            <a:xfrm rot="338721" flipH="1">
              <a:off x="1446104" y="1476765"/>
              <a:ext cx="456047" cy="448158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13769514"/>
                <a:gd name="adj5" fmla="val 1250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57" name="箭头: 环形 456">
              <a:extLst>
                <a:ext uri="{FF2B5EF4-FFF2-40B4-BE49-F238E27FC236}">
                  <a16:creationId xmlns:a16="http://schemas.microsoft.com/office/drawing/2014/main" id="{823FE775-CC59-37DA-1588-32DBB4152423}"/>
                </a:ext>
              </a:extLst>
            </p:cNvPr>
            <p:cNvSpPr/>
            <p:nvPr/>
          </p:nvSpPr>
          <p:spPr>
            <a:xfrm rot="19710149" flipV="1">
              <a:off x="1446103" y="1477662"/>
              <a:ext cx="456047" cy="448158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15559861"/>
                <a:gd name="adj5" fmla="val 12500"/>
              </a:avLst>
            </a:prstGeom>
            <a:solidFill>
              <a:srgbClr val="FFC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59" name="箭头: 环形 458">
              <a:extLst>
                <a:ext uri="{FF2B5EF4-FFF2-40B4-BE49-F238E27FC236}">
                  <a16:creationId xmlns:a16="http://schemas.microsoft.com/office/drawing/2014/main" id="{B8BA9FAD-710A-F294-9E72-15DD451EDDF9}"/>
                </a:ext>
              </a:extLst>
            </p:cNvPr>
            <p:cNvSpPr/>
            <p:nvPr/>
          </p:nvSpPr>
          <p:spPr>
            <a:xfrm rot="4784427" flipV="1">
              <a:off x="1436575" y="1466429"/>
              <a:ext cx="456047" cy="448158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15892767"/>
                <a:gd name="adj5" fmla="val 12500"/>
              </a:avLst>
            </a:prstGeom>
            <a:solidFill>
              <a:srgbClr val="52AB4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61" name="文本框 460">
            <a:extLst>
              <a:ext uri="{FF2B5EF4-FFF2-40B4-BE49-F238E27FC236}">
                <a16:creationId xmlns:a16="http://schemas.microsoft.com/office/drawing/2014/main" id="{B1A051D7-809B-6E6A-41D5-14E27A1470BE}"/>
              </a:ext>
            </a:extLst>
          </p:cNvPr>
          <p:cNvSpPr txBox="1"/>
          <p:nvPr/>
        </p:nvSpPr>
        <p:spPr>
          <a:xfrm>
            <a:off x="2422493" y="35893"/>
            <a:ext cx="42066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下一站：中央大道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050" dirty="0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rPr>
              <a:t>Next Station: Central Avenue.</a:t>
            </a:r>
            <a:endParaRPr lang="zh-CN" altLang="en-US" sz="1050" dirty="0">
              <a:latin typeface="Cascadia Code" panose="020B0609020000020004" pitchFamily="49" charset="0"/>
              <a:ea typeface="黑体" panose="02010609060101010101" pitchFamily="49" charset="-122"/>
              <a:cs typeface="Cascadia Code" panose="020B0609020000020004" pitchFamily="49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98D4AE59-246C-16F9-F882-DFB29F1D8CC1}"/>
              </a:ext>
            </a:extLst>
          </p:cNvPr>
          <p:cNvGrpSpPr/>
          <p:nvPr/>
        </p:nvGrpSpPr>
        <p:grpSpPr>
          <a:xfrm>
            <a:off x="1632923" y="806304"/>
            <a:ext cx="261017" cy="259843"/>
            <a:chOff x="501595" y="804920"/>
            <a:chExt cx="261017" cy="259843"/>
          </a:xfrm>
        </p:grpSpPr>
        <p:sp>
          <p:nvSpPr>
            <p:cNvPr id="2" name="箭头: V 形 1">
              <a:extLst>
                <a:ext uri="{FF2B5EF4-FFF2-40B4-BE49-F238E27FC236}">
                  <a16:creationId xmlns:a16="http://schemas.microsoft.com/office/drawing/2014/main" id="{BBFC9A0C-B87D-16A6-0B64-1DD62583D641}"/>
                </a:ext>
              </a:extLst>
            </p:cNvPr>
            <p:cNvSpPr/>
            <p:nvPr/>
          </p:nvSpPr>
          <p:spPr>
            <a:xfrm>
              <a:off x="501595" y="804920"/>
              <a:ext cx="153399" cy="259843"/>
            </a:xfrm>
            <a:prstGeom prst="chevron">
              <a:avLst>
                <a:gd name="adj" fmla="val 5528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箭头: V 形 5">
              <a:extLst>
                <a:ext uri="{FF2B5EF4-FFF2-40B4-BE49-F238E27FC236}">
                  <a16:creationId xmlns:a16="http://schemas.microsoft.com/office/drawing/2014/main" id="{096089FB-009D-ECAE-5BA0-276F170F86B1}"/>
                </a:ext>
              </a:extLst>
            </p:cNvPr>
            <p:cNvSpPr/>
            <p:nvPr/>
          </p:nvSpPr>
          <p:spPr>
            <a:xfrm>
              <a:off x="609213" y="804920"/>
              <a:ext cx="153399" cy="259843"/>
            </a:xfrm>
            <a:prstGeom prst="chevron">
              <a:avLst>
                <a:gd name="adj" fmla="val 5528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79" name="文本框 378">
            <a:extLst>
              <a:ext uri="{FF2B5EF4-FFF2-40B4-BE49-F238E27FC236}">
                <a16:creationId xmlns:a16="http://schemas.microsoft.com/office/drawing/2014/main" id="{0590C974-FBB5-45C3-C7E1-3B17DDB90CC9}"/>
              </a:ext>
            </a:extLst>
          </p:cNvPr>
          <p:cNvSpPr txBox="1"/>
          <p:nvPr/>
        </p:nvSpPr>
        <p:spPr>
          <a:xfrm>
            <a:off x="2500995" y="483926"/>
            <a:ext cx="4988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金山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Jinshan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85" name="文本框 384">
            <a:extLst>
              <a:ext uri="{FF2B5EF4-FFF2-40B4-BE49-F238E27FC236}">
                <a16:creationId xmlns:a16="http://schemas.microsoft.com/office/drawing/2014/main" id="{5E8ACB13-9683-DB15-22E6-0EE569F53297}"/>
              </a:ext>
            </a:extLst>
          </p:cNvPr>
          <p:cNvSpPr txBox="1"/>
          <p:nvPr/>
        </p:nvSpPr>
        <p:spPr>
          <a:xfrm>
            <a:off x="3497972" y="483926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海宁公园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Haining Park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89" name="文本框 388">
            <a:extLst>
              <a:ext uri="{FF2B5EF4-FFF2-40B4-BE49-F238E27FC236}">
                <a16:creationId xmlns:a16="http://schemas.microsoft.com/office/drawing/2014/main" id="{27FC31F1-4589-BB23-78FE-7763B02C9BD3}"/>
              </a:ext>
            </a:extLst>
          </p:cNvPr>
          <p:cNvSpPr txBox="1"/>
          <p:nvPr/>
        </p:nvSpPr>
        <p:spPr>
          <a:xfrm>
            <a:off x="4411249" y="483926"/>
            <a:ext cx="12442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海宁商务中心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Haining Business Center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93" name="文本框 392">
            <a:extLst>
              <a:ext uri="{FF2B5EF4-FFF2-40B4-BE49-F238E27FC236}">
                <a16:creationId xmlns:a16="http://schemas.microsoft.com/office/drawing/2014/main" id="{75F080DD-D670-DA8C-F2DD-2C4E41F1FE01}"/>
              </a:ext>
            </a:extLst>
          </p:cNvPr>
          <p:cNvSpPr txBox="1"/>
          <p:nvPr/>
        </p:nvSpPr>
        <p:spPr>
          <a:xfrm>
            <a:off x="5768561" y="483926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体育中心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Sports Center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97" name="文本框 396">
            <a:extLst>
              <a:ext uri="{FF2B5EF4-FFF2-40B4-BE49-F238E27FC236}">
                <a16:creationId xmlns:a16="http://schemas.microsoft.com/office/drawing/2014/main" id="{C8B6A172-F7C2-A615-6B6F-6F552BC93D4B}"/>
              </a:ext>
            </a:extLst>
          </p:cNvPr>
          <p:cNvSpPr txBox="1"/>
          <p:nvPr/>
        </p:nvSpPr>
        <p:spPr>
          <a:xfrm>
            <a:off x="6745332" y="483926"/>
            <a:ext cx="11368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迁安人民公园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latin typeface="+mn-ea"/>
                <a:cs typeface="Cascadia Code" panose="020B0609020000020004" pitchFamily="49" charset="0"/>
              </a:rPr>
              <a:t>Qian’an</a:t>
            </a:r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 People’s Park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403" name="文本框 402">
            <a:extLst>
              <a:ext uri="{FF2B5EF4-FFF2-40B4-BE49-F238E27FC236}">
                <a16:creationId xmlns:a16="http://schemas.microsoft.com/office/drawing/2014/main" id="{F3ED2AE9-7B98-A7E3-282A-43D8196B6749}"/>
              </a:ext>
            </a:extLst>
          </p:cNvPr>
          <p:cNvSpPr txBox="1"/>
          <p:nvPr/>
        </p:nvSpPr>
        <p:spPr>
          <a:xfrm>
            <a:off x="8036326" y="411621"/>
            <a:ext cx="8467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00" b="1" dirty="0">
                <a:latin typeface="宋体" panose="02010600030101010101" pitchFamily="2" charset="-122"/>
                <a:ea typeface="宋体" panose="02010600030101010101" pitchFamily="2" charset="-122"/>
              </a:rPr>
              <a:t>天海北站</a:t>
            </a:r>
            <a:endParaRPr lang="en-US" altLang="zh-CN" sz="11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latin typeface="+mn-ea"/>
                <a:cs typeface="Cascadia Code" panose="020B0609020000020004" pitchFamily="49" charset="0"/>
              </a:rPr>
              <a:t>Tianhai</a:t>
            </a:r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 North</a:t>
            </a: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Railway Station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73" name="文本框 372">
            <a:extLst>
              <a:ext uri="{FF2B5EF4-FFF2-40B4-BE49-F238E27FC236}">
                <a16:creationId xmlns:a16="http://schemas.microsoft.com/office/drawing/2014/main" id="{BE859488-0929-8DF3-C41E-0967145DCEA6}"/>
              </a:ext>
            </a:extLst>
          </p:cNvPr>
          <p:cNvSpPr txBox="1"/>
          <p:nvPr/>
        </p:nvSpPr>
        <p:spPr>
          <a:xfrm>
            <a:off x="114082" y="483926"/>
            <a:ext cx="7088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天海港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Tianhai</a:t>
            </a:r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 Port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77" name="文本框 376">
            <a:extLst>
              <a:ext uri="{FF2B5EF4-FFF2-40B4-BE49-F238E27FC236}">
                <a16:creationId xmlns:a16="http://schemas.microsoft.com/office/drawing/2014/main" id="{9011F556-313C-36CF-A562-23685574FCDE}"/>
              </a:ext>
            </a:extLst>
          </p:cNvPr>
          <p:cNvSpPr txBox="1"/>
          <p:nvPr/>
        </p:nvSpPr>
        <p:spPr>
          <a:xfrm>
            <a:off x="1167610" y="483926"/>
            <a:ext cx="8883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人民广场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People’s Square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BB5C4D7C-A121-EBD6-CD40-2D6A5B5BD86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550" y="1071848"/>
            <a:ext cx="463118" cy="270278"/>
          </a:xfrm>
          <a:prstGeom prst="rect">
            <a:avLst/>
          </a:prstGeom>
        </p:spPr>
      </p:pic>
      <p:sp>
        <p:nvSpPr>
          <p:cNvPr id="375" name="文本框 374">
            <a:extLst>
              <a:ext uri="{FF2B5EF4-FFF2-40B4-BE49-F238E27FC236}">
                <a16:creationId xmlns:a16="http://schemas.microsoft.com/office/drawing/2014/main" id="{7C5EAF43-D999-D8A7-CAED-D91F383036FA}"/>
              </a:ext>
            </a:extLst>
          </p:cNvPr>
          <p:cNvSpPr txBox="1"/>
          <p:nvPr/>
        </p:nvSpPr>
        <p:spPr>
          <a:xfrm>
            <a:off x="691110" y="1018885"/>
            <a:ext cx="7072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镇海路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Zhenhai</a:t>
            </a:r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 Rd.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81" name="文本框 380">
            <a:extLst>
              <a:ext uri="{FF2B5EF4-FFF2-40B4-BE49-F238E27FC236}">
                <a16:creationId xmlns:a16="http://schemas.microsoft.com/office/drawing/2014/main" id="{ED8E2E24-0729-3719-E6C2-C3D4A621D65B}"/>
              </a:ext>
            </a:extLst>
          </p:cNvPr>
          <p:cNvSpPr txBox="1"/>
          <p:nvPr/>
        </p:nvSpPr>
        <p:spPr>
          <a:xfrm>
            <a:off x="1751205" y="1019030"/>
            <a:ext cx="8595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中央大道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Central Avenue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83" name="文本框 382">
            <a:extLst>
              <a:ext uri="{FF2B5EF4-FFF2-40B4-BE49-F238E27FC236}">
                <a16:creationId xmlns:a16="http://schemas.microsoft.com/office/drawing/2014/main" id="{4CB1FD3C-DDFE-D7F3-1C84-2C105F326590}"/>
              </a:ext>
            </a:extLst>
          </p:cNvPr>
          <p:cNvSpPr txBox="1"/>
          <p:nvPr/>
        </p:nvSpPr>
        <p:spPr>
          <a:xfrm>
            <a:off x="2788605" y="1019030"/>
            <a:ext cx="10631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吕岭北站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latin typeface="+mn-ea"/>
                <a:cs typeface="Cascadia Code" panose="020B0609020000020004" pitchFamily="49" charset="0"/>
              </a:rPr>
              <a:t>Lvling</a:t>
            </a:r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 North Station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87" name="文本框 386">
            <a:extLst>
              <a:ext uri="{FF2B5EF4-FFF2-40B4-BE49-F238E27FC236}">
                <a16:creationId xmlns:a16="http://schemas.microsoft.com/office/drawing/2014/main" id="{3BCF297A-554C-D134-C4B2-783CB075625E}"/>
              </a:ext>
            </a:extLst>
          </p:cNvPr>
          <p:cNvSpPr txBox="1"/>
          <p:nvPr/>
        </p:nvSpPr>
        <p:spPr>
          <a:xfrm>
            <a:off x="3711944" y="1019030"/>
            <a:ext cx="1502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海宁行政中心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Haining Administrative Center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91" name="文本框 390">
            <a:extLst>
              <a:ext uri="{FF2B5EF4-FFF2-40B4-BE49-F238E27FC236}">
                <a16:creationId xmlns:a16="http://schemas.microsoft.com/office/drawing/2014/main" id="{A83D7E2E-3D27-4620-DADC-757386C13391}"/>
              </a:ext>
            </a:extLst>
          </p:cNvPr>
          <p:cNvSpPr txBox="1"/>
          <p:nvPr/>
        </p:nvSpPr>
        <p:spPr>
          <a:xfrm>
            <a:off x="5332712" y="1019030"/>
            <a:ext cx="5421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五通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latin typeface="+mn-ea"/>
                <a:cs typeface="Cascadia Code" panose="020B0609020000020004" pitchFamily="49" charset="0"/>
              </a:rPr>
              <a:t>Wutong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95" name="文本框 394">
            <a:extLst>
              <a:ext uri="{FF2B5EF4-FFF2-40B4-BE49-F238E27FC236}">
                <a16:creationId xmlns:a16="http://schemas.microsoft.com/office/drawing/2014/main" id="{3939D1A7-7DAA-D583-1263-0BB4D3493FBF}"/>
              </a:ext>
            </a:extLst>
          </p:cNvPr>
          <p:cNvSpPr txBox="1"/>
          <p:nvPr/>
        </p:nvSpPr>
        <p:spPr>
          <a:xfrm>
            <a:off x="6497136" y="1019030"/>
            <a:ext cx="4940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弋浔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latin typeface="+mn-ea"/>
                <a:cs typeface="Cascadia Code" panose="020B0609020000020004" pitchFamily="49" charset="0"/>
              </a:rPr>
              <a:t>Yixun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99" name="文本框 398">
            <a:extLst>
              <a:ext uri="{FF2B5EF4-FFF2-40B4-BE49-F238E27FC236}">
                <a16:creationId xmlns:a16="http://schemas.microsoft.com/office/drawing/2014/main" id="{7BDB41F4-5B69-D53D-61F5-02CB7E1D7609}"/>
              </a:ext>
            </a:extLst>
          </p:cNvPr>
          <p:cNvSpPr txBox="1"/>
          <p:nvPr/>
        </p:nvSpPr>
        <p:spPr>
          <a:xfrm>
            <a:off x="7435645" y="972461"/>
            <a:ext cx="88998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00" b="1" dirty="0">
                <a:latin typeface="宋体" panose="02010600030101010101" pitchFamily="2" charset="-122"/>
                <a:ea typeface="宋体" panose="02010600030101010101" pitchFamily="2" charset="-122"/>
              </a:rPr>
              <a:t>北站西广场</a:t>
            </a:r>
            <a:endParaRPr lang="en-US" altLang="zh-CN" sz="11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Railway Station</a:t>
            </a: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West Square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pic>
        <p:nvPicPr>
          <p:cNvPr id="444" name="图片 443">
            <a:extLst>
              <a:ext uri="{FF2B5EF4-FFF2-40B4-BE49-F238E27FC236}">
                <a16:creationId xmlns:a16="http://schemas.microsoft.com/office/drawing/2014/main" id="{957F18E2-3FF6-2636-7803-8D726524528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783" y="1232304"/>
            <a:ext cx="332273" cy="193917"/>
          </a:xfrm>
          <a:prstGeom prst="rect">
            <a:avLst/>
          </a:prstGeom>
        </p:spPr>
      </p:pic>
      <p:pic>
        <p:nvPicPr>
          <p:cNvPr id="452" name="图片 451">
            <a:extLst>
              <a:ext uri="{FF2B5EF4-FFF2-40B4-BE49-F238E27FC236}">
                <a16:creationId xmlns:a16="http://schemas.microsoft.com/office/drawing/2014/main" id="{C89BD97B-FCC1-06E9-A4EB-974ADA95F99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5845" y="1079839"/>
            <a:ext cx="334150" cy="193917"/>
          </a:xfrm>
          <a:prstGeom prst="rect">
            <a:avLst/>
          </a:prstGeom>
        </p:spPr>
      </p:pic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5B615555-3F78-7B7D-06E0-EBDB9C9F043B}"/>
              </a:ext>
            </a:extLst>
          </p:cNvPr>
          <p:cNvSpPr/>
          <p:nvPr/>
        </p:nvSpPr>
        <p:spPr>
          <a:xfrm rot="16200000" flipV="1">
            <a:off x="3252467" y="802397"/>
            <a:ext cx="149365" cy="115523"/>
          </a:xfrm>
          <a:prstGeom prst="homePlate">
            <a:avLst>
              <a:gd name="adj" fmla="val 41754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A16CDE07-EAC0-93FC-5F68-583E229C1F0F}"/>
              </a:ext>
            </a:extLst>
          </p:cNvPr>
          <p:cNvSpPr/>
          <p:nvPr/>
        </p:nvSpPr>
        <p:spPr>
          <a:xfrm>
            <a:off x="3262857" y="879787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45E51F8-8818-4E2E-89A3-95AA76ED90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2449" y="546366"/>
            <a:ext cx="463118" cy="270278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DC8400CF-81BB-78F1-67FE-AC7C450334F4}"/>
              </a:ext>
            </a:extLst>
          </p:cNvPr>
          <p:cNvGrpSpPr/>
          <p:nvPr/>
        </p:nvGrpSpPr>
        <p:grpSpPr>
          <a:xfrm flipH="1">
            <a:off x="3287580" y="895239"/>
            <a:ext cx="86486" cy="88006"/>
            <a:chOff x="3384914" y="1617979"/>
            <a:chExt cx="790846" cy="825340"/>
          </a:xfrm>
        </p:grpSpPr>
        <p:sp>
          <p:nvSpPr>
            <p:cNvPr id="11" name="箭头: 环形 10">
              <a:extLst>
                <a:ext uri="{FF2B5EF4-FFF2-40B4-BE49-F238E27FC236}">
                  <a16:creationId xmlns:a16="http://schemas.microsoft.com/office/drawing/2014/main" id="{7B79319D-6249-4CC4-BBB7-CF6A4756697B}"/>
                </a:ext>
              </a:extLst>
            </p:cNvPr>
            <p:cNvSpPr/>
            <p:nvPr/>
          </p:nvSpPr>
          <p:spPr>
            <a:xfrm>
              <a:off x="3384914" y="1617979"/>
              <a:ext cx="790846" cy="797055"/>
            </a:xfrm>
            <a:prstGeom prst="circular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箭头: 环形 11">
              <a:extLst>
                <a:ext uri="{FF2B5EF4-FFF2-40B4-BE49-F238E27FC236}">
                  <a16:creationId xmlns:a16="http://schemas.microsoft.com/office/drawing/2014/main" id="{2649466A-FEE0-78BD-46C0-A086FDE811C1}"/>
                </a:ext>
              </a:extLst>
            </p:cNvPr>
            <p:cNvSpPr/>
            <p:nvPr/>
          </p:nvSpPr>
          <p:spPr>
            <a:xfrm flipH="1" flipV="1">
              <a:off x="3384914" y="1646263"/>
              <a:ext cx="790846" cy="797056"/>
            </a:xfrm>
            <a:prstGeom prst="circularArrow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92421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1000" fill="hold"/>
                                        <p:tgtEl>
                                          <p:spTgt spid="4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63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335E-6 3.85888E-6 L 0.02346 -0.00111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64" y="-11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F6C2F-229D-D147-81B5-20E3C5A79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>
            <a:extLst>
              <a:ext uri="{FF2B5EF4-FFF2-40B4-BE49-F238E27FC236}">
                <a16:creationId xmlns:a16="http://schemas.microsoft.com/office/drawing/2014/main" id="{373A9F87-F680-3F7A-7FAD-41A797EF6984}"/>
              </a:ext>
            </a:extLst>
          </p:cNvPr>
          <p:cNvSpPr txBox="1"/>
          <p:nvPr/>
        </p:nvSpPr>
        <p:spPr>
          <a:xfrm>
            <a:off x="68059" y="425228"/>
            <a:ext cx="203132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中央大道</a:t>
            </a:r>
            <a:endParaRPr lang="en-US" altLang="zh-CN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2000" dirty="0">
                <a:latin typeface="+mn-ea"/>
              </a:rPr>
              <a:t>Central Avenue.</a:t>
            </a:r>
            <a:endParaRPr lang="zh-CN" altLang="en-US" sz="2000" dirty="0">
              <a:latin typeface="+mn-ea"/>
            </a:endParaRPr>
          </a:p>
        </p:txBody>
      </p:sp>
      <p:grpSp>
        <p:nvGrpSpPr>
          <p:cNvPr id="648" name="组合 647">
            <a:extLst>
              <a:ext uri="{FF2B5EF4-FFF2-40B4-BE49-F238E27FC236}">
                <a16:creationId xmlns:a16="http://schemas.microsoft.com/office/drawing/2014/main" id="{BF2C1525-D802-CDCA-A1E4-60FFBA1CB0F8}"/>
              </a:ext>
            </a:extLst>
          </p:cNvPr>
          <p:cNvGrpSpPr/>
          <p:nvPr/>
        </p:nvGrpSpPr>
        <p:grpSpPr>
          <a:xfrm>
            <a:off x="-4835331" y="564611"/>
            <a:ext cx="4713780" cy="347183"/>
            <a:chOff x="2180050" y="555098"/>
            <a:chExt cx="4713780" cy="347183"/>
          </a:xfrm>
        </p:grpSpPr>
        <p:grpSp>
          <p:nvGrpSpPr>
            <p:cNvPr id="631" name="组合 630">
              <a:extLst>
                <a:ext uri="{FF2B5EF4-FFF2-40B4-BE49-F238E27FC236}">
                  <a16:creationId xmlns:a16="http://schemas.microsoft.com/office/drawing/2014/main" id="{63A0AB35-22AB-3DE7-6A55-D47ECC49BECE}"/>
                </a:ext>
              </a:extLst>
            </p:cNvPr>
            <p:cNvGrpSpPr/>
            <p:nvPr/>
          </p:nvGrpSpPr>
          <p:grpSpPr>
            <a:xfrm>
              <a:off x="3758078" y="601135"/>
              <a:ext cx="771789" cy="230164"/>
              <a:chOff x="2969309" y="601138"/>
              <a:chExt cx="771789" cy="230164"/>
            </a:xfrm>
          </p:grpSpPr>
          <p:sp>
            <p:nvSpPr>
              <p:cNvPr id="632" name="矩形 631">
                <a:extLst>
                  <a:ext uri="{FF2B5EF4-FFF2-40B4-BE49-F238E27FC236}">
                    <a16:creationId xmlns:a16="http://schemas.microsoft.com/office/drawing/2014/main" id="{8D3D5E9E-650A-5CFB-0BBB-5B09D9DE44FF}"/>
                  </a:ext>
                </a:extLst>
              </p:cNvPr>
              <p:cNvSpPr/>
              <p:nvPr/>
            </p:nvSpPr>
            <p:spPr>
              <a:xfrm>
                <a:off x="2969309" y="601138"/>
                <a:ext cx="769621" cy="2301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3" name="矩形: 圆角 632">
                <a:extLst>
                  <a:ext uri="{FF2B5EF4-FFF2-40B4-BE49-F238E27FC236}">
                    <a16:creationId xmlns:a16="http://schemas.microsoft.com/office/drawing/2014/main" id="{64D7F9B9-EFC4-AFDC-89D6-89F900149B4E}"/>
                  </a:ext>
                </a:extLst>
              </p:cNvPr>
              <p:cNvSpPr/>
              <p:nvPr/>
            </p:nvSpPr>
            <p:spPr>
              <a:xfrm>
                <a:off x="2971478" y="633445"/>
                <a:ext cx="769620" cy="97294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634" name="直接连接符 633">
                <a:extLst>
                  <a:ext uri="{FF2B5EF4-FFF2-40B4-BE49-F238E27FC236}">
                    <a16:creationId xmlns:a16="http://schemas.microsoft.com/office/drawing/2014/main" id="{127E1853-A2CA-A98B-48BC-787120016F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478" y="76426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5" name="直接连接符 634">
                <a:extLst>
                  <a:ext uri="{FF2B5EF4-FFF2-40B4-BE49-F238E27FC236}">
                    <a16:creationId xmlns:a16="http://schemas.microsoft.com/office/drawing/2014/main" id="{9CB294C8-E36D-3048-BA53-EFE7944B053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36399" y="63344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03" name="组合 602">
              <a:extLst>
                <a:ext uri="{FF2B5EF4-FFF2-40B4-BE49-F238E27FC236}">
                  <a16:creationId xmlns:a16="http://schemas.microsoft.com/office/drawing/2014/main" id="{5B4CFE27-8559-7A61-6961-536AD65417F4}"/>
                </a:ext>
              </a:extLst>
            </p:cNvPr>
            <p:cNvGrpSpPr/>
            <p:nvPr/>
          </p:nvGrpSpPr>
          <p:grpSpPr>
            <a:xfrm>
              <a:off x="2969309" y="601138"/>
              <a:ext cx="771789" cy="230164"/>
              <a:chOff x="2969309" y="601138"/>
              <a:chExt cx="771789" cy="230164"/>
            </a:xfrm>
          </p:grpSpPr>
          <p:sp>
            <p:nvSpPr>
              <p:cNvPr id="602" name="矩形 601">
                <a:extLst>
                  <a:ext uri="{FF2B5EF4-FFF2-40B4-BE49-F238E27FC236}">
                    <a16:creationId xmlns:a16="http://schemas.microsoft.com/office/drawing/2014/main" id="{53EF8DED-EFD9-E01A-3D19-75FF0794F594}"/>
                  </a:ext>
                </a:extLst>
              </p:cNvPr>
              <p:cNvSpPr/>
              <p:nvPr/>
            </p:nvSpPr>
            <p:spPr>
              <a:xfrm>
                <a:off x="2969309" y="601138"/>
                <a:ext cx="769621" cy="2301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5" name="矩形: 圆角 134">
                <a:extLst>
                  <a:ext uri="{FF2B5EF4-FFF2-40B4-BE49-F238E27FC236}">
                    <a16:creationId xmlns:a16="http://schemas.microsoft.com/office/drawing/2014/main" id="{72E83A8C-3290-1D7C-9D80-2E5EDDCB4004}"/>
                  </a:ext>
                </a:extLst>
              </p:cNvPr>
              <p:cNvSpPr/>
              <p:nvPr/>
            </p:nvSpPr>
            <p:spPr>
              <a:xfrm>
                <a:off x="2971478" y="633445"/>
                <a:ext cx="769620" cy="97294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36" name="直接连接符 135">
                <a:extLst>
                  <a:ext uri="{FF2B5EF4-FFF2-40B4-BE49-F238E27FC236}">
                    <a16:creationId xmlns:a16="http://schemas.microsoft.com/office/drawing/2014/main" id="{F3E221FA-1808-F3EE-C3CF-03CBC79A54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478" y="76426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直接连接符 136">
                <a:extLst>
                  <a:ext uri="{FF2B5EF4-FFF2-40B4-BE49-F238E27FC236}">
                    <a16:creationId xmlns:a16="http://schemas.microsoft.com/office/drawing/2014/main" id="{E9501302-79E5-BAC8-9C3D-0392EEC9E8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36399" y="63344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4" name="组合 183">
              <a:extLst>
                <a:ext uri="{FF2B5EF4-FFF2-40B4-BE49-F238E27FC236}">
                  <a16:creationId xmlns:a16="http://schemas.microsoft.com/office/drawing/2014/main" id="{E1AA9BEF-C52C-F0A4-8BC8-913E978191C0}"/>
                </a:ext>
              </a:extLst>
            </p:cNvPr>
            <p:cNvGrpSpPr/>
            <p:nvPr/>
          </p:nvGrpSpPr>
          <p:grpSpPr>
            <a:xfrm flipH="1">
              <a:off x="6096902" y="601138"/>
              <a:ext cx="796928" cy="230167"/>
              <a:chOff x="2533557" y="715860"/>
              <a:chExt cx="796928" cy="230167"/>
            </a:xfrm>
          </p:grpSpPr>
          <p:sp>
            <p:nvSpPr>
              <p:cNvPr id="187" name="矩形: 圆角 186">
                <a:extLst>
                  <a:ext uri="{FF2B5EF4-FFF2-40B4-BE49-F238E27FC236}">
                    <a16:creationId xmlns:a16="http://schemas.microsoft.com/office/drawing/2014/main" id="{063C8164-9DB4-4926-9E83-A6B499877361}"/>
                  </a:ext>
                </a:extLst>
              </p:cNvPr>
              <p:cNvSpPr/>
              <p:nvPr/>
            </p:nvSpPr>
            <p:spPr>
              <a:xfrm>
                <a:off x="2533557" y="715860"/>
                <a:ext cx="783274" cy="230167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8" name="矩形: 圆角 187">
                <a:extLst>
                  <a:ext uri="{FF2B5EF4-FFF2-40B4-BE49-F238E27FC236}">
                    <a16:creationId xmlns:a16="http://schemas.microsoft.com/office/drawing/2014/main" id="{02509FF6-1D79-48A2-50EB-BD23DDC27AEE}"/>
                  </a:ext>
                </a:extLst>
              </p:cNvPr>
              <p:cNvSpPr/>
              <p:nvPr/>
            </p:nvSpPr>
            <p:spPr>
              <a:xfrm>
                <a:off x="2601967" y="748165"/>
                <a:ext cx="728518" cy="97294"/>
              </a:xfrm>
              <a:prstGeom prst="roundRect">
                <a:avLst>
                  <a:gd name="adj" fmla="val 2937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91" name="直接连接符 190">
                <a:extLst>
                  <a:ext uri="{FF2B5EF4-FFF2-40B4-BE49-F238E27FC236}">
                    <a16:creationId xmlns:a16="http://schemas.microsoft.com/office/drawing/2014/main" id="{59A9C6EE-7AC0-6757-CD63-A6BC389483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41223" y="87898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" name="直接连接符 255">
                <a:extLst>
                  <a:ext uri="{FF2B5EF4-FFF2-40B4-BE49-F238E27FC236}">
                    <a16:creationId xmlns:a16="http://schemas.microsoft.com/office/drawing/2014/main" id="{37B9CCED-3C65-33E5-95FA-DAB34743D4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06144" y="74816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09" name="组合 608">
              <a:extLst>
                <a:ext uri="{FF2B5EF4-FFF2-40B4-BE49-F238E27FC236}">
                  <a16:creationId xmlns:a16="http://schemas.microsoft.com/office/drawing/2014/main" id="{7B1CB1B4-F9C8-FEE8-01F1-C47EDBA25A28}"/>
                </a:ext>
              </a:extLst>
            </p:cNvPr>
            <p:cNvGrpSpPr/>
            <p:nvPr/>
          </p:nvGrpSpPr>
          <p:grpSpPr>
            <a:xfrm>
              <a:off x="2180050" y="568597"/>
              <a:ext cx="836837" cy="295251"/>
              <a:chOff x="2180050" y="568597"/>
              <a:chExt cx="836837" cy="295251"/>
            </a:xfrm>
          </p:grpSpPr>
          <p:sp>
            <p:nvSpPr>
              <p:cNvPr id="601" name="矩形: 单圆角 600">
                <a:extLst>
                  <a:ext uri="{FF2B5EF4-FFF2-40B4-BE49-F238E27FC236}">
                    <a16:creationId xmlns:a16="http://schemas.microsoft.com/office/drawing/2014/main" id="{BAB3E414-5174-78C7-804B-4054453DE440}"/>
                  </a:ext>
                </a:extLst>
              </p:cNvPr>
              <p:cNvSpPr/>
              <p:nvPr/>
            </p:nvSpPr>
            <p:spPr>
              <a:xfrm flipH="1">
                <a:off x="2180050" y="601138"/>
                <a:ext cx="779683" cy="230167"/>
              </a:xfrm>
              <a:prstGeom prst="round1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8" name="矩形: 圆角 507">
                <a:extLst>
                  <a:ext uri="{FF2B5EF4-FFF2-40B4-BE49-F238E27FC236}">
                    <a16:creationId xmlns:a16="http://schemas.microsoft.com/office/drawing/2014/main" id="{82755C1E-E6BC-EB2D-6086-43102ECCCCFC}"/>
                  </a:ext>
                </a:extLst>
              </p:cNvPr>
              <p:cNvSpPr/>
              <p:nvPr/>
            </p:nvSpPr>
            <p:spPr>
              <a:xfrm>
                <a:off x="2248948" y="633445"/>
                <a:ext cx="767939" cy="97294"/>
              </a:xfrm>
              <a:prstGeom prst="roundRect">
                <a:avLst>
                  <a:gd name="adj" fmla="val 2937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509" name="直接连接符 508">
                <a:extLst>
                  <a:ext uri="{FF2B5EF4-FFF2-40B4-BE49-F238E27FC236}">
                    <a16:creationId xmlns:a16="http://schemas.microsoft.com/office/drawing/2014/main" id="{2CF1C59E-3035-9317-4628-5D4D31E109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88205" y="76426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0" name="直接连接符 509">
                <a:extLst>
                  <a:ext uri="{FF2B5EF4-FFF2-40B4-BE49-F238E27FC236}">
                    <a16:creationId xmlns:a16="http://schemas.microsoft.com/office/drawing/2014/main" id="{703978DB-42B4-A6A0-79C7-7FB08F24B8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53126" y="63344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6" name="直接连接符 505">
                <a:extLst>
                  <a:ext uri="{FF2B5EF4-FFF2-40B4-BE49-F238E27FC236}">
                    <a16:creationId xmlns:a16="http://schemas.microsoft.com/office/drawing/2014/main" id="{0FAFA0BD-0264-3F5E-79B2-BA24F5E5B1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63813" y="568597"/>
                <a:ext cx="0" cy="295251"/>
              </a:xfrm>
              <a:prstGeom prst="line">
                <a:avLst/>
              </a:prstGeom>
              <a:ln w="254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2" name="矩形 161">
              <a:extLst>
                <a:ext uri="{FF2B5EF4-FFF2-40B4-BE49-F238E27FC236}">
                  <a16:creationId xmlns:a16="http://schemas.microsoft.com/office/drawing/2014/main" id="{3562770D-7A12-5C66-B51E-9012D3B6147B}"/>
                </a:ext>
              </a:extLst>
            </p:cNvPr>
            <p:cNvSpPr/>
            <p:nvPr/>
          </p:nvSpPr>
          <p:spPr>
            <a:xfrm>
              <a:off x="3758981" y="555098"/>
              <a:ext cx="790456" cy="347183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b="1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当前车厢</a:t>
              </a:r>
              <a:endParaRPr lang="en-US" altLang="zh-CN" sz="11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ctr"/>
              <a:r>
                <a:rPr lang="zh-CN" altLang="zh-CN" sz="800" dirty="0"/>
                <a:t>Current Car</a:t>
              </a:r>
            </a:p>
          </p:txBody>
        </p:sp>
        <p:sp>
          <p:nvSpPr>
            <p:cNvPr id="611" name="矩形: 单圆角 610">
              <a:extLst>
                <a:ext uri="{FF2B5EF4-FFF2-40B4-BE49-F238E27FC236}">
                  <a16:creationId xmlns:a16="http://schemas.microsoft.com/office/drawing/2014/main" id="{ED459D47-B30C-0B0A-B81C-A9E1E610BC6C}"/>
                </a:ext>
              </a:extLst>
            </p:cNvPr>
            <p:cNvSpPr/>
            <p:nvPr/>
          </p:nvSpPr>
          <p:spPr>
            <a:xfrm>
              <a:off x="6108241" y="601135"/>
              <a:ext cx="779683" cy="230167"/>
            </a:xfrm>
            <a:prstGeom prst="round1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2" name="矩形: 圆角 611">
              <a:extLst>
                <a:ext uri="{FF2B5EF4-FFF2-40B4-BE49-F238E27FC236}">
                  <a16:creationId xmlns:a16="http://schemas.microsoft.com/office/drawing/2014/main" id="{987F1653-21E6-D9AC-14FF-E02D4BA2FC5A}"/>
                </a:ext>
              </a:extLst>
            </p:cNvPr>
            <p:cNvSpPr/>
            <p:nvPr/>
          </p:nvSpPr>
          <p:spPr>
            <a:xfrm flipH="1">
              <a:off x="6051087" y="633442"/>
              <a:ext cx="767939" cy="97294"/>
            </a:xfrm>
            <a:prstGeom prst="roundRect">
              <a:avLst>
                <a:gd name="adj" fmla="val 2937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13" name="直接连接符 612">
              <a:extLst>
                <a:ext uri="{FF2B5EF4-FFF2-40B4-BE49-F238E27FC236}">
                  <a16:creationId xmlns:a16="http://schemas.microsoft.com/office/drawing/2014/main" id="{5F9CB3C2-3B22-9F00-D11D-CEAEAF206A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11828" y="764259"/>
              <a:ext cx="767941" cy="0"/>
            </a:xfrm>
            <a:prstGeom prst="line">
              <a:avLst/>
            </a:prstGeom>
            <a:ln>
              <a:solidFill>
                <a:srgbClr val="E6001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4" name="直接连接符 613">
              <a:extLst>
                <a:ext uri="{FF2B5EF4-FFF2-40B4-BE49-F238E27FC236}">
                  <a16:creationId xmlns:a16="http://schemas.microsoft.com/office/drawing/2014/main" id="{8E652EE1-5D0C-E697-17A9-99C4693AB4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14848" y="633442"/>
              <a:ext cx="0" cy="9729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4CCCFBCE-0643-D277-961E-5F684F67C986}"/>
                </a:ext>
              </a:extLst>
            </p:cNvPr>
            <p:cNvCxnSpPr>
              <a:cxnSpLocks/>
            </p:cNvCxnSpPr>
            <p:nvPr/>
          </p:nvCxnSpPr>
          <p:spPr>
            <a:xfrm>
              <a:off x="3747086" y="568597"/>
              <a:ext cx="0" cy="295251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36" name="组合 635">
              <a:extLst>
                <a:ext uri="{FF2B5EF4-FFF2-40B4-BE49-F238E27FC236}">
                  <a16:creationId xmlns:a16="http://schemas.microsoft.com/office/drawing/2014/main" id="{90B8639B-5908-520A-5A15-B1E5F8007284}"/>
                </a:ext>
              </a:extLst>
            </p:cNvPr>
            <p:cNvGrpSpPr/>
            <p:nvPr/>
          </p:nvGrpSpPr>
          <p:grpSpPr>
            <a:xfrm>
              <a:off x="4548425" y="601135"/>
              <a:ext cx="771789" cy="230164"/>
              <a:chOff x="2969309" y="601138"/>
              <a:chExt cx="771789" cy="230164"/>
            </a:xfrm>
          </p:grpSpPr>
          <p:sp>
            <p:nvSpPr>
              <p:cNvPr id="637" name="矩形 636">
                <a:extLst>
                  <a:ext uri="{FF2B5EF4-FFF2-40B4-BE49-F238E27FC236}">
                    <a16:creationId xmlns:a16="http://schemas.microsoft.com/office/drawing/2014/main" id="{8DA56025-2D7D-635F-DC53-B189874E71D4}"/>
                  </a:ext>
                </a:extLst>
              </p:cNvPr>
              <p:cNvSpPr/>
              <p:nvPr/>
            </p:nvSpPr>
            <p:spPr>
              <a:xfrm>
                <a:off x="2969309" y="601138"/>
                <a:ext cx="769621" cy="2301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8" name="矩形: 圆角 637">
                <a:extLst>
                  <a:ext uri="{FF2B5EF4-FFF2-40B4-BE49-F238E27FC236}">
                    <a16:creationId xmlns:a16="http://schemas.microsoft.com/office/drawing/2014/main" id="{EA7EC143-524B-C1B3-6831-111D871A8EA4}"/>
                  </a:ext>
                </a:extLst>
              </p:cNvPr>
              <p:cNvSpPr/>
              <p:nvPr/>
            </p:nvSpPr>
            <p:spPr>
              <a:xfrm>
                <a:off x="2971478" y="633445"/>
                <a:ext cx="769620" cy="97294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639" name="直接连接符 638">
                <a:extLst>
                  <a:ext uri="{FF2B5EF4-FFF2-40B4-BE49-F238E27FC236}">
                    <a16:creationId xmlns:a16="http://schemas.microsoft.com/office/drawing/2014/main" id="{7DBCF56B-5D33-2016-54B8-9EB8AB2302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478" y="76426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0" name="直接连接符 639">
                <a:extLst>
                  <a:ext uri="{FF2B5EF4-FFF2-40B4-BE49-F238E27FC236}">
                    <a16:creationId xmlns:a16="http://schemas.microsoft.com/office/drawing/2014/main" id="{E6DC2BC1-9539-23EA-B6DE-C3BBAACF0A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36399" y="63344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41" name="直接连接符 640">
              <a:extLst>
                <a:ext uri="{FF2B5EF4-FFF2-40B4-BE49-F238E27FC236}">
                  <a16:creationId xmlns:a16="http://schemas.microsoft.com/office/drawing/2014/main" id="{99A0964C-99FE-7EC0-11E3-33685C0B44DF}"/>
                </a:ext>
              </a:extLst>
            </p:cNvPr>
            <p:cNvCxnSpPr>
              <a:cxnSpLocks/>
            </p:cNvCxnSpPr>
            <p:nvPr/>
          </p:nvCxnSpPr>
          <p:spPr>
            <a:xfrm>
              <a:off x="4537433" y="568597"/>
              <a:ext cx="0" cy="295251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42" name="组合 641">
              <a:extLst>
                <a:ext uri="{FF2B5EF4-FFF2-40B4-BE49-F238E27FC236}">
                  <a16:creationId xmlns:a16="http://schemas.microsoft.com/office/drawing/2014/main" id="{AEE13F63-FB5E-E5FB-B8B7-38B9FD9DA269}"/>
                </a:ext>
              </a:extLst>
            </p:cNvPr>
            <p:cNvGrpSpPr/>
            <p:nvPr/>
          </p:nvGrpSpPr>
          <p:grpSpPr>
            <a:xfrm>
              <a:off x="5330874" y="601132"/>
              <a:ext cx="771789" cy="230164"/>
              <a:chOff x="2969309" y="601138"/>
              <a:chExt cx="771789" cy="230164"/>
            </a:xfrm>
          </p:grpSpPr>
          <p:sp>
            <p:nvSpPr>
              <p:cNvPr id="643" name="矩形 642">
                <a:extLst>
                  <a:ext uri="{FF2B5EF4-FFF2-40B4-BE49-F238E27FC236}">
                    <a16:creationId xmlns:a16="http://schemas.microsoft.com/office/drawing/2014/main" id="{70C734E6-722F-D499-9754-82388C953473}"/>
                  </a:ext>
                </a:extLst>
              </p:cNvPr>
              <p:cNvSpPr/>
              <p:nvPr/>
            </p:nvSpPr>
            <p:spPr>
              <a:xfrm>
                <a:off x="2969309" y="601138"/>
                <a:ext cx="769621" cy="2301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4" name="矩形: 圆角 643">
                <a:extLst>
                  <a:ext uri="{FF2B5EF4-FFF2-40B4-BE49-F238E27FC236}">
                    <a16:creationId xmlns:a16="http://schemas.microsoft.com/office/drawing/2014/main" id="{77D0879E-0172-B983-571F-EF79FF1D518E}"/>
                  </a:ext>
                </a:extLst>
              </p:cNvPr>
              <p:cNvSpPr/>
              <p:nvPr/>
            </p:nvSpPr>
            <p:spPr>
              <a:xfrm>
                <a:off x="2971478" y="633445"/>
                <a:ext cx="769620" cy="97294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645" name="直接连接符 644">
                <a:extLst>
                  <a:ext uri="{FF2B5EF4-FFF2-40B4-BE49-F238E27FC236}">
                    <a16:creationId xmlns:a16="http://schemas.microsoft.com/office/drawing/2014/main" id="{21610CC1-79BA-0C6A-5B5A-24E12320DE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478" y="76426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6" name="直接连接符 645">
                <a:extLst>
                  <a:ext uri="{FF2B5EF4-FFF2-40B4-BE49-F238E27FC236}">
                    <a16:creationId xmlns:a16="http://schemas.microsoft.com/office/drawing/2014/main" id="{EFACF9E8-39EA-D251-BA5D-A31E50B89B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36399" y="63344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47" name="直接连接符 646">
              <a:extLst>
                <a:ext uri="{FF2B5EF4-FFF2-40B4-BE49-F238E27FC236}">
                  <a16:creationId xmlns:a16="http://schemas.microsoft.com/office/drawing/2014/main" id="{D52F2851-2A34-26CD-EE5A-8947FA70BAAB}"/>
                </a:ext>
              </a:extLst>
            </p:cNvPr>
            <p:cNvCxnSpPr>
              <a:cxnSpLocks/>
            </p:cNvCxnSpPr>
            <p:nvPr/>
          </p:nvCxnSpPr>
          <p:spPr>
            <a:xfrm>
              <a:off x="5319882" y="568594"/>
              <a:ext cx="0" cy="295251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5" name="直接连接符 614">
              <a:extLst>
                <a:ext uri="{FF2B5EF4-FFF2-40B4-BE49-F238E27FC236}">
                  <a16:creationId xmlns:a16="http://schemas.microsoft.com/office/drawing/2014/main" id="{97467D73-AA9A-D1AD-4346-5BD2FD93CF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4161" y="568594"/>
              <a:ext cx="0" cy="295251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AF2BE901-01BE-AF7A-315D-DE91D4860A4A}"/>
              </a:ext>
            </a:extLst>
          </p:cNvPr>
          <p:cNvSpPr/>
          <p:nvPr/>
        </p:nvSpPr>
        <p:spPr>
          <a:xfrm>
            <a:off x="7671197" y="486678"/>
            <a:ext cx="275749" cy="622300"/>
          </a:xfrm>
          <a:custGeom>
            <a:avLst/>
            <a:gdLst>
              <a:gd name="csX0" fmla="*/ 43894 w 275749"/>
              <a:gd name="csY0" fmla="*/ 63500 h 622300"/>
              <a:gd name="csX1" fmla="*/ 43894 w 275749"/>
              <a:gd name="csY1" fmla="*/ 251460 h 622300"/>
              <a:gd name="csX2" fmla="*/ 231854 w 275749"/>
              <a:gd name="csY2" fmla="*/ 251460 h 622300"/>
              <a:gd name="csX3" fmla="*/ 231854 w 275749"/>
              <a:gd name="csY3" fmla="*/ 63500 h 622300"/>
              <a:gd name="csX4" fmla="*/ 0 w 275749"/>
              <a:gd name="csY4" fmla="*/ 0 h 622300"/>
              <a:gd name="csX5" fmla="*/ 275749 w 275749"/>
              <a:gd name="csY5" fmla="*/ 0 h 622300"/>
              <a:gd name="csX6" fmla="*/ 275749 w 275749"/>
              <a:gd name="csY6" fmla="*/ 622300 h 622300"/>
              <a:gd name="csX7" fmla="*/ 0 w 275749"/>
              <a:gd name="csY7" fmla="*/ 622300 h 6223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75749" h="622300">
                <a:moveTo>
                  <a:pt x="43894" y="63500"/>
                </a:moveTo>
                <a:lnTo>
                  <a:pt x="43894" y="251460"/>
                </a:lnTo>
                <a:lnTo>
                  <a:pt x="231854" y="251460"/>
                </a:lnTo>
                <a:lnTo>
                  <a:pt x="231854" y="63500"/>
                </a:lnTo>
                <a:close/>
                <a:moveTo>
                  <a:pt x="0" y="0"/>
                </a:moveTo>
                <a:lnTo>
                  <a:pt x="275749" y="0"/>
                </a:lnTo>
                <a:lnTo>
                  <a:pt x="275749" y="622300"/>
                </a:lnTo>
                <a:lnTo>
                  <a:pt x="0" y="62230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77D57C47-4FDD-13E2-AF89-B203E6E26026}"/>
              </a:ext>
            </a:extLst>
          </p:cNvPr>
          <p:cNvSpPr/>
          <p:nvPr/>
        </p:nvSpPr>
        <p:spPr>
          <a:xfrm>
            <a:off x="7946946" y="486678"/>
            <a:ext cx="275749" cy="622300"/>
          </a:xfrm>
          <a:custGeom>
            <a:avLst/>
            <a:gdLst>
              <a:gd name="csX0" fmla="*/ 43894 w 275749"/>
              <a:gd name="csY0" fmla="*/ 63500 h 622300"/>
              <a:gd name="csX1" fmla="*/ 43894 w 275749"/>
              <a:gd name="csY1" fmla="*/ 251460 h 622300"/>
              <a:gd name="csX2" fmla="*/ 231854 w 275749"/>
              <a:gd name="csY2" fmla="*/ 251460 h 622300"/>
              <a:gd name="csX3" fmla="*/ 231854 w 275749"/>
              <a:gd name="csY3" fmla="*/ 63500 h 622300"/>
              <a:gd name="csX4" fmla="*/ 0 w 275749"/>
              <a:gd name="csY4" fmla="*/ 0 h 622300"/>
              <a:gd name="csX5" fmla="*/ 275749 w 275749"/>
              <a:gd name="csY5" fmla="*/ 0 h 622300"/>
              <a:gd name="csX6" fmla="*/ 275749 w 275749"/>
              <a:gd name="csY6" fmla="*/ 622300 h 622300"/>
              <a:gd name="csX7" fmla="*/ 0 w 275749"/>
              <a:gd name="csY7" fmla="*/ 622300 h 6223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75749" h="622300">
                <a:moveTo>
                  <a:pt x="43894" y="63500"/>
                </a:moveTo>
                <a:lnTo>
                  <a:pt x="43894" y="251460"/>
                </a:lnTo>
                <a:lnTo>
                  <a:pt x="231854" y="251460"/>
                </a:lnTo>
                <a:lnTo>
                  <a:pt x="231854" y="63500"/>
                </a:lnTo>
                <a:close/>
                <a:moveTo>
                  <a:pt x="0" y="0"/>
                </a:moveTo>
                <a:lnTo>
                  <a:pt x="275749" y="0"/>
                </a:lnTo>
                <a:lnTo>
                  <a:pt x="275749" y="622300"/>
                </a:lnTo>
                <a:lnTo>
                  <a:pt x="0" y="62230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20" name="箭头: 上 19">
            <a:extLst>
              <a:ext uri="{FF2B5EF4-FFF2-40B4-BE49-F238E27FC236}">
                <a16:creationId xmlns:a16="http://schemas.microsoft.com/office/drawing/2014/main" id="{71C74FD6-9EA6-36C7-0F6B-A1C1A98585A5}"/>
              </a:ext>
            </a:extLst>
          </p:cNvPr>
          <p:cNvSpPr/>
          <p:nvPr/>
        </p:nvSpPr>
        <p:spPr>
          <a:xfrm>
            <a:off x="7802166" y="882994"/>
            <a:ext cx="289560" cy="281940"/>
          </a:xfrm>
          <a:prstGeom prst="upArrow">
            <a:avLst>
              <a:gd name="adj1" fmla="val 53947"/>
              <a:gd name="adj2" fmla="val 5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scene3d>
            <a:camera prst="orthographicFront">
              <a:rot lat="3600003" lon="21599986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F33DC5F-86AA-31BB-BEBE-43C20FE8641C}"/>
              </a:ext>
            </a:extLst>
          </p:cNvPr>
          <p:cNvSpPr/>
          <p:nvPr/>
        </p:nvSpPr>
        <p:spPr>
          <a:xfrm>
            <a:off x="0" y="0"/>
            <a:ext cx="8999538" cy="438912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20B07EE7-7E4C-8476-2FC8-9EB199EB9B52}"/>
              </a:ext>
            </a:extLst>
          </p:cNvPr>
          <p:cNvSpPr/>
          <p:nvPr/>
        </p:nvSpPr>
        <p:spPr>
          <a:xfrm>
            <a:off x="2408841" y="54864"/>
            <a:ext cx="4181856" cy="329184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53" name="组合 152">
            <a:extLst>
              <a:ext uri="{FF2B5EF4-FFF2-40B4-BE49-F238E27FC236}">
                <a16:creationId xmlns:a16="http://schemas.microsoft.com/office/drawing/2014/main" id="{D7B27F60-4A6D-222F-4A54-BB9D7A4BBFFA}"/>
              </a:ext>
            </a:extLst>
          </p:cNvPr>
          <p:cNvGrpSpPr/>
          <p:nvPr/>
        </p:nvGrpSpPr>
        <p:grpSpPr>
          <a:xfrm>
            <a:off x="390597" y="4959"/>
            <a:ext cx="1280134" cy="431250"/>
            <a:chOff x="188770" y="-11103"/>
            <a:chExt cx="1280134" cy="431250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3FBF6BF7-E6BB-B3E7-72D1-9E8CF6C8A043}"/>
                </a:ext>
              </a:extLst>
            </p:cNvPr>
            <p:cNvSpPr/>
            <p:nvPr/>
          </p:nvSpPr>
          <p:spPr>
            <a:xfrm>
              <a:off x="188770" y="47240"/>
              <a:ext cx="1221882" cy="329184"/>
            </a:xfrm>
            <a:prstGeom prst="roundRect">
              <a:avLst>
                <a:gd name="adj" fmla="val 1882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8" name="文本框 147">
              <a:extLst>
                <a:ext uri="{FF2B5EF4-FFF2-40B4-BE49-F238E27FC236}">
                  <a16:creationId xmlns:a16="http://schemas.microsoft.com/office/drawing/2014/main" id="{01D08AF8-E4DA-0D56-9DC1-5EC36CAA7352}"/>
                </a:ext>
              </a:extLst>
            </p:cNvPr>
            <p:cNvSpPr txBox="1"/>
            <p:nvPr/>
          </p:nvSpPr>
          <p:spPr>
            <a:xfrm>
              <a:off x="496280" y="-11103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黑体" panose="02010609060101010101" pitchFamily="49" charset="-122"/>
                  <a:ea typeface="黑体" panose="02010609060101010101" pitchFamily="49" charset="-122"/>
                </a:rPr>
                <a:t>天海地铁</a:t>
              </a:r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4236365D-CA09-3AF1-5FA9-0FC68CF2B48F}"/>
                </a:ext>
              </a:extLst>
            </p:cNvPr>
            <p:cNvSpPr txBox="1"/>
            <p:nvPr/>
          </p:nvSpPr>
          <p:spPr>
            <a:xfrm>
              <a:off x="500369" y="204703"/>
              <a:ext cx="96853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00" dirty="0" err="1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Tianhai</a:t>
              </a:r>
              <a:r>
                <a:rPr lang="en-US" altLang="zh-CN" sz="800" dirty="0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 Metro</a:t>
              </a:r>
              <a:endParaRPr lang="zh-CN" altLang="en-US" sz="800" dirty="0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endParaRPr>
            </a:p>
          </p:txBody>
        </p:sp>
        <p:pic>
          <p:nvPicPr>
            <p:cNvPr id="152" name="图片 151">
              <a:extLst>
                <a:ext uri="{FF2B5EF4-FFF2-40B4-BE49-F238E27FC236}">
                  <a16:creationId xmlns:a16="http://schemas.microsoft.com/office/drawing/2014/main" id="{239AEC8D-602A-D927-8C98-846D9AE2CF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7754" y="54959"/>
              <a:ext cx="313746" cy="313746"/>
            </a:xfrm>
            <a:prstGeom prst="rect">
              <a:avLst/>
            </a:prstGeom>
          </p:spPr>
        </p:pic>
      </p:grpSp>
      <p:sp>
        <p:nvSpPr>
          <p:cNvPr id="167" name="文本框 166">
            <a:extLst>
              <a:ext uri="{FF2B5EF4-FFF2-40B4-BE49-F238E27FC236}">
                <a16:creationId xmlns:a16="http://schemas.microsoft.com/office/drawing/2014/main" id="{DC4E50E6-8C6E-8E00-AD30-91A78D2850AE}"/>
              </a:ext>
            </a:extLst>
          </p:cNvPr>
          <p:cNvSpPr txBox="1"/>
          <p:nvPr/>
        </p:nvSpPr>
        <p:spPr>
          <a:xfrm>
            <a:off x="7601248" y="16203"/>
            <a:ext cx="1847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75" name="组合 174">
            <a:extLst>
              <a:ext uri="{FF2B5EF4-FFF2-40B4-BE49-F238E27FC236}">
                <a16:creationId xmlns:a16="http://schemas.microsoft.com/office/drawing/2014/main" id="{4D98A197-BCE3-4D6E-B8D7-BC8E8A12AFE2}"/>
              </a:ext>
            </a:extLst>
          </p:cNvPr>
          <p:cNvGrpSpPr/>
          <p:nvPr/>
        </p:nvGrpSpPr>
        <p:grpSpPr>
          <a:xfrm>
            <a:off x="8140497" y="13642"/>
            <a:ext cx="821036" cy="400110"/>
            <a:chOff x="1526333" y="4012"/>
            <a:chExt cx="821036" cy="400110"/>
          </a:xfrm>
        </p:grpSpPr>
        <p:sp>
          <p:nvSpPr>
            <p:cNvPr id="176" name="矩形: 圆角 175">
              <a:extLst>
                <a:ext uri="{FF2B5EF4-FFF2-40B4-BE49-F238E27FC236}">
                  <a16:creationId xmlns:a16="http://schemas.microsoft.com/office/drawing/2014/main" id="{99D7DE5C-AEFC-FC8C-453D-FD3028318853}"/>
                </a:ext>
              </a:extLst>
            </p:cNvPr>
            <p:cNvSpPr/>
            <p:nvPr/>
          </p:nvSpPr>
          <p:spPr>
            <a:xfrm flipH="1">
              <a:off x="1526333" y="54864"/>
              <a:ext cx="753551" cy="329184"/>
            </a:xfrm>
            <a:prstGeom prst="roundRect">
              <a:avLst>
                <a:gd name="adj" fmla="val 1882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7" name="文本框 176">
              <a:extLst>
                <a:ext uri="{FF2B5EF4-FFF2-40B4-BE49-F238E27FC236}">
                  <a16:creationId xmlns:a16="http://schemas.microsoft.com/office/drawing/2014/main" id="{D35EC294-E775-D86F-B65F-04B4AEEBB46E}"/>
                </a:ext>
              </a:extLst>
            </p:cNvPr>
            <p:cNvSpPr txBox="1"/>
            <p:nvPr/>
          </p:nvSpPr>
          <p:spPr>
            <a:xfrm>
              <a:off x="1792890" y="4012"/>
              <a:ext cx="5544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latin typeface="黑体" panose="02010609060101010101" pitchFamily="49" charset="-122"/>
                  <a:ea typeface="黑体" panose="02010609060101010101" pitchFamily="49" charset="-122"/>
                </a:rPr>
                <a:t>号线</a:t>
              </a:r>
              <a:endPara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r>
                <a:rPr lang="en-US" altLang="zh-CN" sz="800" dirty="0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 Line</a:t>
              </a:r>
              <a:endParaRPr lang="zh-CN" altLang="en-US" sz="800" dirty="0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endParaRPr>
            </a:p>
          </p:txBody>
        </p:sp>
        <p:sp>
          <p:nvSpPr>
            <p:cNvPr id="178" name="矩形: 圆角 177">
              <a:extLst>
                <a:ext uri="{FF2B5EF4-FFF2-40B4-BE49-F238E27FC236}">
                  <a16:creationId xmlns:a16="http://schemas.microsoft.com/office/drawing/2014/main" id="{D34E3101-2242-880A-F4CB-66B4A5D6F1CD}"/>
                </a:ext>
              </a:extLst>
            </p:cNvPr>
            <p:cNvSpPr/>
            <p:nvPr/>
          </p:nvSpPr>
          <p:spPr>
            <a:xfrm flipH="1">
              <a:off x="1557516" y="75456"/>
              <a:ext cx="288000" cy="288000"/>
            </a:xfrm>
            <a:prstGeom prst="roundRect">
              <a:avLst>
                <a:gd name="adj" fmla="val 18827"/>
              </a:avLst>
            </a:prstGeom>
            <a:solidFill>
              <a:srgbClr val="E6001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9" name="文本框 178">
              <a:extLst>
                <a:ext uri="{FF2B5EF4-FFF2-40B4-BE49-F238E27FC236}">
                  <a16:creationId xmlns:a16="http://schemas.microsoft.com/office/drawing/2014/main" id="{919CBB00-0ADD-AD9A-A8CA-6721667307F4}"/>
                </a:ext>
              </a:extLst>
            </p:cNvPr>
            <p:cNvSpPr txBox="1"/>
            <p:nvPr/>
          </p:nvSpPr>
          <p:spPr>
            <a:xfrm>
              <a:off x="1542658" y="34790"/>
              <a:ext cx="317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1</a:t>
              </a:r>
              <a:endParaRPr lang="zh-CN" altLang="en-US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sp>
        <p:nvSpPr>
          <p:cNvPr id="181" name="矩形: 圆角 180">
            <a:extLst>
              <a:ext uri="{FF2B5EF4-FFF2-40B4-BE49-F238E27FC236}">
                <a16:creationId xmlns:a16="http://schemas.microsoft.com/office/drawing/2014/main" id="{CEE74190-E6FF-426B-35F5-DE9F80A8B7DA}"/>
              </a:ext>
            </a:extLst>
          </p:cNvPr>
          <p:cNvSpPr/>
          <p:nvPr/>
        </p:nvSpPr>
        <p:spPr>
          <a:xfrm flipH="1">
            <a:off x="7121513" y="62216"/>
            <a:ext cx="959469" cy="329184"/>
          </a:xfrm>
          <a:prstGeom prst="roundRect">
            <a:avLst>
              <a:gd name="adj" fmla="val 188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6" name="文本框 185">
            <a:extLst>
              <a:ext uri="{FF2B5EF4-FFF2-40B4-BE49-F238E27FC236}">
                <a16:creationId xmlns:a16="http://schemas.microsoft.com/office/drawing/2014/main" id="{B2D1696A-9E37-4207-AB98-69B31E8E5B57}"/>
              </a:ext>
            </a:extLst>
          </p:cNvPr>
          <p:cNvSpPr txBox="1"/>
          <p:nvPr/>
        </p:nvSpPr>
        <p:spPr>
          <a:xfrm>
            <a:off x="7075351" y="24834"/>
            <a:ext cx="10502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dirty="0">
                <a:latin typeface="黑体" panose="02010609060101010101" pitchFamily="49" charset="-122"/>
                <a:ea typeface="黑体" panose="02010609060101010101" pitchFamily="49" charset="-122"/>
              </a:rPr>
              <a:t>终点站</a:t>
            </a:r>
            <a:r>
              <a:rPr lang="en-US" altLang="zh-CN" sz="900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900" dirty="0">
                <a:latin typeface="黑体" panose="02010609060101010101" pitchFamily="49" charset="-122"/>
                <a:ea typeface="黑体" panose="02010609060101010101" pitchFamily="49" charset="-122"/>
              </a:rPr>
              <a:t>天海北站</a:t>
            </a:r>
          </a:p>
        </p:txBody>
      </p:sp>
      <p:pic>
        <p:nvPicPr>
          <p:cNvPr id="189" name="图片 188">
            <a:extLst>
              <a:ext uri="{FF2B5EF4-FFF2-40B4-BE49-F238E27FC236}">
                <a16:creationId xmlns:a16="http://schemas.microsoft.com/office/drawing/2014/main" id="{CB212EB9-0EB0-E62F-9737-0C01EC012F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5821" y="196261"/>
            <a:ext cx="789348" cy="228967"/>
          </a:xfrm>
          <a:prstGeom prst="rect">
            <a:avLst/>
          </a:prstGeom>
        </p:spPr>
      </p:pic>
      <p:sp>
        <p:nvSpPr>
          <p:cNvPr id="461" name="文本框 460">
            <a:extLst>
              <a:ext uri="{FF2B5EF4-FFF2-40B4-BE49-F238E27FC236}">
                <a16:creationId xmlns:a16="http://schemas.microsoft.com/office/drawing/2014/main" id="{82560A4B-2AF4-EC17-B0E2-F899C061AEAC}"/>
              </a:ext>
            </a:extLst>
          </p:cNvPr>
          <p:cNvSpPr txBox="1"/>
          <p:nvPr/>
        </p:nvSpPr>
        <p:spPr>
          <a:xfrm>
            <a:off x="3521089" y="34532"/>
            <a:ext cx="22621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注意脚下 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Mind Your Step.</a:t>
            </a:r>
            <a:endParaRPr lang="zh-CN" altLang="en-US" sz="1200" dirty="0">
              <a:latin typeface="Cascadia Code" panose="020B0609020000020004" pitchFamily="49" charset="0"/>
              <a:ea typeface="黑体" panose="02010609060101010101" pitchFamily="49" charset="-122"/>
              <a:cs typeface="Cascadia Code" panose="020B0609020000020004" pitchFamily="49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072A200-B957-210D-7A0D-38A6069EFCCF}"/>
              </a:ext>
            </a:extLst>
          </p:cNvPr>
          <p:cNvSpPr txBox="1"/>
          <p:nvPr/>
        </p:nvSpPr>
        <p:spPr>
          <a:xfrm>
            <a:off x="7381727" y="1067114"/>
            <a:ext cx="1130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本侧开门</a:t>
            </a:r>
            <a:endParaRPr lang="en-US" altLang="zh-CN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zh-CN" sz="800" dirty="0"/>
              <a:t>This Side Doors Open</a:t>
            </a:r>
          </a:p>
        </p:txBody>
      </p:sp>
      <p:sp>
        <p:nvSpPr>
          <p:cNvPr id="600" name="文本框 599">
            <a:extLst>
              <a:ext uri="{FF2B5EF4-FFF2-40B4-BE49-F238E27FC236}">
                <a16:creationId xmlns:a16="http://schemas.microsoft.com/office/drawing/2014/main" id="{C24CB69A-4BE1-817D-47C1-610DD483AC55}"/>
              </a:ext>
            </a:extLst>
          </p:cNvPr>
          <p:cNvSpPr txBox="1"/>
          <p:nvPr/>
        </p:nvSpPr>
        <p:spPr>
          <a:xfrm>
            <a:off x="3114397" y="902281"/>
            <a:ext cx="2847254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灯闪铃响请勿上下车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zh-CN" sz="800" dirty="0">
                <a:latin typeface="+mn-ea"/>
              </a:rPr>
              <a:t>Flashing Lights and Alarm Sounding: Do Not Board or Alight</a:t>
            </a:r>
            <a:endParaRPr lang="en-US" altLang="zh-CN" sz="800" dirty="0">
              <a:latin typeface="+mn-ea"/>
            </a:endParaRPr>
          </a:p>
          <a:p>
            <a:pPr algn="ctr"/>
            <a:endParaRPr lang="zh-CN" altLang="en-US" sz="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98362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81 4.4763E-6 L -1.53466E-6 4.4763E-6 " pathEditMode="relative" rAng="0" ptsTypes="AA">
                                      <p:cBhvr>
                                        <p:cTn id="6" dur="1000" spd="-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2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7862E-6 4.4763E-6 L 0.01782 4.4763E-6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2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9414E-6 8.37927E-7 L 0.77051 -0.00221 " pathEditMode="relative" rAng="0" ptsTypes="AA">
                                      <p:cBhvr>
                                        <p:cTn id="10" dur="1500" fill="hold"/>
                                        <p:tgtEl>
                                          <p:spTgt spid="6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525" y="-1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" presetID="10" presetClass="entr" presetSubtype="0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19" grpId="0" animBg="1"/>
      <p:bldP spid="18" grpId="0" animBg="1"/>
      <p:bldP spid="2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6EC73-F66E-BF82-6F17-89F512073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EBC7166D-08DD-DA8B-7077-5511E4F138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550" y="1071848"/>
            <a:ext cx="463118" cy="270278"/>
          </a:xfrm>
          <a:prstGeom prst="rect">
            <a:avLst/>
          </a:prstGeom>
        </p:spPr>
      </p:pic>
      <p:sp>
        <p:nvSpPr>
          <p:cNvPr id="377" name="文本框 376">
            <a:extLst>
              <a:ext uri="{FF2B5EF4-FFF2-40B4-BE49-F238E27FC236}">
                <a16:creationId xmlns:a16="http://schemas.microsoft.com/office/drawing/2014/main" id="{641023A5-29F5-ADF5-C6BB-E382E2D94224}"/>
              </a:ext>
            </a:extLst>
          </p:cNvPr>
          <p:cNvSpPr txBox="1"/>
          <p:nvPr/>
        </p:nvSpPr>
        <p:spPr>
          <a:xfrm>
            <a:off x="1167610" y="483926"/>
            <a:ext cx="8883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人民广场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People’s Square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434" name="任意多边形: 形状 433">
            <a:extLst>
              <a:ext uri="{FF2B5EF4-FFF2-40B4-BE49-F238E27FC236}">
                <a16:creationId xmlns:a16="http://schemas.microsoft.com/office/drawing/2014/main" id="{C4D3B423-3A75-9C6E-F5FB-1CBD365CF848}"/>
              </a:ext>
            </a:extLst>
          </p:cNvPr>
          <p:cNvSpPr/>
          <p:nvPr/>
        </p:nvSpPr>
        <p:spPr>
          <a:xfrm rot="5400000">
            <a:off x="8375845" y="972712"/>
            <a:ext cx="146670" cy="54534"/>
          </a:xfrm>
          <a:custGeom>
            <a:avLst/>
            <a:gdLst>
              <a:gd name="csX0" fmla="*/ 0 w 146670"/>
              <a:gd name="csY0" fmla="*/ 54534 h 54534"/>
              <a:gd name="csX1" fmla="*/ 0 w 146670"/>
              <a:gd name="csY1" fmla="*/ 0 h 54534"/>
              <a:gd name="csX2" fmla="*/ 146670 w 146670"/>
              <a:gd name="csY2" fmla="*/ 0 h 54534"/>
              <a:gd name="csX3" fmla="*/ 101130 w 146670"/>
              <a:gd name="csY3" fmla="*/ 54534 h 545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46670" h="54534">
                <a:moveTo>
                  <a:pt x="0" y="54534"/>
                </a:moveTo>
                <a:lnTo>
                  <a:pt x="0" y="0"/>
                </a:lnTo>
                <a:lnTo>
                  <a:pt x="146670" y="0"/>
                </a:lnTo>
                <a:lnTo>
                  <a:pt x="101130" y="54534"/>
                </a:lnTo>
                <a:close/>
              </a:path>
            </a:pathLst>
          </a:custGeom>
          <a:solidFill>
            <a:srgbClr val="52AB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436" name="任意多边形: 形状 435">
            <a:extLst>
              <a:ext uri="{FF2B5EF4-FFF2-40B4-BE49-F238E27FC236}">
                <a16:creationId xmlns:a16="http://schemas.microsoft.com/office/drawing/2014/main" id="{E53A3D8D-E4AD-5857-2368-2B2A0FB1DEAD}"/>
              </a:ext>
            </a:extLst>
          </p:cNvPr>
          <p:cNvSpPr/>
          <p:nvPr/>
        </p:nvSpPr>
        <p:spPr>
          <a:xfrm rot="16200000" flipH="1">
            <a:off x="8430379" y="972712"/>
            <a:ext cx="146670" cy="54534"/>
          </a:xfrm>
          <a:custGeom>
            <a:avLst/>
            <a:gdLst>
              <a:gd name="csX0" fmla="*/ 0 w 146670"/>
              <a:gd name="csY0" fmla="*/ 54534 h 54534"/>
              <a:gd name="csX1" fmla="*/ 0 w 146670"/>
              <a:gd name="csY1" fmla="*/ 0 h 54534"/>
              <a:gd name="csX2" fmla="*/ 146670 w 146670"/>
              <a:gd name="csY2" fmla="*/ 0 h 54534"/>
              <a:gd name="csX3" fmla="*/ 101130 w 146670"/>
              <a:gd name="csY3" fmla="*/ 54534 h 545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46670" h="54534">
                <a:moveTo>
                  <a:pt x="0" y="54534"/>
                </a:moveTo>
                <a:lnTo>
                  <a:pt x="0" y="0"/>
                </a:lnTo>
                <a:lnTo>
                  <a:pt x="146670" y="0"/>
                </a:lnTo>
                <a:lnTo>
                  <a:pt x="101130" y="54534"/>
                </a:lnTo>
                <a:close/>
              </a:path>
            </a:pathLst>
          </a:custGeom>
          <a:solidFill>
            <a:srgbClr val="FFC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419" name="箭头: 五边形 418">
            <a:extLst>
              <a:ext uri="{FF2B5EF4-FFF2-40B4-BE49-F238E27FC236}">
                <a16:creationId xmlns:a16="http://schemas.microsoft.com/office/drawing/2014/main" id="{D03884DA-4B92-A22C-14E7-D5557F0E1DA0}"/>
              </a:ext>
            </a:extLst>
          </p:cNvPr>
          <p:cNvSpPr/>
          <p:nvPr/>
        </p:nvSpPr>
        <p:spPr>
          <a:xfrm rot="5400000">
            <a:off x="389462" y="939404"/>
            <a:ext cx="149365" cy="115523"/>
          </a:xfrm>
          <a:prstGeom prst="homePlate">
            <a:avLst>
              <a:gd name="adj" fmla="val 41754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4" name="矩形 343">
            <a:extLst>
              <a:ext uri="{FF2B5EF4-FFF2-40B4-BE49-F238E27FC236}">
                <a16:creationId xmlns:a16="http://schemas.microsoft.com/office/drawing/2014/main" id="{802C6EFB-F17A-573B-619D-C5D60C9BEFA8}"/>
              </a:ext>
            </a:extLst>
          </p:cNvPr>
          <p:cNvSpPr/>
          <p:nvPr/>
        </p:nvSpPr>
        <p:spPr>
          <a:xfrm>
            <a:off x="446284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5" name="文本框 374">
            <a:extLst>
              <a:ext uri="{FF2B5EF4-FFF2-40B4-BE49-F238E27FC236}">
                <a16:creationId xmlns:a16="http://schemas.microsoft.com/office/drawing/2014/main" id="{9F03F142-D1F6-DC73-0CFB-E3BBBAE0539E}"/>
              </a:ext>
            </a:extLst>
          </p:cNvPr>
          <p:cNvSpPr txBox="1"/>
          <p:nvPr/>
        </p:nvSpPr>
        <p:spPr>
          <a:xfrm>
            <a:off x="691110" y="1018885"/>
            <a:ext cx="7072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镇海路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Zhenhai</a:t>
            </a:r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 Rd.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190" name="椭圆 189">
            <a:extLst>
              <a:ext uri="{FF2B5EF4-FFF2-40B4-BE49-F238E27FC236}">
                <a16:creationId xmlns:a16="http://schemas.microsoft.com/office/drawing/2014/main" id="{2A37B1A0-CF37-DF08-7903-A518E1B9CF7A}"/>
              </a:ext>
            </a:extLst>
          </p:cNvPr>
          <p:cNvSpPr/>
          <p:nvPr/>
        </p:nvSpPr>
        <p:spPr>
          <a:xfrm>
            <a:off x="396607" y="874625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46" name="矩形 345">
            <a:extLst>
              <a:ext uri="{FF2B5EF4-FFF2-40B4-BE49-F238E27FC236}">
                <a16:creationId xmlns:a16="http://schemas.microsoft.com/office/drawing/2014/main" id="{D615A7C5-E5D5-543D-CEFA-0ACEF89B4838}"/>
              </a:ext>
            </a:extLst>
          </p:cNvPr>
          <p:cNvSpPr/>
          <p:nvPr/>
        </p:nvSpPr>
        <p:spPr>
          <a:xfrm>
            <a:off x="1042208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8" name="矩形 347">
            <a:extLst>
              <a:ext uri="{FF2B5EF4-FFF2-40B4-BE49-F238E27FC236}">
                <a16:creationId xmlns:a16="http://schemas.microsoft.com/office/drawing/2014/main" id="{661FC36D-3B9D-4E62-18D6-15C57999C348}"/>
              </a:ext>
            </a:extLst>
          </p:cNvPr>
          <p:cNvSpPr/>
          <p:nvPr/>
        </p:nvSpPr>
        <p:spPr>
          <a:xfrm>
            <a:off x="1611803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0" name="矩形 349">
            <a:extLst>
              <a:ext uri="{FF2B5EF4-FFF2-40B4-BE49-F238E27FC236}">
                <a16:creationId xmlns:a16="http://schemas.microsoft.com/office/drawing/2014/main" id="{576ABA2E-9AB1-C95A-26F7-14A8566D77D2}"/>
              </a:ext>
            </a:extLst>
          </p:cNvPr>
          <p:cNvSpPr/>
          <p:nvPr/>
        </p:nvSpPr>
        <p:spPr>
          <a:xfrm>
            <a:off x="2204776" y="900114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2" name="矩形 351">
            <a:extLst>
              <a:ext uri="{FF2B5EF4-FFF2-40B4-BE49-F238E27FC236}">
                <a16:creationId xmlns:a16="http://schemas.microsoft.com/office/drawing/2014/main" id="{9FA39435-B8B4-EEC9-4D44-A99F0C65836C}"/>
              </a:ext>
            </a:extLst>
          </p:cNvPr>
          <p:cNvSpPr/>
          <p:nvPr/>
        </p:nvSpPr>
        <p:spPr>
          <a:xfrm>
            <a:off x="2783501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4" name="矩形 353">
            <a:extLst>
              <a:ext uri="{FF2B5EF4-FFF2-40B4-BE49-F238E27FC236}">
                <a16:creationId xmlns:a16="http://schemas.microsoft.com/office/drawing/2014/main" id="{78907A91-F814-9529-C13C-1C20449B48BE}"/>
              </a:ext>
            </a:extLst>
          </p:cNvPr>
          <p:cNvSpPr/>
          <p:nvPr/>
        </p:nvSpPr>
        <p:spPr>
          <a:xfrm>
            <a:off x="3320018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6" name="矩形 355">
            <a:extLst>
              <a:ext uri="{FF2B5EF4-FFF2-40B4-BE49-F238E27FC236}">
                <a16:creationId xmlns:a16="http://schemas.microsoft.com/office/drawing/2014/main" id="{453885F2-314A-7170-FDC1-F68FF1EC8CC8}"/>
              </a:ext>
            </a:extLst>
          </p:cNvPr>
          <p:cNvSpPr/>
          <p:nvPr/>
        </p:nvSpPr>
        <p:spPr>
          <a:xfrm>
            <a:off x="3893516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8" name="矩形 357">
            <a:extLst>
              <a:ext uri="{FF2B5EF4-FFF2-40B4-BE49-F238E27FC236}">
                <a16:creationId xmlns:a16="http://schemas.microsoft.com/office/drawing/2014/main" id="{1307673B-6957-590E-8309-7CE71A80D059}"/>
              </a:ext>
            </a:extLst>
          </p:cNvPr>
          <p:cNvSpPr/>
          <p:nvPr/>
        </p:nvSpPr>
        <p:spPr>
          <a:xfrm>
            <a:off x="4463780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0" name="矩形 359">
            <a:extLst>
              <a:ext uri="{FF2B5EF4-FFF2-40B4-BE49-F238E27FC236}">
                <a16:creationId xmlns:a16="http://schemas.microsoft.com/office/drawing/2014/main" id="{CC5A3150-D0C2-341C-DCA0-F61372712117}"/>
              </a:ext>
            </a:extLst>
          </p:cNvPr>
          <p:cNvSpPr/>
          <p:nvPr/>
        </p:nvSpPr>
        <p:spPr>
          <a:xfrm>
            <a:off x="5034042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2" name="矩形 361">
            <a:extLst>
              <a:ext uri="{FF2B5EF4-FFF2-40B4-BE49-F238E27FC236}">
                <a16:creationId xmlns:a16="http://schemas.microsoft.com/office/drawing/2014/main" id="{30AAD0CA-FC41-1D37-A2C2-61408E66A016}"/>
              </a:ext>
            </a:extLst>
          </p:cNvPr>
          <p:cNvSpPr/>
          <p:nvPr/>
        </p:nvSpPr>
        <p:spPr>
          <a:xfrm>
            <a:off x="5603637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4" name="矩形 363">
            <a:extLst>
              <a:ext uri="{FF2B5EF4-FFF2-40B4-BE49-F238E27FC236}">
                <a16:creationId xmlns:a16="http://schemas.microsoft.com/office/drawing/2014/main" id="{4B484827-FC3B-D747-40CE-83DD7B4072DB}"/>
              </a:ext>
            </a:extLst>
          </p:cNvPr>
          <p:cNvSpPr/>
          <p:nvPr/>
        </p:nvSpPr>
        <p:spPr>
          <a:xfrm>
            <a:off x="6174566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8" name="矩形 367">
            <a:extLst>
              <a:ext uri="{FF2B5EF4-FFF2-40B4-BE49-F238E27FC236}">
                <a16:creationId xmlns:a16="http://schemas.microsoft.com/office/drawing/2014/main" id="{775B013C-347A-0B85-840A-CA0AC0FCABBC}"/>
              </a:ext>
            </a:extLst>
          </p:cNvPr>
          <p:cNvSpPr/>
          <p:nvPr/>
        </p:nvSpPr>
        <p:spPr>
          <a:xfrm>
            <a:off x="6744161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0" name="矩形 369">
            <a:extLst>
              <a:ext uri="{FF2B5EF4-FFF2-40B4-BE49-F238E27FC236}">
                <a16:creationId xmlns:a16="http://schemas.microsoft.com/office/drawing/2014/main" id="{16806BF9-3FC0-B3F1-CC3C-44263D69870A}"/>
              </a:ext>
            </a:extLst>
          </p:cNvPr>
          <p:cNvSpPr/>
          <p:nvPr/>
        </p:nvSpPr>
        <p:spPr>
          <a:xfrm>
            <a:off x="7313756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2" name="矩形 371">
            <a:extLst>
              <a:ext uri="{FF2B5EF4-FFF2-40B4-BE49-F238E27FC236}">
                <a16:creationId xmlns:a16="http://schemas.microsoft.com/office/drawing/2014/main" id="{04F113B6-59CB-989B-C790-84BFF727BC37}"/>
              </a:ext>
            </a:extLst>
          </p:cNvPr>
          <p:cNvSpPr/>
          <p:nvPr/>
        </p:nvSpPr>
        <p:spPr>
          <a:xfrm>
            <a:off x="7880639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2E4FD8E-980A-165A-6C20-5E6107FB0C47}"/>
              </a:ext>
            </a:extLst>
          </p:cNvPr>
          <p:cNvSpPr/>
          <p:nvPr/>
        </p:nvSpPr>
        <p:spPr>
          <a:xfrm>
            <a:off x="0" y="0"/>
            <a:ext cx="8999538" cy="438912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AD416BA2-0F0D-DEE6-56D5-68C92398CDA5}"/>
              </a:ext>
            </a:extLst>
          </p:cNvPr>
          <p:cNvSpPr/>
          <p:nvPr/>
        </p:nvSpPr>
        <p:spPr>
          <a:xfrm>
            <a:off x="2408841" y="54864"/>
            <a:ext cx="4181856" cy="329184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53" name="组合 152">
            <a:extLst>
              <a:ext uri="{FF2B5EF4-FFF2-40B4-BE49-F238E27FC236}">
                <a16:creationId xmlns:a16="http://schemas.microsoft.com/office/drawing/2014/main" id="{3BBAD624-5515-4F09-D5A1-EB64DAA31BDE}"/>
              </a:ext>
            </a:extLst>
          </p:cNvPr>
          <p:cNvGrpSpPr/>
          <p:nvPr/>
        </p:nvGrpSpPr>
        <p:grpSpPr>
          <a:xfrm>
            <a:off x="390597" y="4959"/>
            <a:ext cx="1280134" cy="431250"/>
            <a:chOff x="188770" y="-11103"/>
            <a:chExt cx="1280134" cy="431250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5533DF93-DD30-C3FE-D932-F39FB7171243}"/>
                </a:ext>
              </a:extLst>
            </p:cNvPr>
            <p:cNvSpPr/>
            <p:nvPr/>
          </p:nvSpPr>
          <p:spPr>
            <a:xfrm>
              <a:off x="188770" y="47240"/>
              <a:ext cx="1221882" cy="329184"/>
            </a:xfrm>
            <a:prstGeom prst="roundRect">
              <a:avLst>
                <a:gd name="adj" fmla="val 1882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8" name="文本框 147">
              <a:extLst>
                <a:ext uri="{FF2B5EF4-FFF2-40B4-BE49-F238E27FC236}">
                  <a16:creationId xmlns:a16="http://schemas.microsoft.com/office/drawing/2014/main" id="{9FE720B2-A9BF-5BA6-3D49-711A1328A99E}"/>
                </a:ext>
              </a:extLst>
            </p:cNvPr>
            <p:cNvSpPr txBox="1"/>
            <p:nvPr/>
          </p:nvSpPr>
          <p:spPr>
            <a:xfrm>
              <a:off x="496280" y="-11103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黑体" panose="02010609060101010101" pitchFamily="49" charset="-122"/>
                  <a:ea typeface="黑体" panose="02010609060101010101" pitchFamily="49" charset="-122"/>
                </a:rPr>
                <a:t>天海地铁</a:t>
              </a:r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22036DAA-71F8-4C11-A3D2-020348C912EE}"/>
                </a:ext>
              </a:extLst>
            </p:cNvPr>
            <p:cNvSpPr txBox="1"/>
            <p:nvPr/>
          </p:nvSpPr>
          <p:spPr>
            <a:xfrm>
              <a:off x="500369" y="204703"/>
              <a:ext cx="96853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00" dirty="0" err="1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Tianhai</a:t>
              </a:r>
              <a:r>
                <a:rPr lang="en-US" altLang="zh-CN" sz="800" dirty="0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 Metro</a:t>
              </a:r>
              <a:endParaRPr lang="zh-CN" altLang="en-US" sz="800" dirty="0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endParaRPr>
            </a:p>
          </p:txBody>
        </p:sp>
        <p:pic>
          <p:nvPicPr>
            <p:cNvPr id="152" name="图片 151">
              <a:extLst>
                <a:ext uri="{FF2B5EF4-FFF2-40B4-BE49-F238E27FC236}">
                  <a16:creationId xmlns:a16="http://schemas.microsoft.com/office/drawing/2014/main" id="{3695174A-6E28-8746-0C7F-501F8816156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7754" y="54959"/>
              <a:ext cx="313746" cy="313746"/>
            </a:xfrm>
            <a:prstGeom prst="rect">
              <a:avLst/>
            </a:prstGeom>
          </p:spPr>
        </p:pic>
      </p:grpSp>
      <p:sp>
        <p:nvSpPr>
          <p:cNvPr id="167" name="文本框 166">
            <a:extLst>
              <a:ext uri="{FF2B5EF4-FFF2-40B4-BE49-F238E27FC236}">
                <a16:creationId xmlns:a16="http://schemas.microsoft.com/office/drawing/2014/main" id="{FE953835-328B-FA5B-BAEC-BB185B5A8568}"/>
              </a:ext>
            </a:extLst>
          </p:cNvPr>
          <p:cNvSpPr txBox="1"/>
          <p:nvPr/>
        </p:nvSpPr>
        <p:spPr>
          <a:xfrm>
            <a:off x="7601248" y="16203"/>
            <a:ext cx="1847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75" name="组合 174">
            <a:extLst>
              <a:ext uri="{FF2B5EF4-FFF2-40B4-BE49-F238E27FC236}">
                <a16:creationId xmlns:a16="http://schemas.microsoft.com/office/drawing/2014/main" id="{2C849412-8CDC-1FA8-6281-E009491D925A}"/>
              </a:ext>
            </a:extLst>
          </p:cNvPr>
          <p:cNvGrpSpPr/>
          <p:nvPr/>
        </p:nvGrpSpPr>
        <p:grpSpPr>
          <a:xfrm>
            <a:off x="8140497" y="13642"/>
            <a:ext cx="821036" cy="400110"/>
            <a:chOff x="1526333" y="4012"/>
            <a:chExt cx="821036" cy="400110"/>
          </a:xfrm>
        </p:grpSpPr>
        <p:sp>
          <p:nvSpPr>
            <p:cNvPr id="176" name="矩形: 圆角 175">
              <a:extLst>
                <a:ext uri="{FF2B5EF4-FFF2-40B4-BE49-F238E27FC236}">
                  <a16:creationId xmlns:a16="http://schemas.microsoft.com/office/drawing/2014/main" id="{2E463770-66FF-2D87-EC00-BF214210C774}"/>
                </a:ext>
              </a:extLst>
            </p:cNvPr>
            <p:cNvSpPr/>
            <p:nvPr/>
          </p:nvSpPr>
          <p:spPr>
            <a:xfrm flipH="1">
              <a:off x="1526333" y="54864"/>
              <a:ext cx="753551" cy="329184"/>
            </a:xfrm>
            <a:prstGeom prst="roundRect">
              <a:avLst>
                <a:gd name="adj" fmla="val 1882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7" name="文本框 176">
              <a:extLst>
                <a:ext uri="{FF2B5EF4-FFF2-40B4-BE49-F238E27FC236}">
                  <a16:creationId xmlns:a16="http://schemas.microsoft.com/office/drawing/2014/main" id="{12E62A44-EBAD-95CF-FFC2-4C9F68CE8C16}"/>
                </a:ext>
              </a:extLst>
            </p:cNvPr>
            <p:cNvSpPr txBox="1"/>
            <p:nvPr/>
          </p:nvSpPr>
          <p:spPr>
            <a:xfrm>
              <a:off x="1792890" y="4012"/>
              <a:ext cx="5544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latin typeface="黑体" panose="02010609060101010101" pitchFamily="49" charset="-122"/>
                  <a:ea typeface="黑体" panose="02010609060101010101" pitchFamily="49" charset="-122"/>
                </a:rPr>
                <a:t>号线</a:t>
              </a:r>
              <a:endPara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r>
                <a:rPr lang="en-US" altLang="zh-CN" sz="800" dirty="0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 Line</a:t>
              </a:r>
              <a:endParaRPr lang="zh-CN" altLang="en-US" sz="800" dirty="0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endParaRPr>
            </a:p>
          </p:txBody>
        </p:sp>
        <p:sp>
          <p:nvSpPr>
            <p:cNvPr id="178" name="矩形: 圆角 177">
              <a:extLst>
                <a:ext uri="{FF2B5EF4-FFF2-40B4-BE49-F238E27FC236}">
                  <a16:creationId xmlns:a16="http://schemas.microsoft.com/office/drawing/2014/main" id="{8D37B84D-3777-A595-2970-4C863061B1DE}"/>
                </a:ext>
              </a:extLst>
            </p:cNvPr>
            <p:cNvSpPr/>
            <p:nvPr/>
          </p:nvSpPr>
          <p:spPr>
            <a:xfrm flipH="1">
              <a:off x="1557516" y="75456"/>
              <a:ext cx="288000" cy="288000"/>
            </a:xfrm>
            <a:prstGeom prst="roundRect">
              <a:avLst>
                <a:gd name="adj" fmla="val 18827"/>
              </a:avLst>
            </a:prstGeom>
            <a:solidFill>
              <a:srgbClr val="E6001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9" name="文本框 178">
              <a:extLst>
                <a:ext uri="{FF2B5EF4-FFF2-40B4-BE49-F238E27FC236}">
                  <a16:creationId xmlns:a16="http://schemas.microsoft.com/office/drawing/2014/main" id="{2C3084B5-5F73-8112-6C1E-D23909CEA242}"/>
                </a:ext>
              </a:extLst>
            </p:cNvPr>
            <p:cNvSpPr txBox="1"/>
            <p:nvPr/>
          </p:nvSpPr>
          <p:spPr>
            <a:xfrm>
              <a:off x="1542658" y="34790"/>
              <a:ext cx="317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1</a:t>
              </a:r>
              <a:endParaRPr lang="zh-CN" altLang="en-US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sp>
        <p:nvSpPr>
          <p:cNvPr id="181" name="矩形: 圆角 180">
            <a:extLst>
              <a:ext uri="{FF2B5EF4-FFF2-40B4-BE49-F238E27FC236}">
                <a16:creationId xmlns:a16="http://schemas.microsoft.com/office/drawing/2014/main" id="{BCC9401A-879E-201B-97FF-7701CFBF9A16}"/>
              </a:ext>
            </a:extLst>
          </p:cNvPr>
          <p:cNvSpPr/>
          <p:nvPr/>
        </p:nvSpPr>
        <p:spPr>
          <a:xfrm flipH="1">
            <a:off x="7121513" y="62216"/>
            <a:ext cx="959469" cy="329184"/>
          </a:xfrm>
          <a:prstGeom prst="roundRect">
            <a:avLst>
              <a:gd name="adj" fmla="val 188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6" name="文本框 185">
            <a:extLst>
              <a:ext uri="{FF2B5EF4-FFF2-40B4-BE49-F238E27FC236}">
                <a16:creationId xmlns:a16="http://schemas.microsoft.com/office/drawing/2014/main" id="{CD48EE83-E776-BBF3-EA68-9FECF8EE3F5F}"/>
              </a:ext>
            </a:extLst>
          </p:cNvPr>
          <p:cNvSpPr txBox="1"/>
          <p:nvPr/>
        </p:nvSpPr>
        <p:spPr>
          <a:xfrm>
            <a:off x="7075351" y="24834"/>
            <a:ext cx="10502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dirty="0">
                <a:latin typeface="黑体" panose="02010609060101010101" pitchFamily="49" charset="-122"/>
                <a:ea typeface="黑体" panose="02010609060101010101" pitchFamily="49" charset="-122"/>
              </a:rPr>
              <a:t>终点站</a:t>
            </a:r>
            <a:r>
              <a:rPr lang="en-US" altLang="zh-CN" sz="900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900" dirty="0">
                <a:latin typeface="黑体" panose="02010609060101010101" pitchFamily="49" charset="-122"/>
                <a:ea typeface="黑体" panose="02010609060101010101" pitchFamily="49" charset="-122"/>
              </a:rPr>
              <a:t>天海北站</a:t>
            </a:r>
          </a:p>
        </p:txBody>
      </p:sp>
      <p:pic>
        <p:nvPicPr>
          <p:cNvPr id="189" name="图片 188">
            <a:extLst>
              <a:ext uri="{FF2B5EF4-FFF2-40B4-BE49-F238E27FC236}">
                <a16:creationId xmlns:a16="http://schemas.microsoft.com/office/drawing/2014/main" id="{2CD639EC-5AA2-8FBE-B2A8-E59F7BE488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5821" y="196261"/>
            <a:ext cx="789348" cy="228967"/>
          </a:xfrm>
          <a:prstGeom prst="rect">
            <a:avLst/>
          </a:prstGeom>
        </p:spPr>
      </p:pic>
      <p:sp>
        <p:nvSpPr>
          <p:cNvPr id="316" name="椭圆 315">
            <a:extLst>
              <a:ext uri="{FF2B5EF4-FFF2-40B4-BE49-F238E27FC236}">
                <a16:creationId xmlns:a16="http://schemas.microsoft.com/office/drawing/2014/main" id="{5A2F36E7-96FB-381D-7609-977AB8E5A065}"/>
              </a:ext>
            </a:extLst>
          </p:cNvPr>
          <p:cNvSpPr/>
          <p:nvPr/>
        </p:nvSpPr>
        <p:spPr>
          <a:xfrm>
            <a:off x="979216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18" name="椭圆 317">
            <a:extLst>
              <a:ext uri="{FF2B5EF4-FFF2-40B4-BE49-F238E27FC236}">
                <a16:creationId xmlns:a16="http://schemas.microsoft.com/office/drawing/2014/main" id="{B4DADD4D-0A99-2B82-AA27-E9B8371A3D76}"/>
              </a:ext>
            </a:extLst>
          </p:cNvPr>
          <p:cNvSpPr/>
          <p:nvPr/>
        </p:nvSpPr>
        <p:spPr>
          <a:xfrm>
            <a:off x="1549478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0" name="椭圆 319">
            <a:extLst>
              <a:ext uri="{FF2B5EF4-FFF2-40B4-BE49-F238E27FC236}">
                <a16:creationId xmlns:a16="http://schemas.microsoft.com/office/drawing/2014/main" id="{39BC539B-0BB5-1346-4B47-A089927A2A7D}"/>
              </a:ext>
            </a:extLst>
          </p:cNvPr>
          <p:cNvSpPr/>
          <p:nvPr/>
        </p:nvSpPr>
        <p:spPr>
          <a:xfrm>
            <a:off x="2119740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2" name="椭圆 321">
            <a:extLst>
              <a:ext uri="{FF2B5EF4-FFF2-40B4-BE49-F238E27FC236}">
                <a16:creationId xmlns:a16="http://schemas.microsoft.com/office/drawing/2014/main" id="{50E7A35E-F4E1-360B-9890-4F61CAE6A191}"/>
              </a:ext>
            </a:extLst>
          </p:cNvPr>
          <p:cNvSpPr/>
          <p:nvPr/>
        </p:nvSpPr>
        <p:spPr>
          <a:xfrm>
            <a:off x="2690002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4" name="椭圆 323">
            <a:extLst>
              <a:ext uri="{FF2B5EF4-FFF2-40B4-BE49-F238E27FC236}">
                <a16:creationId xmlns:a16="http://schemas.microsoft.com/office/drawing/2014/main" id="{6CCB266D-7879-FAA4-B0DE-038E79806E09}"/>
              </a:ext>
            </a:extLst>
          </p:cNvPr>
          <p:cNvSpPr/>
          <p:nvPr/>
        </p:nvSpPr>
        <p:spPr>
          <a:xfrm>
            <a:off x="3260264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6" name="椭圆 325">
            <a:extLst>
              <a:ext uri="{FF2B5EF4-FFF2-40B4-BE49-F238E27FC236}">
                <a16:creationId xmlns:a16="http://schemas.microsoft.com/office/drawing/2014/main" id="{E80F6446-5AF5-618F-622F-D32490667CB3}"/>
              </a:ext>
            </a:extLst>
          </p:cNvPr>
          <p:cNvSpPr/>
          <p:nvPr/>
        </p:nvSpPr>
        <p:spPr>
          <a:xfrm>
            <a:off x="3830526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" name="椭圆 327">
            <a:extLst>
              <a:ext uri="{FF2B5EF4-FFF2-40B4-BE49-F238E27FC236}">
                <a16:creationId xmlns:a16="http://schemas.microsoft.com/office/drawing/2014/main" id="{29119C31-4C71-C3BD-7F3E-93B460A1467F}"/>
              </a:ext>
            </a:extLst>
          </p:cNvPr>
          <p:cNvSpPr/>
          <p:nvPr/>
        </p:nvSpPr>
        <p:spPr>
          <a:xfrm>
            <a:off x="4400788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0" name="椭圆 329">
            <a:extLst>
              <a:ext uri="{FF2B5EF4-FFF2-40B4-BE49-F238E27FC236}">
                <a16:creationId xmlns:a16="http://schemas.microsoft.com/office/drawing/2014/main" id="{7F637E1F-6809-ABA7-15B4-1E541AE3ED2C}"/>
              </a:ext>
            </a:extLst>
          </p:cNvPr>
          <p:cNvSpPr/>
          <p:nvPr/>
        </p:nvSpPr>
        <p:spPr>
          <a:xfrm>
            <a:off x="4971050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2" name="椭圆 331">
            <a:extLst>
              <a:ext uri="{FF2B5EF4-FFF2-40B4-BE49-F238E27FC236}">
                <a16:creationId xmlns:a16="http://schemas.microsoft.com/office/drawing/2014/main" id="{1DD32006-3303-8A11-0F96-88213620EDF8}"/>
              </a:ext>
            </a:extLst>
          </p:cNvPr>
          <p:cNvSpPr/>
          <p:nvPr/>
        </p:nvSpPr>
        <p:spPr>
          <a:xfrm>
            <a:off x="5541312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4" name="椭圆 333">
            <a:extLst>
              <a:ext uri="{FF2B5EF4-FFF2-40B4-BE49-F238E27FC236}">
                <a16:creationId xmlns:a16="http://schemas.microsoft.com/office/drawing/2014/main" id="{69C1BE76-58F7-E36F-5F40-0B26843CFF21}"/>
              </a:ext>
            </a:extLst>
          </p:cNvPr>
          <p:cNvSpPr/>
          <p:nvPr/>
        </p:nvSpPr>
        <p:spPr>
          <a:xfrm>
            <a:off x="6111574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6" name="椭圆 335">
            <a:extLst>
              <a:ext uri="{FF2B5EF4-FFF2-40B4-BE49-F238E27FC236}">
                <a16:creationId xmlns:a16="http://schemas.microsoft.com/office/drawing/2014/main" id="{C999FE78-539D-5DBD-054F-5BE602D9CE26}"/>
              </a:ext>
            </a:extLst>
          </p:cNvPr>
          <p:cNvSpPr/>
          <p:nvPr/>
        </p:nvSpPr>
        <p:spPr>
          <a:xfrm>
            <a:off x="6681836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8" name="椭圆 337">
            <a:extLst>
              <a:ext uri="{FF2B5EF4-FFF2-40B4-BE49-F238E27FC236}">
                <a16:creationId xmlns:a16="http://schemas.microsoft.com/office/drawing/2014/main" id="{EB9C5EF1-BF82-E156-8A41-618E78553CF8}"/>
              </a:ext>
            </a:extLst>
          </p:cNvPr>
          <p:cNvSpPr/>
          <p:nvPr/>
        </p:nvSpPr>
        <p:spPr>
          <a:xfrm>
            <a:off x="7252098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0" name="椭圆 339">
            <a:extLst>
              <a:ext uri="{FF2B5EF4-FFF2-40B4-BE49-F238E27FC236}">
                <a16:creationId xmlns:a16="http://schemas.microsoft.com/office/drawing/2014/main" id="{6E034D9D-2BDE-D996-CA8F-ABF2EAD0DC8B}"/>
              </a:ext>
            </a:extLst>
          </p:cNvPr>
          <p:cNvSpPr/>
          <p:nvPr/>
        </p:nvSpPr>
        <p:spPr>
          <a:xfrm>
            <a:off x="7818314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2" name="椭圆 341">
            <a:extLst>
              <a:ext uri="{FF2B5EF4-FFF2-40B4-BE49-F238E27FC236}">
                <a16:creationId xmlns:a16="http://schemas.microsoft.com/office/drawing/2014/main" id="{1186953F-8BA8-EDA3-6A71-C4140B459193}"/>
              </a:ext>
            </a:extLst>
          </p:cNvPr>
          <p:cNvSpPr/>
          <p:nvPr/>
        </p:nvSpPr>
        <p:spPr>
          <a:xfrm>
            <a:off x="8414500" y="874625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9" name="文本框 378">
            <a:extLst>
              <a:ext uri="{FF2B5EF4-FFF2-40B4-BE49-F238E27FC236}">
                <a16:creationId xmlns:a16="http://schemas.microsoft.com/office/drawing/2014/main" id="{987902FB-C9C2-7B0F-9C9B-F1BD8900A61A}"/>
              </a:ext>
            </a:extLst>
          </p:cNvPr>
          <p:cNvSpPr txBox="1"/>
          <p:nvPr/>
        </p:nvSpPr>
        <p:spPr>
          <a:xfrm>
            <a:off x="2500995" y="483926"/>
            <a:ext cx="4988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金山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Jinshan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81" name="文本框 380">
            <a:extLst>
              <a:ext uri="{FF2B5EF4-FFF2-40B4-BE49-F238E27FC236}">
                <a16:creationId xmlns:a16="http://schemas.microsoft.com/office/drawing/2014/main" id="{CDD50A1C-F4CC-1565-2D41-CC5B0B17CBC0}"/>
              </a:ext>
            </a:extLst>
          </p:cNvPr>
          <p:cNvSpPr txBox="1"/>
          <p:nvPr/>
        </p:nvSpPr>
        <p:spPr>
          <a:xfrm>
            <a:off x="1751205" y="1019030"/>
            <a:ext cx="8595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中央大道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Central Avenue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83" name="文本框 382">
            <a:extLst>
              <a:ext uri="{FF2B5EF4-FFF2-40B4-BE49-F238E27FC236}">
                <a16:creationId xmlns:a16="http://schemas.microsoft.com/office/drawing/2014/main" id="{2DA75D2A-ED0F-2B3F-6752-810A2A588DC3}"/>
              </a:ext>
            </a:extLst>
          </p:cNvPr>
          <p:cNvSpPr txBox="1"/>
          <p:nvPr/>
        </p:nvSpPr>
        <p:spPr>
          <a:xfrm>
            <a:off x="2788605" y="1019030"/>
            <a:ext cx="10631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吕岭北站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latin typeface="+mn-ea"/>
                <a:cs typeface="Cascadia Code" panose="020B0609020000020004" pitchFamily="49" charset="0"/>
              </a:rPr>
              <a:t>Lvling</a:t>
            </a:r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 North Station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85" name="文本框 384">
            <a:extLst>
              <a:ext uri="{FF2B5EF4-FFF2-40B4-BE49-F238E27FC236}">
                <a16:creationId xmlns:a16="http://schemas.microsoft.com/office/drawing/2014/main" id="{796991C2-AB60-6F26-1A80-B36144BE38C0}"/>
              </a:ext>
            </a:extLst>
          </p:cNvPr>
          <p:cNvSpPr txBox="1"/>
          <p:nvPr/>
        </p:nvSpPr>
        <p:spPr>
          <a:xfrm>
            <a:off x="3497972" y="483926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海宁公园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Haining Park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87" name="文本框 386">
            <a:extLst>
              <a:ext uri="{FF2B5EF4-FFF2-40B4-BE49-F238E27FC236}">
                <a16:creationId xmlns:a16="http://schemas.microsoft.com/office/drawing/2014/main" id="{3C62C582-D6AE-76F4-8A11-112200577A06}"/>
              </a:ext>
            </a:extLst>
          </p:cNvPr>
          <p:cNvSpPr txBox="1"/>
          <p:nvPr/>
        </p:nvSpPr>
        <p:spPr>
          <a:xfrm>
            <a:off x="3711944" y="1019030"/>
            <a:ext cx="1502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海宁行政中心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Haining Administrative Center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89" name="文本框 388">
            <a:extLst>
              <a:ext uri="{FF2B5EF4-FFF2-40B4-BE49-F238E27FC236}">
                <a16:creationId xmlns:a16="http://schemas.microsoft.com/office/drawing/2014/main" id="{EC8E5758-84B3-DE57-17FF-70D866A92202}"/>
              </a:ext>
            </a:extLst>
          </p:cNvPr>
          <p:cNvSpPr txBox="1"/>
          <p:nvPr/>
        </p:nvSpPr>
        <p:spPr>
          <a:xfrm>
            <a:off x="4411249" y="483926"/>
            <a:ext cx="12442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海宁商务中心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Haining Business Center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91" name="文本框 390">
            <a:extLst>
              <a:ext uri="{FF2B5EF4-FFF2-40B4-BE49-F238E27FC236}">
                <a16:creationId xmlns:a16="http://schemas.microsoft.com/office/drawing/2014/main" id="{B50A28DC-9CB7-2D5E-D604-5BDBBE22C64B}"/>
              </a:ext>
            </a:extLst>
          </p:cNvPr>
          <p:cNvSpPr txBox="1"/>
          <p:nvPr/>
        </p:nvSpPr>
        <p:spPr>
          <a:xfrm>
            <a:off x="5332712" y="1019030"/>
            <a:ext cx="5421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五通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latin typeface="+mn-ea"/>
                <a:cs typeface="Cascadia Code" panose="020B0609020000020004" pitchFamily="49" charset="0"/>
              </a:rPr>
              <a:t>Wutong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93" name="文本框 392">
            <a:extLst>
              <a:ext uri="{FF2B5EF4-FFF2-40B4-BE49-F238E27FC236}">
                <a16:creationId xmlns:a16="http://schemas.microsoft.com/office/drawing/2014/main" id="{A6B5D4CE-ED12-7949-CD02-F83693E2D02B}"/>
              </a:ext>
            </a:extLst>
          </p:cNvPr>
          <p:cNvSpPr txBox="1"/>
          <p:nvPr/>
        </p:nvSpPr>
        <p:spPr>
          <a:xfrm>
            <a:off x="5768561" y="483926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体育中心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Sports Center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95" name="文本框 394">
            <a:extLst>
              <a:ext uri="{FF2B5EF4-FFF2-40B4-BE49-F238E27FC236}">
                <a16:creationId xmlns:a16="http://schemas.microsoft.com/office/drawing/2014/main" id="{8BAF276C-8E20-D260-CF38-80D349A6416D}"/>
              </a:ext>
            </a:extLst>
          </p:cNvPr>
          <p:cNvSpPr txBox="1"/>
          <p:nvPr/>
        </p:nvSpPr>
        <p:spPr>
          <a:xfrm>
            <a:off x="6497136" y="1019030"/>
            <a:ext cx="4940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弋浔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latin typeface="+mn-ea"/>
                <a:cs typeface="Cascadia Code" panose="020B0609020000020004" pitchFamily="49" charset="0"/>
              </a:rPr>
              <a:t>Yixun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97" name="文本框 396">
            <a:extLst>
              <a:ext uri="{FF2B5EF4-FFF2-40B4-BE49-F238E27FC236}">
                <a16:creationId xmlns:a16="http://schemas.microsoft.com/office/drawing/2014/main" id="{B54098A2-930E-99C5-0744-B4736DAF2722}"/>
              </a:ext>
            </a:extLst>
          </p:cNvPr>
          <p:cNvSpPr txBox="1"/>
          <p:nvPr/>
        </p:nvSpPr>
        <p:spPr>
          <a:xfrm>
            <a:off x="6745332" y="483926"/>
            <a:ext cx="11368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迁安人民公园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latin typeface="+mn-ea"/>
                <a:cs typeface="Cascadia Code" panose="020B0609020000020004" pitchFamily="49" charset="0"/>
              </a:rPr>
              <a:t>Qian’an</a:t>
            </a:r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 People’s Park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99" name="文本框 398">
            <a:extLst>
              <a:ext uri="{FF2B5EF4-FFF2-40B4-BE49-F238E27FC236}">
                <a16:creationId xmlns:a16="http://schemas.microsoft.com/office/drawing/2014/main" id="{C439CC33-39B8-00F3-D695-EEDADC7186B1}"/>
              </a:ext>
            </a:extLst>
          </p:cNvPr>
          <p:cNvSpPr txBox="1"/>
          <p:nvPr/>
        </p:nvSpPr>
        <p:spPr>
          <a:xfrm>
            <a:off x="7435645" y="972461"/>
            <a:ext cx="88998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00" b="1" dirty="0">
                <a:latin typeface="宋体" panose="02010600030101010101" pitchFamily="2" charset="-122"/>
                <a:ea typeface="宋体" panose="02010600030101010101" pitchFamily="2" charset="-122"/>
              </a:rPr>
              <a:t>北站西广场</a:t>
            </a:r>
            <a:endParaRPr lang="en-US" altLang="zh-CN" sz="11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Railway Station</a:t>
            </a: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West Square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403" name="文本框 402">
            <a:extLst>
              <a:ext uri="{FF2B5EF4-FFF2-40B4-BE49-F238E27FC236}">
                <a16:creationId xmlns:a16="http://schemas.microsoft.com/office/drawing/2014/main" id="{250BD5EE-9DE4-455A-EF46-8D542A853669}"/>
              </a:ext>
            </a:extLst>
          </p:cNvPr>
          <p:cNvSpPr txBox="1"/>
          <p:nvPr/>
        </p:nvSpPr>
        <p:spPr>
          <a:xfrm>
            <a:off x="8036326" y="411621"/>
            <a:ext cx="8467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00" b="1" dirty="0">
                <a:latin typeface="宋体" panose="02010600030101010101" pitchFamily="2" charset="-122"/>
                <a:ea typeface="宋体" panose="02010600030101010101" pitchFamily="2" charset="-122"/>
              </a:rPr>
              <a:t>天海北站</a:t>
            </a:r>
            <a:endParaRPr lang="en-US" altLang="zh-CN" sz="11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latin typeface="+mn-ea"/>
                <a:cs typeface="Cascadia Code" panose="020B0609020000020004" pitchFamily="49" charset="0"/>
              </a:rPr>
              <a:t>Tianhai</a:t>
            </a:r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 North</a:t>
            </a: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Railway Station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grpSp>
        <p:nvGrpSpPr>
          <p:cNvPr id="408" name="组合 407">
            <a:extLst>
              <a:ext uri="{FF2B5EF4-FFF2-40B4-BE49-F238E27FC236}">
                <a16:creationId xmlns:a16="http://schemas.microsoft.com/office/drawing/2014/main" id="{C94DC6D0-0632-678F-FBD8-0F817F9C7AC6}"/>
              </a:ext>
            </a:extLst>
          </p:cNvPr>
          <p:cNvGrpSpPr/>
          <p:nvPr/>
        </p:nvGrpSpPr>
        <p:grpSpPr>
          <a:xfrm flipH="1">
            <a:off x="416338" y="893731"/>
            <a:ext cx="86486" cy="88006"/>
            <a:chOff x="3384914" y="1617979"/>
            <a:chExt cx="790846" cy="825340"/>
          </a:xfrm>
        </p:grpSpPr>
        <p:sp>
          <p:nvSpPr>
            <p:cNvPr id="405" name="箭头: 环形 404">
              <a:extLst>
                <a:ext uri="{FF2B5EF4-FFF2-40B4-BE49-F238E27FC236}">
                  <a16:creationId xmlns:a16="http://schemas.microsoft.com/office/drawing/2014/main" id="{56CC4D34-2941-1A47-380B-6E0EBD20E0D4}"/>
                </a:ext>
              </a:extLst>
            </p:cNvPr>
            <p:cNvSpPr/>
            <p:nvPr/>
          </p:nvSpPr>
          <p:spPr>
            <a:xfrm>
              <a:off x="3384914" y="1617979"/>
              <a:ext cx="790846" cy="797055"/>
            </a:xfrm>
            <a:prstGeom prst="circular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07" name="箭头: 环形 406">
              <a:extLst>
                <a:ext uri="{FF2B5EF4-FFF2-40B4-BE49-F238E27FC236}">
                  <a16:creationId xmlns:a16="http://schemas.microsoft.com/office/drawing/2014/main" id="{52F2B005-7BC9-DDE6-8BBD-C44A134C8172}"/>
                </a:ext>
              </a:extLst>
            </p:cNvPr>
            <p:cNvSpPr/>
            <p:nvPr/>
          </p:nvSpPr>
          <p:spPr>
            <a:xfrm flipH="1" flipV="1">
              <a:off x="3384914" y="1646263"/>
              <a:ext cx="790846" cy="797056"/>
            </a:xfrm>
            <a:prstGeom prst="circularArrow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444" name="图片 443">
            <a:extLst>
              <a:ext uri="{FF2B5EF4-FFF2-40B4-BE49-F238E27FC236}">
                <a16:creationId xmlns:a16="http://schemas.microsoft.com/office/drawing/2014/main" id="{60D342AE-E7E6-438C-8AB2-5CD6BAA5514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783" y="1232304"/>
            <a:ext cx="332273" cy="193917"/>
          </a:xfrm>
          <a:prstGeom prst="rect">
            <a:avLst/>
          </a:prstGeom>
        </p:spPr>
      </p:pic>
      <p:pic>
        <p:nvPicPr>
          <p:cNvPr id="452" name="图片 451">
            <a:extLst>
              <a:ext uri="{FF2B5EF4-FFF2-40B4-BE49-F238E27FC236}">
                <a16:creationId xmlns:a16="http://schemas.microsoft.com/office/drawing/2014/main" id="{E3D36BBD-015D-C404-F821-DD0E84BEB74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5845" y="1079839"/>
            <a:ext cx="334150" cy="193917"/>
          </a:xfrm>
          <a:prstGeom prst="rect">
            <a:avLst/>
          </a:prstGeom>
        </p:spPr>
      </p:pic>
      <p:grpSp>
        <p:nvGrpSpPr>
          <p:cNvPr id="460" name="组合 459">
            <a:extLst>
              <a:ext uri="{FF2B5EF4-FFF2-40B4-BE49-F238E27FC236}">
                <a16:creationId xmlns:a16="http://schemas.microsoft.com/office/drawing/2014/main" id="{803012F1-95E7-F4D9-1989-988C6FC68938}"/>
              </a:ext>
            </a:extLst>
          </p:cNvPr>
          <p:cNvGrpSpPr/>
          <p:nvPr/>
        </p:nvGrpSpPr>
        <p:grpSpPr>
          <a:xfrm rot="1951028">
            <a:off x="8427983" y="890552"/>
            <a:ext cx="94574" cy="94923"/>
            <a:chOff x="1440520" y="1462484"/>
            <a:chExt cx="461631" cy="463336"/>
          </a:xfrm>
        </p:grpSpPr>
        <p:sp>
          <p:nvSpPr>
            <p:cNvPr id="456" name="箭头: 环形 455">
              <a:extLst>
                <a:ext uri="{FF2B5EF4-FFF2-40B4-BE49-F238E27FC236}">
                  <a16:creationId xmlns:a16="http://schemas.microsoft.com/office/drawing/2014/main" id="{5E6CC59B-779E-61DC-6FBB-8728D396D444}"/>
                </a:ext>
              </a:extLst>
            </p:cNvPr>
            <p:cNvSpPr/>
            <p:nvPr/>
          </p:nvSpPr>
          <p:spPr>
            <a:xfrm rot="338721" flipH="1">
              <a:off x="1446104" y="1476765"/>
              <a:ext cx="456047" cy="448158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13769514"/>
                <a:gd name="adj5" fmla="val 1250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57" name="箭头: 环形 456">
              <a:extLst>
                <a:ext uri="{FF2B5EF4-FFF2-40B4-BE49-F238E27FC236}">
                  <a16:creationId xmlns:a16="http://schemas.microsoft.com/office/drawing/2014/main" id="{047057E2-7F5A-C306-BA93-566F924CA509}"/>
                </a:ext>
              </a:extLst>
            </p:cNvPr>
            <p:cNvSpPr/>
            <p:nvPr/>
          </p:nvSpPr>
          <p:spPr>
            <a:xfrm rot="19710149" flipV="1">
              <a:off x="1446103" y="1477662"/>
              <a:ext cx="456047" cy="448158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15559861"/>
                <a:gd name="adj5" fmla="val 12500"/>
              </a:avLst>
            </a:prstGeom>
            <a:solidFill>
              <a:srgbClr val="FFC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59" name="箭头: 环形 458">
              <a:extLst>
                <a:ext uri="{FF2B5EF4-FFF2-40B4-BE49-F238E27FC236}">
                  <a16:creationId xmlns:a16="http://schemas.microsoft.com/office/drawing/2014/main" id="{6C4FF4CF-9464-9497-F22D-881EBB9426EB}"/>
                </a:ext>
              </a:extLst>
            </p:cNvPr>
            <p:cNvSpPr/>
            <p:nvPr/>
          </p:nvSpPr>
          <p:spPr>
            <a:xfrm rot="4784427" flipV="1">
              <a:off x="1436575" y="1466429"/>
              <a:ext cx="456047" cy="448158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15892767"/>
                <a:gd name="adj5" fmla="val 12500"/>
              </a:avLst>
            </a:prstGeom>
            <a:solidFill>
              <a:srgbClr val="52AB4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61" name="文本框 460">
            <a:extLst>
              <a:ext uri="{FF2B5EF4-FFF2-40B4-BE49-F238E27FC236}">
                <a16:creationId xmlns:a16="http://schemas.microsoft.com/office/drawing/2014/main" id="{64F3C29B-A6EC-7F1B-2494-758A4B981E37}"/>
              </a:ext>
            </a:extLst>
          </p:cNvPr>
          <p:cNvSpPr txBox="1"/>
          <p:nvPr/>
        </p:nvSpPr>
        <p:spPr>
          <a:xfrm>
            <a:off x="2779157" y="35893"/>
            <a:ext cx="34932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下一站：金山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200" dirty="0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rPr>
              <a:t>Next Station: Jinshan.</a:t>
            </a:r>
            <a:endParaRPr lang="zh-CN" altLang="en-US" sz="1200" dirty="0">
              <a:latin typeface="Cascadia Code" panose="020B0609020000020004" pitchFamily="49" charset="0"/>
              <a:ea typeface="黑体" panose="02010609060101010101" pitchFamily="49" charset="-122"/>
              <a:cs typeface="Cascadia Code" panose="020B0609020000020004" pitchFamily="49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D4964A84-27C0-B35F-DE20-26092FE38080}"/>
              </a:ext>
            </a:extLst>
          </p:cNvPr>
          <p:cNvGrpSpPr/>
          <p:nvPr/>
        </p:nvGrpSpPr>
        <p:grpSpPr>
          <a:xfrm>
            <a:off x="2204776" y="804919"/>
            <a:ext cx="261017" cy="259843"/>
            <a:chOff x="501595" y="804920"/>
            <a:chExt cx="261017" cy="259843"/>
          </a:xfrm>
        </p:grpSpPr>
        <p:sp>
          <p:nvSpPr>
            <p:cNvPr id="2" name="箭头: V 形 1">
              <a:extLst>
                <a:ext uri="{FF2B5EF4-FFF2-40B4-BE49-F238E27FC236}">
                  <a16:creationId xmlns:a16="http://schemas.microsoft.com/office/drawing/2014/main" id="{8A1ACB1A-98AF-9B9A-B932-B4D5C62B6F2D}"/>
                </a:ext>
              </a:extLst>
            </p:cNvPr>
            <p:cNvSpPr/>
            <p:nvPr/>
          </p:nvSpPr>
          <p:spPr>
            <a:xfrm>
              <a:off x="501595" y="804920"/>
              <a:ext cx="153399" cy="259843"/>
            </a:xfrm>
            <a:prstGeom prst="chevron">
              <a:avLst>
                <a:gd name="adj" fmla="val 5528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箭头: V 形 5">
              <a:extLst>
                <a:ext uri="{FF2B5EF4-FFF2-40B4-BE49-F238E27FC236}">
                  <a16:creationId xmlns:a16="http://schemas.microsoft.com/office/drawing/2014/main" id="{79E06B66-F05C-2B0C-A2E2-5EB89120BAA6}"/>
                </a:ext>
              </a:extLst>
            </p:cNvPr>
            <p:cNvSpPr/>
            <p:nvPr/>
          </p:nvSpPr>
          <p:spPr>
            <a:xfrm>
              <a:off x="609213" y="804920"/>
              <a:ext cx="153399" cy="259843"/>
            </a:xfrm>
            <a:prstGeom prst="chevron">
              <a:avLst>
                <a:gd name="adj" fmla="val 5528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73" name="文本框 372">
            <a:extLst>
              <a:ext uri="{FF2B5EF4-FFF2-40B4-BE49-F238E27FC236}">
                <a16:creationId xmlns:a16="http://schemas.microsoft.com/office/drawing/2014/main" id="{14B72EDC-2640-49D4-C24D-B53CC5AE929C}"/>
              </a:ext>
            </a:extLst>
          </p:cNvPr>
          <p:cNvSpPr txBox="1"/>
          <p:nvPr/>
        </p:nvSpPr>
        <p:spPr>
          <a:xfrm>
            <a:off x="114082" y="483926"/>
            <a:ext cx="7088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天海港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Tianhai</a:t>
            </a:r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 Port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D2AFA752-1FD4-CFEE-DBB1-0FFBEB88B471}"/>
              </a:ext>
            </a:extLst>
          </p:cNvPr>
          <p:cNvSpPr/>
          <p:nvPr/>
        </p:nvSpPr>
        <p:spPr>
          <a:xfrm rot="16200000" flipV="1">
            <a:off x="3252467" y="802397"/>
            <a:ext cx="149365" cy="115523"/>
          </a:xfrm>
          <a:prstGeom prst="homePlate">
            <a:avLst>
              <a:gd name="adj" fmla="val 41754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2B493C5C-66FA-DC07-14E5-B7C0FC6DAE21}"/>
              </a:ext>
            </a:extLst>
          </p:cNvPr>
          <p:cNvSpPr/>
          <p:nvPr/>
        </p:nvSpPr>
        <p:spPr>
          <a:xfrm>
            <a:off x="3262857" y="879787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8089818-E2D4-4DED-1140-BEC99E8497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2449" y="546366"/>
            <a:ext cx="463118" cy="270278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69296451-C36C-1D38-AC36-994502D6CB4F}"/>
              </a:ext>
            </a:extLst>
          </p:cNvPr>
          <p:cNvGrpSpPr/>
          <p:nvPr/>
        </p:nvGrpSpPr>
        <p:grpSpPr>
          <a:xfrm flipH="1">
            <a:off x="3287580" y="895239"/>
            <a:ext cx="86486" cy="88006"/>
            <a:chOff x="3384914" y="1617979"/>
            <a:chExt cx="790846" cy="825340"/>
          </a:xfrm>
        </p:grpSpPr>
        <p:sp>
          <p:nvSpPr>
            <p:cNvPr id="11" name="箭头: 环形 10">
              <a:extLst>
                <a:ext uri="{FF2B5EF4-FFF2-40B4-BE49-F238E27FC236}">
                  <a16:creationId xmlns:a16="http://schemas.microsoft.com/office/drawing/2014/main" id="{D9A8B603-E201-B144-0556-03C23DE115B5}"/>
                </a:ext>
              </a:extLst>
            </p:cNvPr>
            <p:cNvSpPr/>
            <p:nvPr/>
          </p:nvSpPr>
          <p:spPr>
            <a:xfrm>
              <a:off x="3384914" y="1617979"/>
              <a:ext cx="790846" cy="797055"/>
            </a:xfrm>
            <a:prstGeom prst="circular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箭头: 环形 11">
              <a:extLst>
                <a:ext uri="{FF2B5EF4-FFF2-40B4-BE49-F238E27FC236}">
                  <a16:creationId xmlns:a16="http://schemas.microsoft.com/office/drawing/2014/main" id="{23E764CD-2B48-9076-CC37-A1041D289D0D}"/>
                </a:ext>
              </a:extLst>
            </p:cNvPr>
            <p:cNvSpPr/>
            <p:nvPr/>
          </p:nvSpPr>
          <p:spPr>
            <a:xfrm flipH="1" flipV="1">
              <a:off x="3384914" y="1646263"/>
              <a:ext cx="790846" cy="797056"/>
            </a:xfrm>
            <a:prstGeom prst="circularArrow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90640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1000" fill="hold"/>
                                        <p:tgtEl>
                                          <p:spTgt spid="4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63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9002E-6 -3.60529E-6 L 0.02346 -0.0011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64" y="-11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D689B-33A3-FF06-C9BF-E0DFD2A9A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>
            <a:extLst>
              <a:ext uri="{FF2B5EF4-FFF2-40B4-BE49-F238E27FC236}">
                <a16:creationId xmlns:a16="http://schemas.microsoft.com/office/drawing/2014/main" id="{E0D261FC-4702-2200-4F0B-76411660D59A}"/>
              </a:ext>
            </a:extLst>
          </p:cNvPr>
          <p:cNvSpPr txBox="1"/>
          <p:nvPr/>
        </p:nvSpPr>
        <p:spPr>
          <a:xfrm>
            <a:off x="520103" y="425228"/>
            <a:ext cx="112723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金山</a:t>
            </a:r>
            <a:endParaRPr lang="en-US" altLang="zh-CN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2000" dirty="0">
                <a:latin typeface="+mn-ea"/>
              </a:rPr>
              <a:t>Jinshan.</a:t>
            </a:r>
            <a:endParaRPr lang="zh-CN" altLang="en-US" sz="2000" dirty="0">
              <a:latin typeface="+mn-ea"/>
            </a:endParaRPr>
          </a:p>
        </p:txBody>
      </p:sp>
      <p:grpSp>
        <p:nvGrpSpPr>
          <p:cNvPr id="648" name="组合 647">
            <a:extLst>
              <a:ext uri="{FF2B5EF4-FFF2-40B4-BE49-F238E27FC236}">
                <a16:creationId xmlns:a16="http://schemas.microsoft.com/office/drawing/2014/main" id="{60AB357A-DF72-F84D-E7DA-E1B0C83E82E9}"/>
              </a:ext>
            </a:extLst>
          </p:cNvPr>
          <p:cNvGrpSpPr/>
          <p:nvPr/>
        </p:nvGrpSpPr>
        <p:grpSpPr>
          <a:xfrm>
            <a:off x="-4835331" y="564611"/>
            <a:ext cx="4713780" cy="347183"/>
            <a:chOff x="2180050" y="555098"/>
            <a:chExt cx="4713780" cy="347183"/>
          </a:xfrm>
        </p:grpSpPr>
        <p:grpSp>
          <p:nvGrpSpPr>
            <p:cNvPr id="631" name="组合 630">
              <a:extLst>
                <a:ext uri="{FF2B5EF4-FFF2-40B4-BE49-F238E27FC236}">
                  <a16:creationId xmlns:a16="http://schemas.microsoft.com/office/drawing/2014/main" id="{B6FB637F-1B72-608A-BBE6-3C54E5193EBF}"/>
                </a:ext>
              </a:extLst>
            </p:cNvPr>
            <p:cNvGrpSpPr/>
            <p:nvPr/>
          </p:nvGrpSpPr>
          <p:grpSpPr>
            <a:xfrm>
              <a:off x="3758078" y="601135"/>
              <a:ext cx="771789" cy="230164"/>
              <a:chOff x="2969309" y="601138"/>
              <a:chExt cx="771789" cy="230164"/>
            </a:xfrm>
          </p:grpSpPr>
          <p:sp>
            <p:nvSpPr>
              <p:cNvPr id="632" name="矩形 631">
                <a:extLst>
                  <a:ext uri="{FF2B5EF4-FFF2-40B4-BE49-F238E27FC236}">
                    <a16:creationId xmlns:a16="http://schemas.microsoft.com/office/drawing/2014/main" id="{F39E3071-5844-1502-7685-3AAB316A2A6C}"/>
                  </a:ext>
                </a:extLst>
              </p:cNvPr>
              <p:cNvSpPr/>
              <p:nvPr/>
            </p:nvSpPr>
            <p:spPr>
              <a:xfrm>
                <a:off x="2969309" y="601138"/>
                <a:ext cx="769621" cy="2301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3" name="矩形: 圆角 632">
                <a:extLst>
                  <a:ext uri="{FF2B5EF4-FFF2-40B4-BE49-F238E27FC236}">
                    <a16:creationId xmlns:a16="http://schemas.microsoft.com/office/drawing/2014/main" id="{07AF40F6-A587-3EAF-875E-83BDA8ABFD63}"/>
                  </a:ext>
                </a:extLst>
              </p:cNvPr>
              <p:cNvSpPr/>
              <p:nvPr/>
            </p:nvSpPr>
            <p:spPr>
              <a:xfrm>
                <a:off x="2971478" y="633445"/>
                <a:ext cx="769620" cy="97294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634" name="直接连接符 633">
                <a:extLst>
                  <a:ext uri="{FF2B5EF4-FFF2-40B4-BE49-F238E27FC236}">
                    <a16:creationId xmlns:a16="http://schemas.microsoft.com/office/drawing/2014/main" id="{9A468C44-F265-96D6-EC3E-E1DFA9E59D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478" y="76426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5" name="直接连接符 634">
                <a:extLst>
                  <a:ext uri="{FF2B5EF4-FFF2-40B4-BE49-F238E27FC236}">
                    <a16:creationId xmlns:a16="http://schemas.microsoft.com/office/drawing/2014/main" id="{10C76408-825F-26E2-9D00-CC4C8BC6A0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36399" y="63344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03" name="组合 602">
              <a:extLst>
                <a:ext uri="{FF2B5EF4-FFF2-40B4-BE49-F238E27FC236}">
                  <a16:creationId xmlns:a16="http://schemas.microsoft.com/office/drawing/2014/main" id="{F3EBBEB6-1BBA-0D48-6C49-405260987403}"/>
                </a:ext>
              </a:extLst>
            </p:cNvPr>
            <p:cNvGrpSpPr/>
            <p:nvPr/>
          </p:nvGrpSpPr>
          <p:grpSpPr>
            <a:xfrm>
              <a:off x="2969309" y="601138"/>
              <a:ext cx="771789" cy="230164"/>
              <a:chOff x="2969309" y="601138"/>
              <a:chExt cx="771789" cy="230164"/>
            </a:xfrm>
          </p:grpSpPr>
          <p:sp>
            <p:nvSpPr>
              <p:cNvPr id="602" name="矩形 601">
                <a:extLst>
                  <a:ext uri="{FF2B5EF4-FFF2-40B4-BE49-F238E27FC236}">
                    <a16:creationId xmlns:a16="http://schemas.microsoft.com/office/drawing/2014/main" id="{24719C20-8A92-8A89-EBE9-E0A972E269DF}"/>
                  </a:ext>
                </a:extLst>
              </p:cNvPr>
              <p:cNvSpPr/>
              <p:nvPr/>
            </p:nvSpPr>
            <p:spPr>
              <a:xfrm>
                <a:off x="2969309" y="601138"/>
                <a:ext cx="769621" cy="2301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5" name="矩形: 圆角 134">
                <a:extLst>
                  <a:ext uri="{FF2B5EF4-FFF2-40B4-BE49-F238E27FC236}">
                    <a16:creationId xmlns:a16="http://schemas.microsoft.com/office/drawing/2014/main" id="{1BC7B0B7-ECDE-BBB7-F285-9F650A30D53E}"/>
                  </a:ext>
                </a:extLst>
              </p:cNvPr>
              <p:cNvSpPr/>
              <p:nvPr/>
            </p:nvSpPr>
            <p:spPr>
              <a:xfrm>
                <a:off x="2971478" y="633445"/>
                <a:ext cx="769620" cy="97294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36" name="直接连接符 135">
                <a:extLst>
                  <a:ext uri="{FF2B5EF4-FFF2-40B4-BE49-F238E27FC236}">
                    <a16:creationId xmlns:a16="http://schemas.microsoft.com/office/drawing/2014/main" id="{E4390E25-1831-471B-9B84-30A9963A5D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478" y="76426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直接连接符 136">
                <a:extLst>
                  <a:ext uri="{FF2B5EF4-FFF2-40B4-BE49-F238E27FC236}">
                    <a16:creationId xmlns:a16="http://schemas.microsoft.com/office/drawing/2014/main" id="{6B2BC03E-D530-7B0D-530B-590AFDC3DB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36399" y="63344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4" name="组合 183">
              <a:extLst>
                <a:ext uri="{FF2B5EF4-FFF2-40B4-BE49-F238E27FC236}">
                  <a16:creationId xmlns:a16="http://schemas.microsoft.com/office/drawing/2014/main" id="{03D9A2BB-047C-11C4-61C3-046C8933E765}"/>
                </a:ext>
              </a:extLst>
            </p:cNvPr>
            <p:cNvGrpSpPr/>
            <p:nvPr/>
          </p:nvGrpSpPr>
          <p:grpSpPr>
            <a:xfrm flipH="1">
              <a:off x="6096902" y="601138"/>
              <a:ext cx="796928" cy="230167"/>
              <a:chOff x="2533557" y="715860"/>
              <a:chExt cx="796928" cy="230167"/>
            </a:xfrm>
          </p:grpSpPr>
          <p:sp>
            <p:nvSpPr>
              <p:cNvPr id="187" name="矩形: 圆角 186">
                <a:extLst>
                  <a:ext uri="{FF2B5EF4-FFF2-40B4-BE49-F238E27FC236}">
                    <a16:creationId xmlns:a16="http://schemas.microsoft.com/office/drawing/2014/main" id="{414ADE49-B4E7-1E20-3CB9-54DC29E565AD}"/>
                  </a:ext>
                </a:extLst>
              </p:cNvPr>
              <p:cNvSpPr/>
              <p:nvPr/>
            </p:nvSpPr>
            <p:spPr>
              <a:xfrm>
                <a:off x="2533557" y="715860"/>
                <a:ext cx="783274" cy="230167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8" name="矩形: 圆角 187">
                <a:extLst>
                  <a:ext uri="{FF2B5EF4-FFF2-40B4-BE49-F238E27FC236}">
                    <a16:creationId xmlns:a16="http://schemas.microsoft.com/office/drawing/2014/main" id="{41CDF467-8AE7-9748-B198-8964927A7DCA}"/>
                  </a:ext>
                </a:extLst>
              </p:cNvPr>
              <p:cNvSpPr/>
              <p:nvPr/>
            </p:nvSpPr>
            <p:spPr>
              <a:xfrm>
                <a:off x="2601967" y="748165"/>
                <a:ext cx="728518" cy="97294"/>
              </a:xfrm>
              <a:prstGeom prst="roundRect">
                <a:avLst>
                  <a:gd name="adj" fmla="val 2937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91" name="直接连接符 190">
                <a:extLst>
                  <a:ext uri="{FF2B5EF4-FFF2-40B4-BE49-F238E27FC236}">
                    <a16:creationId xmlns:a16="http://schemas.microsoft.com/office/drawing/2014/main" id="{6B2C1F5D-693D-45D2-66EF-CF54377F10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41223" y="87898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" name="直接连接符 255">
                <a:extLst>
                  <a:ext uri="{FF2B5EF4-FFF2-40B4-BE49-F238E27FC236}">
                    <a16:creationId xmlns:a16="http://schemas.microsoft.com/office/drawing/2014/main" id="{3918B412-70AF-5F7E-BF55-99F0D2D7C9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06144" y="74816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09" name="组合 608">
              <a:extLst>
                <a:ext uri="{FF2B5EF4-FFF2-40B4-BE49-F238E27FC236}">
                  <a16:creationId xmlns:a16="http://schemas.microsoft.com/office/drawing/2014/main" id="{BC336814-D40F-1FE6-806A-889AF4F99FD4}"/>
                </a:ext>
              </a:extLst>
            </p:cNvPr>
            <p:cNvGrpSpPr/>
            <p:nvPr/>
          </p:nvGrpSpPr>
          <p:grpSpPr>
            <a:xfrm>
              <a:off x="2180050" y="568597"/>
              <a:ext cx="836837" cy="295251"/>
              <a:chOff x="2180050" y="568597"/>
              <a:chExt cx="836837" cy="295251"/>
            </a:xfrm>
          </p:grpSpPr>
          <p:sp>
            <p:nvSpPr>
              <p:cNvPr id="601" name="矩形: 单圆角 600">
                <a:extLst>
                  <a:ext uri="{FF2B5EF4-FFF2-40B4-BE49-F238E27FC236}">
                    <a16:creationId xmlns:a16="http://schemas.microsoft.com/office/drawing/2014/main" id="{948000F1-BDC0-98D5-5CDC-918EEADBF9C8}"/>
                  </a:ext>
                </a:extLst>
              </p:cNvPr>
              <p:cNvSpPr/>
              <p:nvPr/>
            </p:nvSpPr>
            <p:spPr>
              <a:xfrm flipH="1">
                <a:off x="2180050" y="601138"/>
                <a:ext cx="779683" cy="230167"/>
              </a:xfrm>
              <a:prstGeom prst="round1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8" name="矩形: 圆角 507">
                <a:extLst>
                  <a:ext uri="{FF2B5EF4-FFF2-40B4-BE49-F238E27FC236}">
                    <a16:creationId xmlns:a16="http://schemas.microsoft.com/office/drawing/2014/main" id="{E68769EA-2F1F-0274-DEBD-E7CEA85A60ED}"/>
                  </a:ext>
                </a:extLst>
              </p:cNvPr>
              <p:cNvSpPr/>
              <p:nvPr/>
            </p:nvSpPr>
            <p:spPr>
              <a:xfrm>
                <a:off x="2248948" y="633445"/>
                <a:ext cx="767939" cy="97294"/>
              </a:xfrm>
              <a:prstGeom prst="roundRect">
                <a:avLst>
                  <a:gd name="adj" fmla="val 2937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509" name="直接连接符 508">
                <a:extLst>
                  <a:ext uri="{FF2B5EF4-FFF2-40B4-BE49-F238E27FC236}">
                    <a16:creationId xmlns:a16="http://schemas.microsoft.com/office/drawing/2014/main" id="{8CA81871-1903-2E9E-3D32-7C7C3808CF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88205" y="76426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0" name="直接连接符 509">
                <a:extLst>
                  <a:ext uri="{FF2B5EF4-FFF2-40B4-BE49-F238E27FC236}">
                    <a16:creationId xmlns:a16="http://schemas.microsoft.com/office/drawing/2014/main" id="{C9D9E572-8E97-F388-AFC9-50A2A7A1B4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53126" y="63344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6" name="直接连接符 505">
                <a:extLst>
                  <a:ext uri="{FF2B5EF4-FFF2-40B4-BE49-F238E27FC236}">
                    <a16:creationId xmlns:a16="http://schemas.microsoft.com/office/drawing/2014/main" id="{F1819780-9519-2A7C-CC0E-5647ECB079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63813" y="568597"/>
                <a:ext cx="0" cy="295251"/>
              </a:xfrm>
              <a:prstGeom prst="line">
                <a:avLst/>
              </a:prstGeom>
              <a:ln w="254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2" name="矩形 161">
              <a:extLst>
                <a:ext uri="{FF2B5EF4-FFF2-40B4-BE49-F238E27FC236}">
                  <a16:creationId xmlns:a16="http://schemas.microsoft.com/office/drawing/2014/main" id="{1BCA19A7-16B8-1AD6-E7F0-5658AC4EAC9D}"/>
                </a:ext>
              </a:extLst>
            </p:cNvPr>
            <p:cNvSpPr/>
            <p:nvPr/>
          </p:nvSpPr>
          <p:spPr>
            <a:xfrm>
              <a:off x="3758981" y="555098"/>
              <a:ext cx="790456" cy="347183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b="1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当前车厢</a:t>
              </a:r>
              <a:endParaRPr lang="en-US" altLang="zh-CN" sz="11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ctr"/>
              <a:r>
                <a:rPr lang="zh-CN" altLang="zh-CN" sz="800" dirty="0"/>
                <a:t>Current Car</a:t>
              </a:r>
            </a:p>
          </p:txBody>
        </p:sp>
        <p:sp>
          <p:nvSpPr>
            <p:cNvPr id="611" name="矩形: 单圆角 610">
              <a:extLst>
                <a:ext uri="{FF2B5EF4-FFF2-40B4-BE49-F238E27FC236}">
                  <a16:creationId xmlns:a16="http://schemas.microsoft.com/office/drawing/2014/main" id="{38D4F0A1-82A3-3A6C-74D3-EC238709C14E}"/>
                </a:ext>
              </a:extLst>
            </p:cNvPr>
            <p:cNvSpPr/>
            <p:nvPr/>
          </p:nvSpPr>
          <p:spPr>
            <a:xfrm>
              <a:off x="6108241" y="601135"/>
              <a:ext cx="779683" cy="230167"/>
            </a:xfrm>
            <a:prstGeom prst="round1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2" name="矩形: 圆角 611">
              <a:extLst>
                <a:ext uri="{FF2B5EF4-FFF2-40B4-BE49-F238E27FC236}">
                  <a16:creationId xmlns:a16="http://schemas.microsoft.com/office/drawing/2014/main" id="{DA6CB1AC-DDDA-6EC6-2427-73E953129D49}"/>
                </a:ext>
              </a:extLst>
            </p:cNvPr>
            <p:cNvSpPr/>
            <p:nvPr/>
          </p:nvSpPr>
          <p:spPr>
            <a:xfrm flipH="1">
              <a:off x="6051087" y="633442"/>
              <a:ext cx="767939" cy="97294"/>
            </a:xfrm>
            <a:prstGeom prst="roundRect">
              <a:avLst>
                <a:gd name="adj" fmla="val 2937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13" name="直接连接符 612">
              <a:extLst>
                <a:ext uri="{FF2B5EF4-FFF2-40B4-BE49-F238E27FC236}">
                  <a16:creationId xmlns:a16="http://schemas.microsoft.com/office/drawing/2014/main" id="{AE7787A8-6ADC-CB42-ADE9-C1D16ED2D8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11828" y="764259"/>
              <a:ext cx="767941" cy="0"/>
            </a:xfrm>
            <a:prstGeom prst="line">
              <a:avLst/>
            </a:prstGeom>
            <a:ln>
              <a:solidFill>
                <a:srgbClr val="E6001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4" name="直接连接符 613">
              <a:extLst>
                <a:ext uri="{FF2B5EF4-FFF2-40B4-BE49-F238E27FC236}">
                  <a16:creationId xmlns:a16="http://schemas.microsoft.com/office/drawing/2014/main" id="{C98694DE-7D0A-7604-BB6A-CB77CE79240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14848" y="633442"/>
              <a:ext cx="0" cy="9729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712B7805-5CB5-9041-C6C3-180714E21CC9}"/>
                </a:ext>
              </a:extLst>
            </p:cNvPr>
            <p:cNvCxnSpPr>
              <a:cxnSpLocks/>
            </p:cNvCxnSpPr>
            <p:nvPr/>
          </p:nvCxnSpPr>
          <p:spPr>
            <a:xfrm>
              <a:off x="3747086" y="568597"/>
              <a:ext cx="0" cy="295251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36" name="组合 635">
              <a:extLst>
                <a:ext uri="{FF2B5EF4-FFF2-40B4-BE49-F238E27FC236}">
                  <a16:creationId xmlns:a16="http://schemas.microsoft.com/office/drawing/2014/main" id="{7B5AABDF-91B2-66C7-89E8-E590419EC419}"/>
                </a:ext>
              </a:extLst>
            </p:cNvPr>
            <p:cNvGrpSpPr/>
            <p:nvPr/>
          </p:nvGrpSpPr>
          <p:grpSpPr>
            <a:xfrm>
              <a:off x="4548425" y="601135"/>
              <a:ext cx="771789" cy="230164"/>
              <a:chOff x="2969309" y="601138"/>
              <a:chExt cx="771789" cy="230164"/>
            </a:xfrm>
          </p:grpSpPr>
          <p:sp>
            <p:nvSpPr>
              <p:cNvPr id="637" name="矩形 636">
                <a:extLst>
                  <a:ext uri="{FF2B5EF4-FFF2-40B4-BE49-F238E27FC236}">
                    <a16:creationId xmlns:a16="http://schemas.microsoft.com/office/drawing/2014/main" id="{CBAF9CC5-456C-3999-54B5-D9D3B5B3FD55}"/>
                  </a:ext>
                </a:extLst>
              </p:cNvPr>
              <p:cNvSpPr/>
              <p:nvPr/>
            </p:nvSpPr>
            <p:spPr>
              <a:xfrm>
                <a:off x="2969309" y="601138"/>
                <a:ext cx="769621" cy="2301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8" name="矩形: 圆角 637">
                <a:extLst>
                  <a:ext uri="{FF2B5EF4-FFF2-40B4-BE49-F238E27FC236}">
                    <a16:creationId xmlns:a16="http://schemas.microsoft.com/office/drawing/2014/main" id="{801C7775-FB9D-59D1-E5D5-2ECC4BF5B6E3}"/>
                  </a:ext>
                </a:extLst>
              </p:cNvPr>
              <p:cNvSpPr/>
              <p:nvPr/>
            </p:nvSpPr>
            <p:spPr>
              <a:xfrm>
                <a:off x="2971478" y="633445"/>
                <a:ext cx="769620" cy="97294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639" name="直接连接符 638">
                <a:extLst>
                  <a:ext uri="{FF2B5EF4-FFF2-40B4-BE49-F238E27FC236}">
                    <a16:creationId xmlns:a16="http://schemas.microsoft.com/office/drawing/2014/main" id="{4ED21170-E070-65DB-6E5F-5A0C2758C4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478" y="76426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0" name="直接连接符 639">
                <a:extLst>
                  <a:ext uri="{FF2B5EF4-FFF2-40B4-BE49-F238E27FC236}">
                    <a16:creationId xmlns:a16="http://schemas.microsoft.com/office/drawing/2014/main" id="{FB264F22-45E4-B7EB-A5FF-C3F13296DA3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36399" y="63344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41" name="直接连接符 640">
              <a:extLst>
                <a:ext uri="{FF2B5EF4-FFF2-40B4-BE49-F238E27FC236}">
                  <a16:creationId xmlns:a16="http://schemas.microsoft.com/office/drawing/2014/main" id="{CD067684-E875-A46C-F895-D327692A0F5A}"/>
                </a:ext>
              </a:extLst>
            </p:cNvPr>
            <p:cNvCxnSpPr>
              <a:cxnSpLocks/>
            </p:cNvCxnSpPr>
            <p:nvPr/>
          </p:nvCxnSpPr>
          <p:spPr>
            <a:xfrm>
              <a:off x="4537433" y="568597"/>
              <a:ext cx="0" cy="295251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42" name="组合 641">
              <a:extLst>
                <a:ext uri="{FF2B5EF4-FFF2-40B4-BE49-F238E27FC236}">
                  <a16:creationId xmlns:a16="http://schemas.microsoft.com/office/drawing/2014/main" id="{8CDD974E-F06F-DF74-2A63-1448E8EA1014}"/>
                </a:ext>
              </a:extLst>
            </p:cNvPr>
            <p:cNvGrpSpPr/>
            <p:nvPr/>
          </p:nvGrpSpPr>
          <p:grpSpPr>
            <a:xfrm>
              <a:off x="5330874" y="601132"/>
              <a:ext cx="771789" cy="230164"/>
              <a:chOff x="2969309" y="601138"/>
              <a:chExt cx="771789" cy="230164"/>
            </a:xfrm>
          </p:grpSpPr>
          <p:sp>
            <p:nvSpPr>
              <p:cNvPr id="643" name="矩形 642">
                <a:extLst>
                  <a:ext uri="{FF2B5EF4-FFF2-40B4-BE49-F238E27FC236}">
                    <a16:creationId xmlns:a16="http://schemas.microsoft.com/office/drawing/2014/main" id="{BBB568A4-394C-4EFA-8AF7-A451E6879862}"/>
                  </a:ext>
                </a:extLst>
              </p:cNvPr>
              <p:cNvSpPr/>
              <p:nvPr/>
            </p:nvSpPr>
            <p:spPr>
              <a:xfrm>
                <a:off x="2969309" y="601138"/>
                <a:ext cx="769621" cy="2301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4" name="矩形: 圆角 643">
                <a:extLst>
                  <a:ext uri="{FF2B5EF4-FFF2-40B4-BE49-F238E27FC236}">
                    <a16:creationId xmlns:a16="http://schemas.microsoft.com/office/drawing/2014/main" id="{2E755CD5-8A07-B5D7-4775-D0D4CBDD8814}"/>
                  </a:ext>
                </a:extLst>
              </p:cNvPr>
              <p:cNvSpPr/>
              <p:nvPr/>
            </p:nvSpPr>
            <p:spPr>
              <a:xfrm>
                <a:off x="2971478" y="633445"/>
                <a:ext cx="769620" cy="97294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645" name="直接连接符 644">
                <a:extLst>
                  <a:ext uri="{FF2B5EF4-FFF2-40B4-BE49-F238E27FC236}">
                    <a16:creationId xmlns:a16="http://schemas.microsoft.com/office/drawing/2014/main" id="{C6219A6D-B2A2-5D22-5547-D97EE10D11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478" y="76426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6" name="直接连接符 645">
                <a:extLst>
                  <a:ext uri="{FF2B5EF4-FFF2-40B4-BE49-F238E27FC236}">
                    <a16:creationId xmlns:a16="http://schemas.microsoft.com/office/drawing/2014/main" id="{3D53F13D-4F4B-78E3-4166-D14089E07D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36399" y="63344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47" name="直接连接符 646">
              <a:extLst>
                <a:ext uri="{FF2B5EF4-FFF2-40B4-BE49-F238E27FC236}">
                  <a16:creationId xmlns:a16="http://schemas.microsoft.com/office/drawing/2014/main" id="{5E2DACB8-26B6-85E8-4DD0-79473DA0B19A}"/>
                </a:ext>
              </a:extLst>
            </p:cNvPr>
            <p:cNvCxnSpPr>
              <a:cxnSpLocks/>
            </p:cNvCxnSpPr>
            <p:nvPr/>
          </p:nvCxnSpPr>
          <p:spPr>
            <a:xfrm>
              <a:off x="5319882" y="568594"/>
              <a:ext cx="0" cy="295251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5" name="直接连接符 614">
              <a:extLst>
                <a:ext uri="{FF2B5EF4-FFF2-40B4-BE49-F238E27FC236}">
                  <a16:creationId xmlns:a16="http://schemas.microsoft.com/office/drawing/2014/main" id="{034213E9-BA8E-6A57-0D6F-99C76EB294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4161" y="568594"/>
              <a:ext cx="0" cy="295251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0C5CA8D4-81EF-0910-5067-B6303651A991}"/>
              </a:ext>
            </a:extLst>
          </p:cNvPr>
          <p:cNvSpPr/>
          <p:nvPr/>
        </p:nvSpPr>
        <p:spPr>
          <a:xfrm>
            <a:off x="7671197" y="486678"/>
            <a:ext cx="275749" cy="622300"/>
          </a:xfrm>
          <a:custGeom>
            <a:avLst/>
            <a:gdLst>
              <a:gd name="csX0" fmla="*/ 43894 w 275749"/>
              <a:gd name="csY0" fmla="*/ 63500 h 622300"/>
              <a:gd name="csX1" fmla="*/ 43894 w 275749"/>
              <a:gd name="csY1" fmla="*/ 251460 h 622300"/>
              <a:gd name="csX2" fmla="*/ 231854 w 275749"/>
              <a:gd name="csY2" fmla="*/ 251460 h 622300"/>
              <a:gd name="csX3" fmla="*/ 231854 w 275749"/>
              <a:gd name="csY3" fmla="*/ 63500 h 622300"/>
              <a:gd name="csX4" fmla="*/ 0 w 275749"/>
              <a:gd name="csY4" fmla="*/ 0 h 622300"/>
              <a:gd name="csX5" fmla="*/ 275749 w 275749"/>
              <a:gd name="csY5" fmla="*/ 0 h 622300"/>
              <a:gd name="csX6" fmla="*/ 275749 w 275749"/>
              <a:gd name="csY6" fmla="*/ 622300 h 622300"/>
              <a:gd name="csX7" fmla="*/ 0 w 275749"/>
              <a:gd name="csY7" fmla="*/ 622300 h 6223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75749" h="622300">
                <a:moveTo>
                  <a:pt x="43894" y="63500"/>
                </a:moveTo>
                <a:lnTo>
                  <a:pt x="43894" y="251460"/>
                </a:lnTo>
                <a:lnTo>
                  <a:pt x="231854" y="251460"/>
                </a:lnTo>
                <a:lnTo>
                  <a:pt x="231854" y="63500"/>
                </a:lnTo>
                <a:close/>
                <a:moveTo>
                  <a:pt x="0" y="0"/>
                </a:moveTo>
                <a:lnTo>
                  <a:pt x="275749" y="0"/>
                </a:lnTo>
                <a:lnTo>
                  <a:pt x="275749" y="622300"/>
                </a:lnTo>
                <a:lnTo>
                  <a:pt x="0" y="62230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5EFCF0E8-3F53-38AB-5824-2E582952CF30}"/>
              </a:ext>
            </a:extLst>
          </p:cNvPr>
          <p:cNvSpPr/>
          <p:nvPr/>
        </p:nvSpPr>
        <p:spPr>
          <a:xfrm>
            <a:off x="7946946" y="486678"/>
            <a:ext cx="275749" cy="622300"/>
          </a:xfrm>
          <a:custGeom>
            <a:avLst/>
            <a:gdLst>
              <a:gd name="csX0" fmla="*/ 43894 w 275749"/>
              <a:gd name="csY0" fmla="*/ 63500 h 622300"/>
              <a:gd name="csX1" fmla="*/ 43894 w 275749"/>
              <a:gd name="csY1" fmla="*/ 251460 h 622300"/>
              <a:gd name="csX2" fmla="*/ 231854 w 275749"/>
              <a:gd name="csY2" fmla="*/ 251460 h 622300"/>
              <a:gd name="csX3" fmla="*/ 231854 w 275749"/>
              <a:gd name="csY3" fmla="*/ 63500 h 622300"/>
              <a:gd name="csX4" fmla="*/ 0 w 275749"/>
              <a:gd name="csY4" fmla="*/ 0 h 622300"/>
              <a:gd name="csX5" fmla="*/ 275749 w 275749"/>
              <a:gd name="csY5" fmla="*/ 0 h 622300"/>
              <a:gd name="csX6" fmla="*/ 275749 w 275749"/>
              <a:gd name="csY6" fmla="*/ 622300 h 622300"/>
              <a:gd name="csX7" fmla="*/ 0 w 275749"/>
              <a:gd name="csY7" fmla="*/ 622300 h 6223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75749" h="622300">
                <a:moveTo>
                  <a:pt x="43894" y="63500"/>
                </a:moveTo>
                <a:lnTo>
                  <a:pt x="43894" y="251460"/>
                </a:lnTo>
                <a:lnTo>
                  <a:pt x="231854" y="251460"/>
                </a:lnTo>
                <a:lnTo>
                  <a:pt x="231854" y="63500"/>
                </a:lnTo>
                <a:close/>
                <a:moveTo>
                  <a:pt x="0" y="0"/>
                </a:moveTo>
                <a:lnTo>
                  <a:pt x="275749" y="0"/>
                </a:lnTo>
                <a:lnTo>
                  <a:pt x="275749" y="622300"/>
                </a:lnTo>
                <a:lnTo>
                  <a:pt x="0" y="62230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20" name="箭头: 上 19">
            <a:extLst>
              <a:ext uri="{FF2B5EF4-FFF2-40B4-BE49-F238E27FC236}">
                <a16:creationId xmlns:a16="http://schemas.microsoft.com/office/drawing/2014/main" id="{899F5FD9-B085-02D2-6388-F72EC58B4370}"/>
              </a:ext>
            </a:extLst>
          </p:cNvPr>
          <p:cNvSpPr/>
          <p:nvPr/>
        </p:nvSpPr>
        <p:spPr>
          <a:xfrm>
            <a:off x="7802166" y="882994"/>
            <a:ext cx="289560" cy="281940"/>
          </a:xfrm>
          <a:prstGeom prst="upArrow">
            <a:avLst>
              <a:gd name="adj1" fmla="val 53947"/>
              <a:gd name="adj2" fmla="val 5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scene3d>
            <a:camera prst="orthographicFront">
              <a:rot lat="3600003" lon="21599986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AC5E0EE-8350-BB99-8C9D-8A29DB297A80}"/>
              </a:ext>
            </a:extLst>
          </p:cNvPr>
          <p:cNvSpPr/>
          <p:nvPr/>
        </p:nvSpPr>
        <p:spPr>
          <a:xfrm>
            <a:off x="0" y="0"/>
            <a:ext cx="8999538" cy="438912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96C75447-B0F3-8A1E-9B15-94EE696F1301}"/>
              </a:ext>
            </a:extLst>
          </p:cNvPr>
          <p:cNvSpPr/>
          <p:nvPr/>
        </p:nvSpPr>
        <p:spPr>
          <a:xfrm>
            <a:off x="2408841" y="54864"/>
            <a:ext cx="4181856" cy="329184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53" name="组合 152">
            <a:extLst>
              <a:ext uri="{FF2B5EF4-FFF2-40B4-BE49-F238E27FC236}">
                <a16:creationId xmlns:a16="http://schemas.microsoft.com/office/drawing/2014/main" id="{E93D1A9E-9BF6-155D-F5E6-F1DBDC6A3B72}"/>
              </a:ext>
            </a:extLst>
          </p:cNvPr>
          <p:cNvGrpSpPr/>
          <p:nvPr/>
        </p:nvGrpSpPr>
        <p:grpSpPr>
          <a:xfrm>
            <a:off x="390597" y="4959"/>
            <a:ext cx="1280134" cy="431250"/>
            <a:chOff x="188770" y="-11103"/>
            <a:chExt cx="1280134" cy="431250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964B9406-8F72-365E-A89C-0A91C62B832B}"/>
                </a:ext>
              </a:extLst>
            </p:cNvPr>
            <p:cNvSpPr/>
            <p:nvPr/>
          </p:nvSpPr>
          <p:spPr>
            <a:xfrm>
              <a:off x="188770" y="47240"/>
              <a:ext cx="1221882" cy="329184"/>
            </a:xfrm>
            <a:prstGeom prst="roundRect">
              <a:avLst>
                <a:gd name="adj" fmla="val 1882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8" name="文本框 147">
              <a:extLst>
                <a:ext uri="{FF2B5EF4-FFF2-40B4-BE49-F238E27FC236}">
                  <a16:creationId xmlns:a16="http://schemas.microsoft.com/office/drawing/2014/main" id="{A244C04E-261F-4A4A-850B-6A54E85CF193}"/>
                </a:ext>
              </a:extLst>
            </p:cNvPr>
            <p:cNvSpPr txBox="1"/>
            <p:nvPr/>
          </p:nvSpPr>
          <p:spPr>
            <a:xfrm>
              <a:off x="496280" y="-11103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黑体" panose="02010609060101010101" pitchFamily="49" charset="-122"/>
                  <a:ea typeface="黑体" panose="02010609060101010101" pitchFamily="49" charset="-122"/>
                </a:rPr>
                <a:t>天海地铁</a:t>
              </a:r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6AB226D7-80A3-B0E4-386C-CDE0EF0CD68A}"/>
                </a:ext>
              </a:extLst>
            </p:cNvPr>
            <p:cNvSpPr txBox="1"/>
            <p:nvPr/>
          </p:nvSpPr>
          <p:spPr>
            <a:xfrm>
              <a:off x="500369" y="204703"/>
              <a:ext cx="96853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00" dirty="0" err="1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Tianhai</a:t>
              </a:r>
              <a:r>
                <a:rPr lang="en-US" altLang="zh-CN" sz="800" dirty="0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 Metro</a:t>
              </a:r>
              <a:endParaRPr lang="zh-CN" altLang="en-US" sz="800" dirty="0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endParaRPr>
            </a:p>
          </p:txBody>
        </p:sp>
        <p:pic>
          <p:nvPicPr>
            <p:cNvPr id="152" name="图片 151">
              <a:extLst>
                <a:ext uri="{FF2B5EF4-FFF2-40B4-BE49-F238E27FC236}">
                  <a16:creationId xmlns:a16="http://schemas.microsoft.com/office/drawing/2014/main" id="{9E2A4E34-6077-4A6E-E7DC-36AB5C21C5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7754" y="54959"/>
              <a:ext cx="313746" cy="313746"/>
            </a:xfrm>
            <a:prstGeom prst="rect">
              <a:avLst/>
            </a:prstGeom>
          </p:spPr>
        </p:pic>
      </p:grpSp>
      <p:sp>
        <p:nvSpPr>
          <p:cNvPr id="167" name="文本框 166">
            <a:extLst>
              <a:ext uri="{FF2B5EF4-FFF2-40B4-BE49-F238E27FC236}">
                <a16:creationId xmlns:a16="http://schemas.microsoft.com/office/drawing/2014/main" id="{49CB0694-20D7-574F-3371-304C1EA72979}"/>
              </a:ext>
            </a:extLst>
          </p:cNvPr>
          <p:cNvSpPr txBox="1"/>
          <p:nvPr/>
        </p:nvSpPr>
        <p:spPr>
          <a:xfrm>
            <a:off x="7601248" y="16203"/>
            <a:ext cx="1847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75" name="组合 174">
            <a:extLst>
              <a:ext uri="{FF2B5EF4-FFF2-40B4-BE49-F238E27FC236}">
                <a16:creationId xmlns:a16="http://schemas.microsoft.com/office/drawing/2014/main" id="{C7C0D783-644B-AA34-83BE-492F1DEC2050}"/>
              </a:ext>
            </a:extLst>
          </p:cNvPr>
          <p:cNvGrpSpPr/>
          <p:nvPr/>
        </p:nvGrpSpPr>
        <p:grpSpPr>
          <a:xfrm>
            <a:off x="8140497" y="13642"/>
            <a:ext cx="821036" cy="400110"/>
            <a:chOff x="1526333" y="4012"/>
            <a:chExt cx="821036" cy="400110"/>
          </a:xfrm>
        </p:grpSpPr>
        <p:sp>
          <p:nvSpPr>
            <p:cNvPr id="176" name="矩形: 圆角 175">
              <a:extLst>
                <a:ext uri="{FF2B5EF4-FFF2-40B4-BE49-F238E27FC236}">
                  <a16:creationId xmlns:a16="http://schemas.microsoft.com/office/drawing/2014/main" id="{A3F85504-8E9A-3A0F-8407-41C67BC3E44B}"/>
                </a:ext>
              </a:extLst>
            </p:cNvPr>
            <p:cNvSpPr/>
            <p:nvPr/>
          </p:nvSpPr>
          <p:spPr>
            <a:xfrm flipH="1">
              <a:off x="1526333" y="54864"/>
              <a:ext cx="753551" cy="329184"/>
            </a:xfrm>
            <a:prstGeom prst="roundRect">
              <a:avLst>
                <a:gd name="adj" fmla="val 1882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7" name="文本框 176">
              <a:extLst>
                <a:ext uri="{FF2B5EF4-FFF2-40B4-BE49-F238E27FC236}">
                  <a16:creationId xmlns:a16="http://schemas.microsoft.com/office/drawing/2014/main" id="{2AE9E9C7-C733-9401-77D8-48EB1D0C0344}"/>
                </a:ext>
              </a:extLst>
            </p:cNvPr>
            <p:cNvSpPr txBox="1"/>
            <p:nvPr/>
          </p:nvSpPr>
          <p:spPr>
            <a:xfrm>
              <a:off x="1792890" y="4012"/>
              <a:ext cx="5544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latin typeface="黑体" panose="02010609060101010101" pitchFamily="49" charset="-122"/>
                  <a:ea typeface="黑体" panose="02010609060101010101" pitchFamily="49" charset="-122"/>
                </a:rPr>
                <a:t>号线</a:t>
              </a:r>
              <a:endPara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r>
                <a:rPr lang="en-US" altLang="zh-CN" sz="800" dirty="0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 Line</a:t>
              </a:r>
              <a:endParaRPr lang="zh-CN" altLang="en-US" sz="800" dirty="0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endParaRPr>
            </a:p>
          </p:txBody>
        </p:sp>
        <p:sp>
          <p:nvSpPr>
            <p:cNvPr id="178" name="矩形: 圆角 177">
              <a:extLst>
                <a:ext uri="{FF2B5EF4-FFF2-40B4-BE49-F238E27FC236}">
                  <a16:creationId xmlns:a16="http://schemas.microsoft.com/office/drawing/2014/main" id="{0A543E0C-77C9-AC85-2B14-113A2650FDB4}"/>
                </a:ext>
              </a:extLst>
            </p:cNvPr>
            <p:cNvSpPr/>
            <p:nvPr/>
          </p:nvSpPr>
          <p:spPr>
            <a:xfrm flipH="1">
              <a:off x="1557516" y="75456"/>
              <a:ext cx="288000" cy="288000"/>
            </a:xfrm>
            <a:prstGeom prst="roundRect">
              <a:avLst>
                <a:gd name="adj" fmla="val 18827"/>
              </a:avLst>
            </a:prstGeom>
            <a:solidFill>
              <a:srgbClr val="E6001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9" name="文本框 178">
              <a:extLst>
                <a:ext uri="{FF2B5EF4-FFF2-40B4-BE49-F238E27FC236}">
                  <a16:creationId xmlns:a16="http://schemas.microsoft.com/office/drawing/2014/main" id="{F848A9F4-F88A-9609-2161-C6C5AF9DE638}"/>
                </a:ext>
              </a:extLst>
            </p:cNvPr>
            <p:cNvSpPr txBox="1"/>
            <p:nvPr/>
          </p:nvSpPr>
          <p:spPr>
            <a:xfrm>
              <a:off x="1542658" y="34790"/>
              <a:ext cx="317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1</a:t>
              </a:r>
              <a:endParaRPr lang="zh-CN" altLang="en-US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sp>
        <p:nvSpPr>
          <p:cNvPr id="181" name="矩形: 圆角 180">
            <a:extLst>
              <a:ext uri="{FF2B5EF4-FFF2-40B4-BE49-F238E27FC236}">
                <a16:creationId xmlns:a16="http://schemas.microsoft.com/office/drawing/2014/main" id="{B2FD6244-5268-85E6-C624-26693674CB0D}"/>
              </a:ext>
            </a:extLst>
          </p:cNvPr>
          <p:cNvSpPr/>
          <p:nvPr/>
        </p:nvSpPr>
        <p:spPr>
          <a:xfrm flipH="1">
            <a:off x="7121513" y="62216"/>
            <a:ext cx="959469" cy="329184"/>
          </a:xfrm>
          <a:prstGeom prst="roundRect">
            <a:avLst>
              <a:gd name="adj" fmla="val 188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6" name="文本框 185">
            <a:extLst>
              <a:ext uri="{FF2B5EF4-FFF2-40B4-BE49-F238E27FC236}">
                <a16:creationId xmlns:a16="http://schemas.microsoft.com/office/drawing/2014/main" id="{B39A16FE-FAFE-97E9-7303-635FCD423FB3}"/>
              </a:ext>
            </a:extLst>
          </p:cNvPr>
          <p:cNvSpPr txBox="1"/>
          <p:nvPr/>
        </p:nvSpPr>
        <p:spPr>
          <a:xfrm>
            <a:off x="7075351" y="24834"/>
            <a:ext cx="10502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dirty="0">
                <a:latin typeface="黑体" panose="02010609060101010101" pitchFamily="49" charset="-122"/>
                <a:ea typeface="黑体" panose="02010609060101010101" pitchFamily="49" charset="-122"/>
              </a:rPr>
              <a:t>终点站</a:t>
            </a:r>
            <a:r>
              <a:rPr lang="en-US" altLang="zh-CN" sz="900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900" dirty="0">
                <a:latin typeface="黑体" panose="02010609060101010101" pitchFamily="49" charset="-122"/>
                <a:ea typeface="黑体" panose="02010609060101010101" pitchFamily="49" charset="-122"/>
              </a:rPr>
              <a:t>天海北站</a:t>
            </a:r>
          </a:p>
        </p:txBody>
      </p:sp>
      <p:pic>
        <p:nvPicPr>
          <p:cNvPr id="189" name="图片 188">
            <a:extLst>
              <a:ext uri="{FF2B5EF4-FFF2-40B4-BE49-F238E27FC236}">
                <a16:creationId xmlns:a16="http://schemas.microsoft.com/office/drawing/2014/main" id="{3FA3DD09-E9CA-6489-0F73-52C792BA65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5821" y="196261"/>
            <a:ext cx="789348" cy="228967"/>
          </a:xfrm>
          <a:prstGeom prst="rect">
            <a:avLst/>
          </a:prstGeom>
        </p:spPr>
      </p:pic>
      <p:sp>
        <p:nvSpPr>
          <p:cNvPr id="461" name="文本框 460">
            <a:extLst>
              <a:ext uri="{FF2B5EF4-FFF2-40B4-BE49-F238E27FC236}">
                <a16:creationId xmlns:a16="http://schemas.microsoft.com/office/drawing/2014/main" id="{F74BC526-DB71-AC60-84D1-DB13D23DACF1}"/>
              </a:ext>
            </a:extLst>
          </p:cNvPr>
          <p:cNvSpPr txBox="1"/>
          <p:nvPr/>
        </p:nvSpPr>
        <p:spPr>
          <a:xfrm>
            <a:off x="3521089" y="34532"/>
            <a:ext cx="22621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注意脚下 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Mind Your Step.</a:t>
            </a:r>
            <a:endParaRPr lang="zh-CN" altLang="en-US" sz="1200" dirty="0">
              <a:latin typeface="Cascadia Code" panose="020B0609020000020004" pitchFamily="49" charset="0"/>
              <a:ea typeface="黑体" panose="02010609060101010101" pitchFamily="49" charset="-122"/>
              <a:cs typeface="Cascadia Code" panose="020B0609020000020004" pitchFamily="49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2688766-4C4D-52BA-35F7-53FF53FDCCA1}"/>
              </a:ext>
            </a:extLst>
          </p:cNvPr>
          <p:cNvSpPr txBox="1"/>
          <p:nvPr/>
        </p:nvSpPr>
        <p:spPr>
          <a:xfrm>
            <a:off x="7381727" y="1067114"/>
            <a:ext cx="1130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本侧开门</a:t>
            </a:r>
            <a:endParaRPr lang="en-US" altLang="zh-CN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zh-CN" sz="800" dirty="0"/>
              <a:t>This Side Doors Open</a:t>
            </a:r>
          </a:p>
        </p:txBody>
      </p:sp>
      <p:sp>
        <p:nvSpPr>
          <p:cNvPr id="600" name="文本框 599">
            <a:extLst>
              <a:ext uri="{FF2B5EF4-FFF2-40B4-BE49-F238E27FC236}">
                <a16:creationId xmlns:a16="http://schemas.microsoft.com/office/drawing/2014/main" id="{BA4405BD-4D06-DB38-AD18-A6492B91601A}"/>
              </a:ext>
            </a:extLst>
          </p:cNvPr>
          <p:cNvSpPr txBox="1"/>
          <p:nvPr/>
        </p:nvSpPr>
        <p:spPr>
          <a:xfrm>
            <a:off x="3114397" y="902281"/>
            <a:ext cx="2847254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灯闪铃响请勿上下车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zh-CN" sz="800" dirty="0">
                <a:latin typeface="+mn-ea"/>
              </a:rPr>
              <a:t>Flashing Lights and Alarm Sounding: Do Not Board or Alight</a:t>
            </a:r>
            <a:endParaRPr lang="en-US" altLang="zh-CN" sz="800" dirty="0">
              <a:latin typeface="+mn-ea"/>
            </a:endParaRPr>
          </a:p>
          <a:p>
            <a:pPr algn="ctr"/>
            <a:endParaRPr lang="zh-CN" altLang="en-US" sz="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49811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81 4.4763E-6 L -1.53466E-6 4.4763E-6 " pathEditMode="relative" rAng="0" ptsTypes="AA">
                                      <p:cBhvr>
                                        <p:cTn id="6" dur="1000" spd="-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2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7862E-6 4.4763E-6 L 0.01782 4.4763E-6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2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9414E-6 8.37927E-7 L 0.77051 -0.00221 " pathEditMode="relative" rAng="0" ptsTypes="AA">
                                      <p:cBhvr>
                                        <p:cTn id="10" dur="1500" fill="hold"/>
                                        <p:tgtEl>
                                          <p:spTgt spid="6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525" y="-1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" presetID="10" presetClass="entr" presetSubtype="0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19" grpId="0" animBg="1"/>
      <p:bldP spid="18" grpId="0" animBg="1"/>
      <p:bldP spid="2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729AA-E0AA-9043-A013-E9B9EC4A7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6297B9DC-6963-3FF3-DEC0-2CA69E63FB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550" y="1071848"/>
            <a:ext cx="463118" cy="270278"/>
          </a:xfrm>
          <a:prstGeom prst="rect">
            <a:avLst/>
          </a:prstGeom>
        </p:spPr>
      </p:pic>
      <p:sp>
        <p:nvSpPr>
          <p:cNvPr id="377" name="文本框 376">
            <a:extLst>
              <a:ext uri="{FF2B5EF4-FFF2-40B4-BE49-F238E27FC236}">
                <a16:creationId xmlns:a16="http://schemas.microsoft.com/office/drawing/2014/main" id="{B85B2A62-0691-5BEB-F22E-BAF58E3A7382}"/>
              </a:ext>
            </a:extLst>
          </p:cNvPr>
          <p:cNvSpPr txBox="1"/>
          <p:nvPr/>
        </p:nvSpPr>
        <p:spPr>
          <a:xfrm>
            <a:off x="1167610" y="483926"/>
            <a:ext cx="8883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人民广场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People’s Square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434" name="任意多边形: 形状 433">
            <a:extLst>
              <a:ext uri="{FF2B5EF4-FFF2-40B4-BE49-F238E27FC236}">
                <a16:creationId xmlns:a16="http://schemas.microsoft.com/office/drawing/2014/main" id="{6F3EB2BC-968E-1EA1-42B1-98A50B1E88DD}"/>
              </a:ext>
            </a:extLst>
          </p:cNvPr>
          <p:cNvSpPr/>
          <p:nvPr/>
        </p:nvSpPr>
        <p:spPr>
          <a:xfrm rot="5400000">
            <a:off x="8375845" y="972712"/>
            <a:ext cx="146670" cy="54534"/>
          </a:xfrm>
          <a:custGeom>
            <a:avLst/>
            <a:gdLst>
              <a:gd name="csX0" fmla="*/ 0 w 146670"/>
              <a:gd name="csY0" fmla="*/ 54534 h 54534"/>
              <a:gd name="csX1" fmla="*/ 0 w 146670"/>
              <a:gd name="csY1" fmla="*/ 0 h 54534"/>
              <a:gd name="csX2" fmla="*/ 146670 w 146670"/>
              <a:gd name="csY2" fmla="*/ 0 h 54534"/>
              <a:gd name="csX3" fmla="*/ 101130 w 146670"/>
              <a:gd name="csY3" fmla="*/ 54534 h 545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46670" h="54534">
                <a:moveTo>
                  <a:pt x="0" y="54534"/>
                </a:moveTo>
                <a:lnTo>
                  <a:pt x="0" y="0"/>
                </a:lnTo>
                <a:lnTo>
                  <a:pt x="146670" y="0"/>
                </a:lnTo>
                <a:lnTo>
                  <a:pt x="101130" y="54534"/>
                </a:lnTo>
                <a:close/>
              </a:path>
            </a:pathLst>
          </a:custGeom>
          <a:solidFill>
            <a:srgbClr val="52AB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436" name="任意多边形: 形状 435">
            <a:extLst>
              <a:ext uri="{FF2B5EF4-FFF2-40B4-BE49-F238E27FC236}">
                <a16:creationId xmlns:a16="http://schemas.microsoft.com/office/drawing/2014/main" id="{7B7EA647-65A0-FCF5-461B-D38A83AE9E7F}"/>
              </a:ext>
            </a:extLst>
          </p:cNvPr>
          <p:cNvSpPr/>
          <p:nvPr/>
        </p:nvSpPr>
        <p:spPr>
          <a:xfrm rot="16200000" flipH="1">
            <a:off x="8430379" y="972712"/>
            <a:ext cx="146670" cy="54534"/>
          </a:xfrm>
          <a:custGeom>
            <a:avLst/>
            <a:gdLst>
              <a:gd name="csX0" fmla="*/ 0 w 146670"/>
              <a:gd name="csY0" fmla="*/ 54534 h 54534"/>
              <a:gd name="csX1" fmla="*/ 0 w 146670"/>
              <a:gd name="csY1" fmla="*/ 0 h 54534"/>
              <a:gd name="csX2" fmla="*/ 146670 w 146670"/>
              <a:gd name="csY2" fmla="*/ 0 h 54534"/>
              <a:gd name="csX3" fmla="*/ 101130 w 146670"/>
              <a:gd name="csY3" fmla="*/ 54534 h 545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46670" h="54534">
                <a:moveTo>
                  <a:pt x="0" y="54534"/>
                </a:moveTo>
                <a:lnTo>
                  <a:pt x="0" y="0"/>
                </a:lnTo>
                <a:lnTo>
                  <a:pt x="146670" y="0"/>
                </a:lnTo>
                <a:lnTo>
                  <a:pt x="101130" y="54534"/>
                </a:lnTo>
                <a:close/>
              </a:path>
            </a:pathLst>
          </a:custGeom>
          <a:solidFill>
            <a:srgbClr val="FFC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419" name="箭头: 五边形 418">
            <a:extLst>
              <a:ext uri="{FF2B5EF4-FFF2-40B4-BE49-F238E27FC236}">
                <a16:creationId xmlns:a16="http://schemas.microsoft.com/office/drawing/2014/main" id="{6A7E1D48-D0DC-5C48-0BBA-63A3873CED39}"/>
              </a:ext>
            </a:extLst>
          </p:cNvPr>
          <p:cNvSpPr/>
          <p:nvPr/>
        </p:nvSpPr>
        <p:spPr>
          <a:xfrm rot="5400000">
            <a:off x="389462" y="939404"/>
            <a:ext cx="149365" cy="115523"/>
          </a:xfrm>
          <a:prstGeom prst="homePlate">
            <a:avLst>
              <a:gd name="adj" fmla="val 41754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4" name="矩形 343">
            <a:extLst>
              <a:ext uri="{FF2B5EF4-FFF2-40B4-BE49-F238E27FC236}">
                <a16:creationId xmlns:a16="http://schemas.microsoft.com/office/drawing/2014/main" id="{4C1197E4-77CE-CC51-D3E2-79F1F6D9FC5B}"/>
              </a:ext>
            </a:extLst>
          </p:cNvPr>
          <p:cNvSpPr/>
          <p:nvPr/>
        </p:nvSpPr>
        <p:spPr>
          <a:xfrm>
            <a:off x="446284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5" name="文本框 374">
            <a:extLst>
              <a:ext uri="{FF2B5EF4-FFF2-40B4-BE49-F238E27FC236}">
                <a16:creationId xmlns:a16="http://schemas.microsoft.com/office/drawing/2014/main" id="{A03E8881-8984-3576-E6DD-EABBB4335FA3}"/>
              </a:ext>
            </a:extLst>
          </p:cNvPr>
          <p:cNvSpPr txBox="1"/>
          <p:nvPr/>
        </p:nvSpPr>
        <p:spPr>
          <a:xfrm>
            <a:off x="691110" y="1018885"/>
            <a:ext cx="7072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镇海路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Zhenhai</a:t>
            </a:r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 Rd.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190" name="椭圆 189">
            <a:extLst>
              <a:ext uri="{FF2B5EF4-FFF2-40B4-BE49-F238E27FC236}">
                <a16:creationId xmlns:a16="http://schemas.microsoft.com/office/drawing/2014/main" id="{B7101394-5292-4BA2-0DDD-A158207BEFB3}"/>
              </a:ext>
            </a:extLst>
          </p:cNvPr>
          <p:cNvSpPr/>
          <p:nvPr/>
        </p:nvSpPr>
        <p:spPr>
          <a:xfrm>
            <a:off x="396607" y="874625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46" name="矩形 345">
            <a:extLst>
              <a:ext uri="{FF2B5EF4-FFF2-40B4-BE49-F238E27FC236}">
                <a16:creationId xmlns:a16="http://schemas.microsoft.com/office/drawing/2014/main" id="{6AFC6CAB-B451-C887-7081-102D8536D1F1}"/>
              </a:ext>
            </a:extLst>
          </p:cNvPr>
          <p:cNvSpPr/>
          <p:nvPr/>
        </p:nvSpPr>
        <p:spPr>
          <a:xfrm>
            <a:off x="1042208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8" name="矩形 347">
            <a:extLst>
              <a:ext uri="{FF2B5EF4-FFF2-40B4-BE49-F238E27FC236}">
                <a16:creationId xmlns:a16="http://schemas.microsoft.com/office/drawing/2014/main" id="{E6F85D8A-C60E-6739-4363-A27FDEF41DAD}"/>
              </a:ext>
            </a:extLst>
          </p:cNvPr>
          <p:cNvSpPr/>
          <p:nvPr/>
        </p:nvSpPr>
        <p:spPr>
          <a:xfrm>
            <a:off x="1611803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0" name="矩形 349">
            <a:extLst>
              <a:ext uri="{FF2B5EF4-FFF2-40B4-BE49-F238E27FC236}">
                <a16:creationId xmlns:a16="http://schemas.microsoft.com/office/drawing/2014/main" id="{DE0877B6-8A8B-7959-B2ED-DB84BDD53C92}"/>
              </a:ext>
            </a:extLst>
          </p:cNvPr>
          <p:cNvSpPr/>
          <p:nvPr/>
        </p:nvSpPr>
        <p:spPr>
          <a:xfrm>
            <a:off x="2204776" y="900114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2" name="矩形 351">
            <a:extLst>
              <a:ext uri="{FF2B5EF4-FFF2-40B4-BE49-F238E27FC236}">
                <a16:creationId xmlns:a16="http://schemas.microsoft.com/office/drawing/2014/main" id="{268134FA-BEA3-AE99-E35D-754F0089AEE4}"/>
              </a:ext>
            </a:extLst>
          </p:cNvPr>
          <p:cNvSpPr/>
          <p:nvPr/>
        </p:nvSpPr>
        <p:spPr>
          <a:xfrm>
            <a:off x="2783501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4" name="矩形 353">
            <a:extLst>
              <a:ext uri="{FF2B5EF4-FFF2-40B4-BE49-F238E27FC236}">
                <a16:creationId xmlns:a16="http://schemas.microsoft.com/office/drawing/2014/main" id="{415699F7-26BC-1DC4-C4DE-3A94644AF552}"/>
              </a:ext>
            </a:extLst>
          </p:cNvPr>
          <p:cNvSpPr/>
          <p:nvPr/>
        </p:nvSpPr>
        <p:spPr>
          <a:xfrm>
            <a:off x="3320018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6" name="矩形 355">
            <a:extLst>
              <a:ext uri="{FF2B5EF4-FFF2-40B4-BE49-F238E27FC236}">
                <a16:creationId xmlns:a16="http://schemas.microsoft.com/office/drawing/2014/main" id="{9BBE37D2-5E99-30BC-8012-C68A85FB436F}"/>
              </a:ext>
            </a:extLst>
          </p:cNvPr>
          <p:cNvSpPr/>
          <p:nvPr/>
        </p:nvSpPr>
        <p:spPr>
          <a:xfrm>
            <a:off x="3893516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8" name="矩形 357">
            <a:extLst>
              <a:ext uri="{FF2B5EF4-FFF2-40B4-BE49-F238E27FC236}">
                <a16:creationId xmlns:a16="http://schemas.microsoft.com/office/drawing/2014/main" id="{845B1728-FEDB-C41C-1FE0-B41FE0759906}"/>
              </a:ext>
            </a:extLst>
          </p:cNvPr>
          <p:cNvSpPr/>
          <p:nvPr/>
        </p:nvSpPr>
        <p:spPr>
          <a:xfrm>
            <a:off x="4463780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0" name="矩形 359">
            <a:extLst>
              <a:ext uri="{FF2B5EF4-FFF2-40B4-BE49-F238E27FC236}">
                <a16:creationId xmlns:a16="http://schemas.microsoft.com/office/drawing/2014/main" id="{546DE1D5-DCFE-2EE3-E3D2-A8ED47BE70A1}"/>
              </a:ext>
            </a:extLst>
          </p:cNvPr>
          <p:cNvSpPr/>
          <p:nvPr/>
        </p:nvSpPr>
        <p:spPr>
          <a:xfrm>
            <a:off x="5034042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2" name="矩形 361">
            <a:extLst>
              <a:ext uri="{FF2B5EF4-FFF2-40B4-BE49-F238E27FC236}">
                <a16:creationId xmlns:a16="http://schemas.microsoft.com/office/drawing/2014/main" id="{2DA122F0-311C-CFE7-BCB1-C1A2ADB95C0E}"/>
              </a:ext>
            </a:extLst>
          </p:cNvPr>
          <p:cNvSpPr/>
          <p:nvPr/>
        </p:nvSpPr>
        <p:spPr>
          <a:xfrm>
            <a:off x="5603637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4" name="矩形 363">
            <a:extLst>
              <a:ext uri="{FF2B5EF4-FFF2-40B4-BE49-F238E27FC236}">
                <a16:creationId xmlns:a16="http://schemas.microsoft.com/office/drawing/2014/main" id="{ED68CD26-DCA2-4803-2BAE-88647FD2A0A4}"/>
              </a:ext>
            </a:extLst>
          </p:cNvPr>
          <p:cNvSpPr/>
          <p:nvPr/>
        </p:nvSpPr>
        <p:spPr>
          <a:xfrm>
            <a:off x="6174566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8" name="矩形 367">
            <a:extLst>
              <a:ext uri="{FF2B5EF4-FFF2-40B4-BE49-F238E27FC236}">
                <a16:creationId xmlns:a16="http://schemas.microsoft.com/office/drawing/2014/main" id="{75B0397B-7953-EB35-EC84-16A57A029272}"/>
              </a:ext>
            </a:extLst>
          </p:cNvPr>
          <p:cNvSpPr/>
          <p:nvPr/>
        </p:nvSpPr>
        <p:spPr>
          <a:xfrm>
            <a:off x="6744161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0" name="矩形 369">
            <a:extLst>
              <a:ext uri="{FF2B5EF4-FFF2-40B4-BE49-F238E27FC236}">
                <a16:creationId xmlns:a16="http://schemas.microsoft.com/office/drawing/2014/main" id="{D02CFD07-A1D5-87C0-C395-83C8DA4E3297}"/>
              </a:ext>
            </a:extLst>
          </p:cNvPr>
          <p:cNvSpPr/>
          <p:nvPr/>
        </p:nvSpPr>
        <p:spPr>
          <a:xfrm>
            <a:off x="7313756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2" name="矩形 371">
            <a:extLst>
              <a:ext uri="{FF2B5EF4-FFF2-40B4-BE49-F238E27FC236}">
                <a16:creationId xmlns:a16="http://schemas.microsoft.com/office/drawing/2014/main" id="{59C01C97-D00E-028E-1706-48EE1E5B7FEC}"/>
              </a:ext>
            </a:extLst>
          </p:cNvPr>
          <p:cNvSpPr/>
          <p:nvPr/>
        </p:nvSpPr>
        <p:spPr>
          <a:xfrm>
            <a:off x="7880639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146996C-86C2-5E33-CF74-75B5C96E749B}"/>
              </a:ext>
            </a:extLst>
          </p:cNvPr>
          <p:cNvSpPr/>
          <p:nvPr/>
        </p:nvSpPr>
        <p:spPr>
          <a:xfrm>
            <a:off x="0" y="0"/>
            <a:ext cx="8999538" cy="438912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32F5144A-4CF8-89B1-AAA9-9FE778C98397}"/>
              </a:ext>
            </a:extLst>
          </p:cNvPr>
          <p:cNvSpPr/>
          <p:nvPr/>
        </p:nvSpPr>
        <p:spPr>
          <a:xfrm>
            <a:off x="2408841" y="54864"/>
            <a:ext cx="4181856" cy="329184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53" name="组合 152">
            <a:extLst>
              <a:ext uri="{FF2B5EF4-FFF2-40B4-BE49-F238E27FC236}">
                <a16:creationId xmlns:a16="http://schemas.microsoft.com/office/drawing/2014/main" id="{BA5A7830-FA94-E67A-6C95-21AAE9F6FE85}"/>
              </a:ext>
            </a:extLst>
          </p:cNvPr>
          <p:cNvGrpSpPr/>
          <p:nvPr/>
        </p:nvGrpSpPr>
        <p:grpSpPr>
          <a:xfrm>
            <a:off x="390597" y="4959"/>
            <a:ext cx="1280134" cy="431250"/>
            <a:chOff x="188770" y="-11103"/>
            <a:chExt cx="1280134" cy="431250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43D4F9A0-4900-BBA4-355A-4F0469D141C1}"/>
                </a:ext>
              </a:extLst>
            </p:cNvPr>
            <p:cNvSpPr/>
            <p:nvPr/>
          </p:nvSpPr>
          <p:spPr>
            <a:xfrm>
              <a:off x="188770" y="47240"/>
              <a:ext cx="1221882" cy="329184"/>
            </a:xfrm>
            <a:prstGeom prst="roundRect">
              <a:avLst>
                <a:gd name="adj" fmla="val 1882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8" name="文本框 147">
              <a:extLst>
                <a:ext uri="{FF2B5EF4-FFF2-40B4-BE49-F238E27FC236}">
                  <a16:creationId xmlns:a16="http://schemas.microsoft.com/office/drawing/2014/main" id="{DCB896BD-0275-05F1-3C33-EC9C7DC09E39}"/>
                </a:ext>
              </a:extLst>
            </p:cNvPr>
            <p:cNvSpPr txBox="1"/>
            <p:nvPr/>
          </p:nvSpPr>
          <p:spPr>
            <a:xfrm>
              <a:off x="496280" y="-11103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黑体" panose="02010609060101010101" pitchFamily="49" charset="-122"/>
                  <a:ea typeface="黑体" panose="02010609060101010101" pitchFamily="49" charset="-122"/>
                </a:rPr>
                <a:t>天海地铁</a:t>
              </a:r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C00B3197-04ED-077E-11FB-B3B4C2531F71}"/>
                </a:ext>
              </a:extLst>
            </p:cNvPr>
            <p:cNvSpPr txBox="1"/>
            <p:nvPr/>
          </p:nvSpPr>
          <p:spPr>
            <a:xfrm>
              <a:off x="500369" y="204703"/>
              <a:ext cx="96853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00" dirty="0" err="1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Tianhai</a:t>
              </a:r>
              <a:r>
                <a:rPr lang="en-US" altLang="zh-CN" sz="800" dirty="0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 Metro</a:t>
              </a:r>
              <a:endParaRPr lang="zh-CN" altLang="en-US" sz="800" dirty="0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endParaRPr>
            </a:p>
          </p:txBody>
        </p:sp>
        <p:pic>
          <p:nvPicPr>
            <p:cNvPr id="152" name="图片 151">
              <a:extLst>
                <a:ext uri="{FF2B5EF4-FFF2-40B4-BE49-F238E27FC236}">
                  <a16:creationId xmlns:a16="http://schemas.microsoft.com/office/drawing/2014/main" id="{B550EF2A-B34F-6FDB-1589-DE3394567F7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7754" y="54959"/>
              <a:ext cx="313746" cy="313746"/>
            </a:xfrm>
            <a:prstGeom prst="rect">
              <a:avLst/>
            </a:prstGeom>
          </p:spPr>
        </p:pic>
      </p:grpSp>
      <p:sp>
        <p:nvSpPr>
          <p:cNvPr id="167" name="文本框 166">
            <a:extLst>
              <a:ext uri="{FF2B5EF4-FFF2-40B4-BE49-F238E27FC236}">
                <a16:creationId xmlns:a16="http://schemas.microsoft.com/office/drawing/2014/main" id="{E00DBCEE-B8C9-2BC0-75B9-48CEA8301B09}"/>
              </a:ext>
            </a:extLst>
          </p:cNvPr>
          <p:cNvSpPr txBox="1"/>
          <p:nvPr/>
        </p:nvSpPr>
        <p:spPr>
          <a:xfrm>
            <a:off x="7601248" y="16203"/>
            <a:ext cx="1847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75" name="组合 174">
            <a:extLst>
              <a:ext uri="{FF2B5EF4-FFF2-40B4-BE49-F238E27FC236}">
                <a16:creationId xmlns:a16="http://schemas.microsoft.com/office/drawing/2014/main" id="{BBFFB69A-0C53-DB2F-A1A2-8BB55B58A079}"/>
              </a:ext>
            </a:extLst>
          </p:cNvPr>
          <p:cNvGrpSpPr/>
          <p:nvPr/>
        </p:nvGrpSpPr>
        <p:grpSpPr>
          <a:xfrm>
            <a:off x="8140497" y="13642"/>
            <a:ext cx="821036" cy="400110"/>
            <a:chOff x="1526333" y="4012"/>
            <a:chExt cx="821036" cy="400110"/>
          </a:xfrm>
        </p:grpSpPr>
        <p:sp>
          <p:nvSpPr>
            <p:cNvPr id="176" name="矩形: 圆角 175">
              <a:extLst>
                <a:ext uri="{FF2B5EF4-FFF2-40B4-BE49-F238E27FC236}">
                  <a16:creationId xmlns:a16="http://schemas.microsoft.com/office/drawing/2014/main" id="{944C1FA5-9559-14C9-EEB9-73B04F1FA80B}"/>
                </a:ext>
              </a:extLst>
            </p:cNvPr>
            <p:cNvSpPr/>
            <p:nvPr/>
          </p:nvSpPr>
          <p:spPr>
            <a:xfrm flipH="1">
              <a:off x="1526333" y="54864"/>
              <a:ext cx="753551" cy="329184"/>
            </a:xfrm>
            <a:prstGeom prst="roundRect">
              <a:avLst>
                <a:gd name="adj" fmla="val 1882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7" name="文本框 176">
              <a:extLst>
                <a:ext uri="{FF2B5EF4-FFF2-40B4-BE49-F238E27FC236}">
                  <a16:creationId xmlns:a16="http://schemas.microsoft.com/office/drawing/2014/main" id="{C144C988-2141-FFEE-D05C-9B5B76CE274B}"/>
                </a:ext>
              </a:extLst>
            </p:cNvPr>
            <p:cNvSpPr txBox="1"/>
            <p:nvPr/>
          </p:nvSpPr>
          <p:spPr>
            <a:xfrm>
              <a:off x="1792890" y="4012"/>
              <a:ext cx="5544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latin typeface="黑体" panose="02010609060101010101" pitchFamily="49" charset="-122"/>
                  <a:ea typeface="黑体" panose="02010609060101010101" pitchFamily="49" charset="-122"/>
                </a:rPr>
                <a:t>号线</a:t>
              </a:r>
              <a:endPara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r>
                <a:rPr lang="en-US" altLang="zh-CN" sz="800" dirty="0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 Line</a:t>
              </a:r>
              <a:endParaRPr lang="zh-CN" altLang="en-US" sz="800" dirty="0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endParaRPr>
            </a:p>
          </p:txBody>
        </p:sp>
        <p:sp>
          <p:nvSpPr>
            <p:cNvPr id="178" name="矩形: 圆角 177">
              <a:extLst>
                <a:ext uri="{FF2B5EF4-FFF2-40B4-BE49-F238E27FC236}">
                  <a16:creationId xmlns:a16="http://schemas.microsoft.com/office/drawing/2014/main" id="{7916EB51-2DF2-0166-3B1E-C7CB2ED9CA0F}"/>
                </a:ext>
              </a:extLst>
            </p:cNvPr>
            <p:cNvSpPr/>
            <p:nvPr/>
          </p:nvSpPr>
          <p:spPr>
            <a:xfrm flipH="1">
              <a:off x="1557516" y="75456"/>
              <a:ext cx="288000" cy="288000"/>
            </a:xfrm>
            <a:prstGeom prst="roundRect">
              <a:avLst>
                <a:gd name="adj" fmla="val 18827"/>
              </a:avLst>
            </a:prstGeom>
            <a:solidFill>
              <a:srgbClr val="E6001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9" name="文本框 178">
              <a:extLst>
                <a:ext uri="{FF2B5EF4-FFF2-40B4-BE49-F238E27FC236}">
                  <a16:creationId xmlns:a16="http://schemas.microsoft.com/office/drawing/2014/main" id="{365B29A0-DF4E-6D15-96CA-8AA24F161E53}"/>
                </a:ext>
              </a:extLst>
            </p:cNvPr>
            <p:cNvSpPr txBox="1"/>
            <p:nvPr/>
          </p:nvSpPr>
          <p:spPr>
            <a:xfrm>
              <a:off x="1542658" y="34790"/>
              <a:ext cx="317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1</a:t>
              </a:r>
              <a:endParaRPr lang="zh-CN" altLang="en-US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sp>
        <p:nvSpPr>
          <p:cNvPr id="181" name="矩形: 圆角 180">
            <a:extLst>
              <a:ext uri="{FF2B5EF4-FFF2-40B4-BE49-F238E27FC236}">
                <a16:creationId xmlns:a16="http://schemas.microsoft.com/office/drawing/2014/main" id="{63CA8704-4687-0B29-404F-034D5C90C9EE}"/>
              </a:ext>
            </a:extLst>
          </p:cNvPr>
          <p:cNvSpPr/>
          <p:nvPr/>
        </p:nvSpPr>
        <p:spPr>
          <a:xfrm flipH="1">
            <a:off x="7121513" y="62216"/>
            <a:ext cx="959469" cy="329184"/>
          </a:xfrm>
          <a:prstGeom prst="roundRect">
            <a:avLst>
              <a:gd name="adj" fmla="val 188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6" name="文本框 185">
            <a:extLst>
              <a:ext uri="{FF2B5EF4-FFF2-40B4-BE49-F238E27FC236}">
                <a16:creationId xmlns:a16="http://schemas.microsoft.com/office/drawing/2014/main" id="{C89C07E9-5D33-9C4E-D0B3-65D96476B72E}"/>
              </a:ext>
            </a:extLst>
          </p:cNvPr>
          <p:cNvSpPr txBox="1"/>
          <p:nvPr/>
        </p:nvSpPr>
        <p:spPr>
          <a:xfrm>
            <a:off x="7075351" y="24834"/>
            <a:ext cx="10502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dirty="0">
                <a:latin typeface="黑体" panose="02010609060101010101" pitchFamily="49" charset="-122"/>
                <a:ea typeface="黑体" panose="02010609060101010101" pitchFamily="49" charset="-122"/>
              </a:rPr>
              <a:t>终点站</a:t>
            </a:r>
            <a:r>
              <a:rPr lang="en-US" altLang="zh-CN" sz="900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900" dirty="0">
                <a:latin typeface="黑体" panose="02010609060101010101" pitchFamily="49" charset="-122"/>
                <a:ea typeface="黑体" panose="02010609060101010101" pitchFamily="49" charset="-122"/>
              </a:rPr>
              <a:t>天海北站</a:t>
            </a:r>
          </a:p>
        </p:txBody>
      </p:sp>
      <p:pic>
        <p:nvPicPr>
          <p:cNvPr id="189" name="图片 188">
            <a:extLst>
              <a:ext uri="{FF2B5EF4-FFF2-40B4-BE49-F238E27FC236}">
                <a16:creationId xmlns:a16="http://schemas.microsoft.com/office/drawing/2014/main" id="{1A140A91-8318-94F6-77B4-F30D8C5F10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5821" y="196261"/>
            <a:ext cx="789348" cy="228967"/>
          </a:xfrm>
          <a:prstGeom prst="rect">
            <a:avLst/>
          </a:prstGeom>
        </p:spPr>
      </p:pic>
      <p:sp>
        <p:nvSpPr>
          <p:cNvPr id="316" name="椭圆 315">
            <a:extLst>
              <a:ext uri="{FF2B5EF4-FFF2-40B4-BE49-F238E27FC236}">
                <a16:creationId xmlns:a16="http://schemas.microsoft.com/office/drawing/2014/main" id="{641E961B-4040-661A-75F4-628C1E27E899}"/>
              </a:ext>
            </a:extLst>
          </p:cNvPr>
          <p:cNvSpPr/>
          <p:nvPr/>
        </p:nvSpPr>
        <p:spPr>
          <a:xfrm>
            <a:off x="979216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18" name="椭圆 317">
            <a:extLst>
              <a:ext uri="{FF2B5EF4-FFF2-40B4-BE49-F238E27FC236}">
                <a16:creationId xmlns:a16="http://schemas.microsoft.com/office/drawing/2014/main" id="{730EB6B8-FF5D-6CFA-9300-D8B9A595F761}"/>
              </a:ext>
            </a:extLst>
          </p:cNvPr>
          <p:cNvSpPr/>
          <p:nvPr/>
        </p:nvSpPr>
        <p:spPr>
          <a:xfrm>
            <a:off x="1549478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0" name="椭圆 319">
            <a:extLst>
              <a:ext uri="{FF2B5EF4-FFF2-40B4-BE49-F238E27FC236}">
                <a16:creationId xmlns:a16="http://schemas.microsoft.com/office/drawing/2014/main" id="{BF8EF20F-725C-F869-AEED-62F7CBE74165}"/>
              </a:ext>
            </a:extLst>
          </p:cNvPr>
          <p:cNvSpPr/>
          <p:nvPr/>
        </p:nvSpPr>
        <p:spPr>
          <a:xfrm>
            <a:off x="2119740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2" name="椭圆 321">
            <a:extLst>
              <a:ext uri="{FF2B5EF4-FFF2-40B4-BE49-F238E27FC236}">
                <a16:creationId xmlns:a16="http://schemas.microsoft.com/office/drawing/2014/main" id="{B2DE666D-FE24-6304-E3E5-C935CEF2B3C8}"/>
              </a:ext>
            </a:extLst>
          </p:cNvPr>
          <p:cNvSpPr/>
          <p:nvPr/>
        </p:nvSpPr>
        <p:spPr>
          <a:xfrm>
            <a:off x="2690002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4" name="椭圆 323">
            <a:extLst>
              <a:ext uri="{FF2B5EF4-FFF2-40B4-BE49-F238E27FC236}">
                <a16:creationId xmlns:a16="http://schemas.microsoft.com/office/drawing/2014/main" id="{29E1C6FA-B70C-792C-81F8-420E97536B6A}"/>
              </a:ext>
            </a:extLst>
          </p:cNvPr>
          <p:cNvSpPr/>
          <p:nvPr/>
        </p:nvSpPr>
        <p:spPr>
          <a:xfrm>
            <a:off x="3260264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6" name="椭圆 325">
            <a:extLst>
              <a:ext uri="{FF2B5EF4-FFF2-40B4-BE49-F238E27FC236}">
                <a16:creationId xmlns:a16="http://schemas.microsoft.com/office/drawing/2014/main" id="{E36EE238-8DED-0004-D25D-08DDE4A59BC8}"/>
              </a:ext>
            </a:extLst>
          </p:cNvPr>
          <p:cNvSpPr/>
          <p:nvPr/>
        </p:nvSpPr>
        <p:spPr>
          <a:xfrm>
            <a:off x="3830526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" name="椭圆 327">
            <a:extLst>
              <a:ext uri="{FF2B5EF4-FFF2-40B4-BE49-F238E27FC236}">
                <a16:creationId xmlns:a16="http://schemas.microsoft.com/office/drawing/2014/main" id="{288DB39B-75BE-47D7-F22D-6C2D82717CFD}"/>
              </a:ext>
            </a:extLst>
          </p:cNvPr>
          <p:cNvSpPr/>
          <p:nvPr/>
        </p:nvSpPr>
        <p:spPr>
          <a:xfrm>
            <a:off x="4400788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0" name="椭圆 329">
            <a:extLst>
              <a:ext uri="{FF2B5EF4-FFF2-40B4-BE49-F238E27FC236}">
                <a16:creationId xmlns:a16="http://schemas.microsoft.com/office/drawing/2014/main" id="{11EAF4A6-0F41-0886-4622-F711A29824E7}"/>
              </a:ext>
            </a:extLst>
          </p:cNvPr>
          <p:cNvSpPr/>
          <p:nvPr/>
        </p:nvSpPr>
        <p:spPr>
          <a:xfrm>
            <a:off x="4971050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2" name="椭圆 331">
            <a:extLst>
              <a:ext uri="{FF2B5EF4-FFF2-40B4-BE49-F238E27FC236}">
                <a16:creationId xmlns:a16="http://schemas.microsoft.com/office/drawing/2014/main" id="{FEE18A4D-F37F-7BEA-D4D6-F1CD0FD117B0}"/>
              </a:ext>
            </a:extLst>
          </p:cNvPr>
          <p:cNvSpPr/>
          <p:nvPr/>
        </p:nvSpPr>
        <p:spPr>
          <a:xfrm>
            <a:off x="5541312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4" name="椭圆 333">
            <a:extLst>
              <a:ext uri="{FF2B5EF4-FFF2-40B4-BE49-F238E27FC236}">
                <a16:creationId xmlns:a16="http://schemas.microsoft.com/office/drawing/2014/main" id="{0FBFC17D-0E00-29FC-C49B-03A138693966}"/>
              </a:ext>
            </a:extLst>
          </p:cNvPr>
          <p:cNvSpPr/>
          <p:nvPr/>
        </p:nvSpPr>
        <p:spPr>
          <a:xfrm>
            <a:off x="6111574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6" name="椭圆 335">
            <a:extLst>
              <a:ext uri="{FF2B5EF4-FFF2-40B4-BE49-F238E27FC236}">
                <a16:creationId xmlns:a16="http://schemas.microsoft.com/office/drawing/2014/main" id="{050D9042-D689-9EF0-537F-5B7ECFD78FC0}"/>
              </a:ext>
            </a:extLst>
          </p:cNvPr>
          <p:cNvSpPr/>
          <p:nvPr/>
        </p:nvSpPr>
        <p:spPr>
          <a:xfrm>
            <a:off x="6681836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8" name="椭圆 337">
            <a:extLst>
              <a:ext uri="{FF2B5EF4-FFF2-40B4-BE49-F238E27FC236}">
                <a16:creationId xmlns:a16="http://schemas.microsoft.com/office/drawing/2014/main" id="{FAEBE66D-FB53-5428-796B-13C99F52C622}"/>
              </a:ext>
            </a:extLst>
          </p:cNvPr>
          <p:cNvSpPr/>
          <p:nvPr/>
        </p:nvSpPr>
        <p:spPr>
          <a:xfrm>
            <a:off x="7252098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0" name="椭圆 339">
            <a:extLst>
              <a:ext uri="{FF2B5EF4-FFF2-40B4-BE49-F238E27FC236}">
                <a16:creationId xmlns:a16="http://schemas.microsoft.com/office/drawing/2014/main" id="{2C08E014-DF92-5324-3230-E3FACED79D7C}"/>
              </a:ext>
            </a:extLst>
          </p:cNvPr>
          <p:cNvSpPr/>
          <p:nvPr/>
        </p:nvSpPr>
        <p:spPr>
          <a:xfrm>
            <a:off x="7818314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2" name="椭圆 341">
            <a:extLst>
              <a:ext uri="{FF2B5EF4-FFF2-40B4-BE49-F238E27FC236}">
                <a16:creationId xmlns:a16="http://schemas.microsoft.com/office/drawing/2014/main" id="{AA1508D3-C72D-8AF0-D2FA-7E8AEFCF978A}"/>
              </a:ext>
            </a:extLst>
          </p:cNvPr>
          <p:cNvSpPr/>
          <p:nvPr/>
        </p:nvSpPr>
        <p:spPr>
          <a:xfrm>
            <a:off x="8414500" y="874625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1" name="文本框 380">
            <a:extLst>
              <a:ext uri="{FF2B5EF4-FFF2-40B4-BE49-F238E27FC236}">
                <a16:creationId xmlns:a16="http://schemas.microsoft.com/office/drawing/2014/main" id="{BCEEEF31-F812-35E9-98FC-AAE4E1810CC7}"/>
              </a:ext>
            </a:extLst>
          </p:cNvPr>
          <p:cNvSpPr txBox="1"/>
          <p:nvPr/>
        </p:nvSpPr>
        <p:spPr>
          <a:xfrm>
            <a:off x="1751205" y="1019030"/>
            <a:ext cx="8595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中央大道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Central Avenue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83" name="文本框 382">
            <a:extLst>
              <a:ext uri="{FF2B5EF4-FFF2-40B4-BE49-F238E27FC236}">
                <a16:creationId xmlns:a16="http://schemas.microsoft.com/office/drawing/2014/main" id="{50C0828B-A1C6-00F6-8613-2749E64FC261}"/>
              </a:ext>
            </a:extLst>
          </p:cNvPr>
          <p:cNvSpPr txBox="1"/>
          <p:nvPr/>
        </p:nvSpPr>
        <p:spPr>
          <a:xfrm>
            <a:off x="2788605" y="1019030"/>
            <a:ext cx="10631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吕岭北站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latin typeface="+mn-ea"/>
                <a:cs typeface="Cascadia Code" panose="020B0609020000020004" pitchFamily="49" charset="0"/>
              </a:rPr>
              <a:t>Lvling</a:t>
            </a:r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 North Station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85" name="文本框 384">
            <a:extLst>
              <a:ext uri="{FF2B5EF4-FFF2-40B4-BE49-F238E27FC236}">
                <a16:creationId xmlns:a16="http://schemas.microsoft.com/office/drawing/2014/main" id="{D1B8023A-2985-DDC5-A17B-A8E5CBA3031E}"/>
              </a:ext>
            </a:extLst>
          </p:cNvPr>
          <p:cNvSpPr txBox="1"/>
          <p:nvPr/>
        </p:nvSpPr>
        <p:spPr>
          <a:xfrm>
            <a:off x="3497972" y="483926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海宁公园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Haining Park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87" name="文本框 386">
            <a:extLst>
              <a:ext uri="{FF2B5EF4-FFF2-40B4-BE49-F238E27FC236}">
                <a16:creationId xmlns:a16="http://schemas.microsoft.com/office/drawing/2014/main" id="{AD6B328E-2C61-BAAB-EB93-060E2670929F}"/>
              </a:ext>
            </a:extLst>
          </p:cNvPr>
          <p:cNvSpPr txBox="1"/>
          <p:nvPr/>
        </p:nvSpPr>
        <p:spPr>
          <a:xfrm>
            <a:off x="3711944" y="1019030"/>
            <a:ext cx="1502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海宁行政中心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Haining Administrative Center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89" name="文本框 388">
            <a:extLst>
              <a:ext uri="{FF2B5EF4-FFF2-40B4-BE49-F238E27FC236}">
                <a16:creationId xmlns:a16="http://schemas.microsoft.com/office/drawing/2014/main" id="{0D63CB79-9489-1B99-9FCC-56CD8875A65E}"/>
              </a:ext>
            </a:extLst>
          </p:cNvPr>
          <p:cNvSpPr txBox="1"/>
          <p:nvPr/>
        </p:nvSpPr>
        <p:spPr>
          <a:xfrm>
            <a:off x="4411249" y="483926"/>
            <a:ext cx="12442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海宁商务中心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Haining Business Center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91" name="文本框 390">
            <a:extLst>
              <a:ext uri="{FF2B5EF4-FFF2-40B4-BE49-F238E27FC236}">
                <a16:creationId xmlns:a16="http://schemas.microsoft.com/office/drawing/2014/main" id="{D8096013-38CF-9018-7216-00BF6ADB9AAE}"/>
              </a:ext>
            </a:extLst>
          </p:cNvPr>
          <p:cNvSpPr txBox="1"/>
          <p:nvPr/>
        </p:nvSpPr>
        <p:spPr>
          <a:xfrm>
            <a:off x="5332712" y="1019030"/>
            <a:ext cx="5421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五通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latin typeface="+mn-ea"/>
                <a:cs typeface="Cascadia Code" panose="020B0609020000020004" pitchFamily="49" charset="0"/>
              </a:rPr>
              <a:t>Wutong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93" name="文本框 392">
            <a:extLst>
              <a:ext uri="{FF2B5EF4-FFF2-40B4-BE49-F238E27FC236}">
                <a16:creationId xmlns:a16="http://schemas.microsoft.com/office/drawing/2014/main" id="{15C2E972-BAA9-0CF9-2D21-3775A5E63CE0}"/>
              </a:ext>
            </a:extLst>
          </p:cNvPr>
          <p:cNvSpPr txBox="1"/>
          <p:nvPr/>
        </p:nvSpPr>
        <p:spPr>
          <a:xfrm>
            <a:off x="5768561" y="483926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体育中心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Sports Center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95" name="文本框 394">
            <a:extLst>
              <a:ext uri="{FF2B5EF4-FFF2-40B4-BE49-F238E27FC236}">
                <a16:creationId xmlns:a16="http://schemas.microsoft.com/office/drawing/2014/main" id="{FF815766-15A3-BE52-9480-7C32B6CC09AF}"/>
              </a:ext>
            </a:extLst>
          </p:cNvPr>
          <p:cNvSpPr txBox="1"/>
          <p:nvPr/>
        </p:nvSpPr>
        <p:spPr>
          <a:xfrm>
            <a:off x="6497136" y="1019030"/>
            <a:ext cx="4940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弋浔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latin typeface="+mn-ea"/>
                <a:cs typeface="Cascadia Code" panose="020B0609020000020004" pitchFamily="49" charset="0"/>
              </a:rPr>
              <a:t>Yixun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97" name="文本框 396">
            <a:extLst>
              <a:ext uri="{FF2B5EF4-FFF2-40B4-BE49-F238E27FC236}">
                <a16:creationId xmlns:a16="http://schemas.microsoft.com/office/drawing/2014/main" id="{870C22BB-280F-D5E9-FD10-B850DB575AB5}"/>
              </a:ext>
            </a:extLst>
          </p:cNvPr>
          <p:cNvSpPr txBox="1"/>
          <p:nvPr/>
        </p:nvSpPr>
        <p:spPr>
          <a:xfrm>
            <a:off x="6745332" y="483926"/>
            <a:ext cx="11368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迁安人民公园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latin typeface="+mn-ea"/>
                <a:cs typeface="Cascadia Code" panose="020B0609020000020004" pitchFamily="49" charset="0"/>
              </a:rPr>
              <a:t>Qian’an</a:t>
            </a:r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 People’s Park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99" name="文本框 398">
            <a:extLst>
              <a:ext uri="{FF2B5EF4-FFF2-40B4-BE49-F238E27FC236}">
                <a16:creationId xmlns:a16="http://schemas.microsoft.com/office/drawing/2014/main" id="{10B73154-34F1-6485-A02B-04B8D74B088E}"/>
              </a:ext>
            </a:extLst>
          </p:cNvPr>
          <p:cNvSpPr txBox="1"/>
          <p:nvPr/>
        </p:nvSpPr>
        <p:spPr>
          <a:xfrm>
            <a:off x="7435645" y="972461"/>
            <a:ext cx="88998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00" b="1" dirty="0">
                <a:latin typeface="宋体" panose="02010600030101010101" pitchFamily="2" charset="-122"/>
                <a:ea typeface="宋体" panose="02010600030101010101" pitchFamily="2" charset="-122"/>
              </a:rPr>
              <a:t>北站西广场</a:t>
            </a:r>
            <a:endParaRPr lang="en-US" altLang="zh-CN" sz="11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Railway Station</a:t>
            </a: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West Square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403" name="文本框 402">
            <a:extLst>
              <a:ext uri="{FF2B5EF4-FFF2-40B4-BE49-F238E27FC236}">
                <a16:creationId xmlns:a16="http://schemas.microsoft.com/office/drawing/2014/main" id="{77212173-FDEA-BDA0-35C3-CBC0B906BE76}"/>
              </a:ext>
            </a:extLst>
          </p:cNvPr>
          <p:cNvSpPr txBox="1"/>
          <p:nvPr/>
        </p:nvSpPr>
        <p:spPr>
          <a:xfrm>
            <a:off x="8036326" y="411621"/>
            <a:ext cx="8467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00" b="1" dirty="0">
                <a:latin typeface="宋体" panose="02010600030101010101" pitchFamily="2" charset="-122"/>
                <a:ea typeface="宋体" panose="02010600030101010101" pitchFamily="2" charset="-122"/>
              </a:rPr>
              <a:t>天海北站</a:t>
            </a:r>
            <a:endParaRPr lang="en-US" altLang="zh-CN" sz="11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latin typeface="+mn-ea"/>
                <a:cs typeface="Cascadia Code" panose="020B0609020000020004" pitchFamily="49" charset="0"/>
              </a:rPr>
              <a:t>Tianhai</a:t>
            </a:r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 North</a:t>
            </a: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Railway Station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grpSp>
        <p:nvGrpSpPr>
          <p:cNvPr id="408" name="组合 407">
            <a:extLst>
              <a:ext uri="{FF2B5EF4-FFF2-40B4-BE49-F238E27FC236}">
                <a16:creationId xmlns:a16="http://schemas.microsoft.com/office/drawing/2014/main" id="{8152B650-D088-895A-6357-142CB1117450}"/>
              </a:ext>
            </a:extLst>
          </p:cNvPr>
          <p:cNvGrpSpPr/>
          <p:nvPr/>
        </p:nvGrpSpPr>
        <p:grpSpPr>
          <a:xfrm flipH="1">
            <a:off x="416338" y="893731"/>
            <a:ext cx="86486" cy="88006"/>
            <a:chOff x="3384914" y="1617979"/>
            <a:chExt cx="790846" cy="825340"/>
          </a:xfrm>
        </p:grpSpPr>
        <p:sp>
          <p:nvSpPr>
            <p:cNvPr id="405" name="箭头: 环形 404">
              <a:extLst>
                <a:ext uri="{FF2B5EF4-FFF2-40B4-BE49-F238E27FC236}">
                  <a16:creationId xmlns:a16="http://schemas.microsoft.com/office/drawing/2014/main" id="{84236256-BF14-7BC0-00C7-BE339C9F08BE}"/>
                </a:ext>
              </a:extLst>
            </p:cNvPr>
            <p:cNvSpPr/>
            <p:nvPr/>
          </p:nvSpPr>
          <p:spPr>
            <a:xfrm>
              <a:off x="3384914" y="1617979"/>
              <a:ext cx="790846" cy="797055"/>
            </a:xfrm>
            <a:prstGeom prst="circular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07" name="箭头: 环形 406">
              <a:extLst>
                <a:ext uri="{FF2B5EF4-FFF2-40B4-BE49-F238E27FC236}">
                  <a16:creationId xmlns:a16="http://schemas.microsoft.com/office/drawing/2014/main" id="{574BD7C8-A1D4-6BE9-A844-E5C8464DD17F}"/>
                </a:ext>
              </a:extLst>
            </p:cNvPr>
            <p:cNvSpPr/>
            <p:nvPr/>
          </p:nvSpPr>
          <p:spPr>
            <a:xfrm flipH="1" flipV="1">
              <a:off x="3384914" y="1646263"/>
              <a:ext cx="790846" cy="797056"/>
            </a:xfrm>
            <a:prstGeom prst="circularArrow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444" name="图片 443">
            <a:extLst>
              <a:ext uri="{FF2B5EF4-FFF2-40B4-BE49-F238E27FC236}">
                <a16:creationId xmlns:a16="http://schemas.microsoft.com/office/drawing/2014/main" id="{4D799421-720B-2120-58FE-DAF0DA29F9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783" y="1232304"/>
            <a:ext cx="332273" cy="193917"/>
          </a:xfrm>
          <a:prstGeom prst="rect">
            <a:avLst/>
          </a:prstGeom>
        </p:spPr>
      </p:pic>
      <p:pic>
        <p:nvPicPr>
          <p:cNvPr id="452" name="图片 451">
            <a:extLst>
              <a:ext uri="{FF2B5EF4-FFF2-40B4-BE49-F238E27FC236}">
                <a16:creationId xmlns:a16="http://schemas.microsoft.com/office/drawing/2014/main" id="{DADF1E56-598F-293A-7DB8-300444BD89D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5845" y="1079839"/>
            <a:ext cx="334150" cy="193917"/>
          </a:xfrm>
          <a:prstGeom prst="rect">
            <a:avLst/>
          </a:prstGeom>
        </p:spPr>
      </p:pic>
      <p:grpSp>
        <p:nvGrpSpPr>
          <p:cNvPr id="460" name="组合 459">
            <a:extLst>
              <a:ext uri="{FF2B5EF4-FFF2-40B4-BE49-F238E27FC236}">
                <a16:creationId xmlns:a16="http://schemas.microsoft.com/office/drawing/2014/main" id="{A06A1268-A211-DD58-06D6-2C0578EA772E}"/>
              </a:ext>
            </a:extLst>
          </p:cNvPr>
          <p:cNvGrpSpPr/>
          <p:nvPr/>
        </p:nvGrpSpPr>
        <p:grpSpPr>
          <a:xfrm rot="1951028">
            <a:off x="8427983" y="890552"/>
            <a:ext cx="94574" cy="94923"/>
            <a:chOff x="1440520" y="1462484"/>
            <a:chExt cx="461631" cy="463336"/>
          </a:xfrm>
        </p:grpSpPr>
        <p:sp>
          <p:nvSpPr>
            <p:cNvPr id="456" name="箭头: 环形 455">
              <a:extLst>
                <a:ext uri="{FF2B5EF4-FFF2-40B4-BE49-F238E27FC236}">
                  <a16:creationId xmlns:a16="http://schemas.microsoft.com/office/drawing/2014/main" id="{9C66BFD1-1C22-6BF5-AEDB-6C64267E57FC}"/>
                </a:ext>
              </a:extLst>
            </p:cNvPr>
            <p:cNvSpPr/>
            <p:nvPr/>
          </p:nvSpPr>
          <p:spPr>
            <a:xfrm rot="338721" flipH="1">
              <a:off x="1446104" y="1476765"/>
              <a:ext cx="456047" cy="448158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13769514"/>
                <a:gd name="adj5" fmla="val 1250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57" name="箭头: 环形 456">
              <a:extLst>
                <a:ext uri="{FF2B5EF4-FFF2-40B4-BE49-F238E27FC236}">
                  <a16:creationId xmlns:a16="http://schemas.microsoft.com/office/drawing/2014/main" id="{B7FEFA2D-55EA-109F-2469-69BDB9FE7DB5}"/>
                </a:ext>
              </a:extLst>
            </p:cNvPr>
            <p:cNvSpPr/>
            <p:nvPr/>
          </p:nvSpPr>
          <p:spPr>
            <a:xfrm rot="19710149" flipV="1">
              <a:off x="1446103" y="1477662"/>
              <a:ext cx="456047" cy="448158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15559861"/>
                <a:gd name="adj5" fmla="val 12500"/>
              </a:avLst>
            </a:prstGeom>
            <a:solidFill>
              <a:srgbClr val="FFC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59" name="箭头: 环形 458">
              <a:extLst>
                <a:ext uri="{FF2B5EF4-FFF2-40B4-BE49-F238E27FC236}">
                  <a16:creationId xmlns:a16="http://schemas.microsoft.com/office/drawing/2014/main" id="{FECF34DA-E891-B9B6-18D5-F9EB27A350D9}"/>
                </a:ext>
              </a:extLst>
            </p:cNvPr>
            <p:cNvSpPr/>
            <p:nvPr/>
          </p:nvSpPr>
          <p:spPr>
            <a:xfrm rot="4784427" flipV="1">
              <a:off x="1436575" y="1466429"/>
              <a:ext cx="456047" cy="448158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15892767"/>
                <a:gd name="adj5" fmla="val 12500"/>
              </a:avLst>
            </a:prstGeom>
            <a:solidFill>
              <a:srgbClr val="52AB4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61" name="文本框 460">
            <a:extLst>
              <a:ext uri="{FF2B5EF4-FFF2-40B4-BE49-F238E27FC236}">
                <a16:creationId xmlns:a16="http://schemas.microsoft.com/office/drawing/2014/main" id="{F8AF7DA0-A661-54CE-CA5F-876FA94F3EC6}"/>
              </a:ext>
            </a:extLst>
          </p:cNvPr>
          <p:cNvSpPr txBox="1"/>
          <p:nvPr/>
        </p:nvSpPr>
        <p:spPr>
          <a:xfrm>
            <a:off x="2383220" y="35893"/>
            <a:ext cx="42851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下一站：吕岭北站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900" dirty="0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rPr>
              <a:t>Next Station: </a:t>
            </a:r>
            <a:r>
              <a:rPr lang="en-US" altLang="zh-CN" sz="900" dirty="0" err="1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rPr>
              <a:t>Lvling</a:t>
            </a:r>
            <a:r>
              <a:rPr lang="en-US" altLang="zh-CN" sz="900" dirty="0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rPr>
              <a:t> North Station.</a:t>
            </a:r>
            <a:endParaRPr lang="zh-CN" altLang="en-US" sz="900" dirty="0">
              <a:latin typeface="Cascadia Code" panose="020B0609020000020004" pitchFamily="49" charset="0"/>
              <a:ea typeface="黑体" panose="02010609060101010101" pitchFamily="49" charset="-122"/>
              <a:cs typeface="Cascadia Code" panose="020B0609020000020004" pitchFamily="49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CABE89EF-F39D-7826-C981-9BFC38D1C154}"/>
              </a:ext>
            </a:extLst>
          </p:cNvPr>
          <p:cNvGrpSpPr/>
          <p:nvPr/>
        </p:nvGrpSpPr>
        <p:grpSpPr>
          <a:xfrm>
            <a:off x="2774371" y="812005"/>
            <a:ext cx="261017" cy="259843"/>
            <a:chOff x="501595" y="804920"/>
            <a:chExt cx="261017" cy="259843"/>
          </a:xfrm>
        </p:grpSpPr>
        <p:sp>
          <p:nvSpPr>
            <p:cNvPr id="2" name="箭头: V 形 1">
              <a:extLst>
                <a:ext uri="{FF2B5EF4-FFF2-40B4-BE49-F238E27FC236}">
                  <a16:creationId xmlns:a16="http://schemas.microsoft.com/office/drawing/2014/main" id="{CDE5AF06-3945-99B6-15B0-CB14FAC42F0C}"/>
                </a:ext>
              </a:extLst>
            </p:cNvPr>
            <p:cNvSpPr/>
            <p:nvPr/>
          </p:nvSpPr>
          <p:spPr>
            <a:xfrm>
              <a:off x="501595" y="804920"/>
              <a:ext cx="153399" cy="259843"/>
            </a:xfrm>
            <a:prstGeom prst="chevron">
              <a:avLst>
                <a:gd name="adj" fmla="val 5528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箭头: V 形 5">
              <a:extLst>
                <a:ext uri="{FF2B5EF4-FFF2-40B4-BE49-F238E27FC236}">
                  <a16:creationId xmlns:a16="http://schemas.microsoft.com/office/drawing/2014/main" id="{B5FF65BC-CF91-AB1A-4974-5E6C99F16E1F}"/>
                </a:ext>
              </a:extLst>
            </p:cNvPr>
            <p:cNvSpPr/>
            <p:nvPr/>
          </p:nvSpPr>
          <p:spPr>
            <a:xfrm>
              <a:off x="609213" y="804920"/>
              <a:ext cx="153399" cy="259843"/>
            </a:xfrm>
            <a:prstGeom prst="chevron">
              <a:avLst>
                <a:gd name="adj" fmla="val 5528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73" name="文本框 372">
            <a:extLst>
              <a:ext uri="{FF2B5EF4-FFF2-40B4-BE49-F238E27FC236}">
                <a16:creationId xmlns:a16="http://schemas.microsoft.com/office/drawing/2014/main" id="{9E2E08B1-4E37-2EED-A79A-AFADA75BC2BC}"/>
              </a:ext>
            </a:extLst>
          </p:cNvPr>
          <p:cNvSpPr txBox="1"/>
          <p:nvPr/>
        </p:nvSpPr>
        <p:spPr>
          <a:xfrm>
            <a:off x="114082" y="483926"/>
            <a:ext cx="7088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天海港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Tianhai</a:t>
            </a:r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 Port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79" name="文本框 378">
            <a:extLst>
              <a:ext uri="{FF2B5EF4-FFF2-40B4-BE49-F238E27FC236}">
                <a16:creationId xmlns:a16="http://schemas.microsoft.com/office/drawing/2014/main" id="{39FC0C01-8639-D788-C64F-F6D25EB1C96A}"/>
              </a:ext>
            </a:extLst>
          </p:cNvPr>
          <p:cNvSpPr txBox="1"/>
          <p:nvPr/>
        </p:nvSpPr>
        <p:spPr>
          <a:xfrm>
            <a:off x="2500995" y="483926"/>
            <a:ext cx="4988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金山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Jinshan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BFD47453-30C4-2D63-65F1-65E431C5C289}"/>
              </a:ext>
            </a:extLst>
          </p:cNvPr>
          <p:cNvSpPr/>
          <p:nvPr/>
        </p:nvSpPr>
        <p:spPr>
          <a:xfrm rot="16200000" flipV="1">
            <a:off x="3252467" y="802397"/>
            <a:ext cx="149365" cy="115523"/>
          </a:xfrm>
          <a:prstGeom prst="homePlate">
            <a:avLst>
              <a:gd name="adj" fmla="val 41754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819972B5-6C85-A0AE-1B7E-C338D81BC454}"/>
              </a:ext>
            </a:extLst>
          </p:cNvPr>
          <p:cNvSpPr/>
          <p:nvPr/>
        </p:nvSpPr>
        <p:spPr>
          <a:xfrm>
            <a:off x="3262857" y="879787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F38AF1B6-6ED8-BE65-6190-EF1311E0BF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2449" y="546366"/>
            <a:ext cx="463118" cy="270278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2A292C55-73E1-CCB8-0EE5-0E2C81A0B212}"/>
              </a:ext>
            </a:extLst>
          </p:cNvPr>
          <p:cNvGrpSpPr/>
          <p:nvPr/>
        </p:nvGrpSpPr>
        <p:grpSpPr>
          <a:xfrm flipH="1">
            <a:off x="3287580" y="895239"/>
            <a:ext cx="86486" cy="88006"/>
            <a:chOff x="3384914" y="1617979"/>
            <a:chExt cx="790846" cy="825340"/>
          </a:xfrm>
        </p:grpSpPr>
        <p:sp>
          <p:nvSpPr>
            <p:cNvPr id="11" name="箭头: 环形 10">
              <a:extLst>
                <a:ext uri="{FF2B5EF4-FFF2-40B4-BE49-F238E27FC236}">
                  <a16:creationId xmlns:a16="http://schemas.microsoft.com/office/drawing/2014/main" id="{9ABAC6A2-0E27-3E2A-1E6E-0BBAF25E856C}"/>
                </a:ext>
              </a:extLst>
            </p:cNvPr>
            <p:cNvSpPr/>
            <p:nvPr/>
          </p:nvSpPr>
          <p:spPr>
            <a:xfrm>
              <a:off x="3384914" y="1617979"/>
              <a:ext cx="790846" cy="797055"/>
            </a:xfrm>
            <a:prstGeom prst="circular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箭头: 环形 11">
              <a:extLst>
                <a:ext uri="{FF2B5EF4-FFF2-40B4-BE49-F238E27FC236}">
                  <a16:creationId xmlns:a16="http://schemas.microsoft.com/office/drawing/2014/main" id="{244F62F5-F659-439C-1A2D-5DE599156A8F}"/>
                </a:ext>
              </a:extLst>
            </p:cNvPr>
            <p:cNvSpPr/>
            <p:nvPr/>
          </p:nvSpPr>
          <p:spPr>
            <a:xfrm flipH="1" flipV="1">
              <a:off x="3384914" y="1646263"/>
              <a:ext cx="790846" cy="797056"/>
            </a:xfrm>
            <a:prstGeom prst="circularArrow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89946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1000" fill="hold"/>
                                        <p:tgtEl>
                                          <p:spTgt spid="4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63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74458E-6 -3.74862E-6 L 0.02346 -0.0011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64" y="-11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DE1AE-8A06-B137-EC36-059DB38AF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>
            <a:extLst>
              <a:ext uri="{FF2B5EF4-FFF2-40B4-BE49-F238E27FC236}">
                <a16:creationId xmlns:a16="http://schemas.microsoft.com/office/drawing/2014/main" id="{ACE542CC-B32F-4821-CA89-6BBAB35D76CA}"/>
              </a:ext>
            </a:extLst>
          </p:cNvPr>
          <p:cNvSpPr txBox="1"/>
          <p:nvPr/>
        </p:nvSpPr>
        <p:spPr>
          <a:xfrm>
            <a:off x="-53377" y="396304"/>
            <a:ext cx="243848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吕岭北站</a:t>
            </a:r>
            <a:endParaRPr lang="en-US" altLang="zh-CN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2000" dirty="0" err="1">
                <a:latin typeface="+mn-ea"/>
              </a:rPr>
              <a:t>Lvling</a:t>
            </a:r>
            <a:r>
              <a:rPr lang="en-US" altLang="zh-CN" sz="2000" dirty="0">
                <a:latin typeface="+mn-ea"/>
              </a:rPr>
              <a:t> North Station.</a:t>
            </a:r>
            <a:endParaRPr lang="zh-CN" altLang="en-US" sz="2000" dirty="0">
              <a:latin typeface="+mn-ea"/>
            </a:endParaRPr>
          </a:p>
        </p:txBody>
      </p:sp>
      <p:grpSp>
        <p:nvGrpSpPr>
          <p:cNvPr id="648" name="组合 647">
            <a:extLst>
              <a:ext uri="{FF2B5EF4-FFF2-40B4-BE49-F238E27FC236}">
                <a16:creationId xmlns:a16="http://schemas.microsoft.com/office/drawing/2014/main" id="{CB934300-5A1A-F6B1-3F10-BCA5FDF10856}"/>
              </a:ext>
            </a:extLst>
          </p:cNvPr>
          <p:cNvGrpSpPr/>
          <p:nvPr/>
        </p:nvGrpSpPr>
        <p:grpSpPr>
          <a:xfrm>
            <a:off x="-4835331" y="564611"/>
            <a:ext cx="4713780" cy="347183"/>
            <a:chOff x="2180050" y="555098"/>
            <a:chExt cx="4713780" cy="347183"/>
          </a:xfrm>
        </p:grpSpPr>
        <p:grpSp>
          <p:nvGrpSpPr>
            <p:cNvPr id="631" name="组合 630">
              <a:extLst>
                <a:ext uri="{FF2B5EF4-FFF2-40B4-BE49-F238E27FC236}">
                  <a16:creationId xmlns:a16="http://schemas.microsoft.com/office/drawing/2014/main" id="{52C059B1-C807-EA70-9EC5-16F6246621FB}"/>
                </a:ext>
              </a:extLst>
            </p:cNvPr>
            <p:cNvGrpSpPr/>
            <p:nvPr/>
          </p:nvGrpSpPr>
          <p:grpSpPr>
            <a:xfrm>
              <a:off x="3758078" y="601135"/>
              <a:ext cx="771789" cy="230164"/>
              <a:chOff x="2969309" y="601138"/>
              <a:chExt cx="771789" cy="230164"/>
            </a:xfrm>
          </p:grpSpPr>
          <p:sp>
            <p:nvSpPr>
              <p:cNvPr id="632" name="矩形 631">
                <a:extLst>
                  <a:ext uri="{FF2B5EF4-FFF2-40B4-BE49-F238E27FC236}">
                    <a16:creationId xmlns:a16="http://schemas.microsoft.com/office/drawing/2014/main" id="{BAD8CC57-0B0D-AF1A-F1FF-EAEA4BEDC945}"/>
                  </a:ext>
                </a:extLst>
              </p:cNvPr>
              <p:cNvSpPr/>
              <p:nvPr/>
            </p:nvSpPr>
            <p:spPr>
              <a:xfrm>
                <a:off x="2969309" y="601138"/>
                <a:ext cx="769621" cy="2301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3" name="矩形: 圆角 632">
                <a:extLst>
                  <a:ext uri="{FF2B5EF4-FFF2-40B4-BE49-F238E27FC236}">
                    <a16:creationId xmlns:a16="http://schemas.microsoft.com/office/drawing/2014/main" id="{F5E39B5B-0B71-304F-8781-A28B31FADD15}"/>
                  </a:ext>
                </a:extLst>
              </p:cNvPr>
              <p:cNvSpPr/>
              <p:nvPr/>
            </p:nvSpPr>
            <p:spPr>
              <a:xfrm>
                <a:off x="2971478" y="633445"/>
                <a:ext cx="769620" cy="97294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634" name="直接连接符 633">
                <a:extLst>
                  <a:ext uri="{FF2B5EF4-FFF2-40B4-BE49-F238E27FC236}">
                    <a16:creationId xmlns:a16="http://schemas.microsoft.com/office/drawing/2014/main" id="{3406990F-7BF3-4FCB-A85F-0251FA5925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478" y="76426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5" name="直接连接符 634">
                <a:extLst>
                  <a:ext uri="{FF2B5EF4-FFF2-40B4-BE49-F238E27FC236}">
                    <a16:creationId xmlns:a16="http://schemas.microsoft.com/office/drawing/2014/main" id="{C2C035DC-336B-73B7-CB7C-5196A4A6BE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36399" y="63344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03" name="组合 602">
              <a:extLst>
                <a:ext uri="{FF2B5EF4-FFF2-40B4-BE49-F238E27FC236}">
                  <a16:creationId xmlns:a16="http://schemas.microsoft.com/office/drawing/2014/main" id="{98B1CE05-2E55-75E0-B4B6-6639623AA88B}"/>
                </a:ext>
              </a:extLst>
            </p:cNvPr>
            <p:cNvGrpSpPr/>
            <p:nvPr/>
          </p:nvGrpSpPr>
          <p:grpSpPr>
            <a:xfrm>
              <a:off x="2969309" y="601138"/>
              <a:ext cx="771789" cy="230164"/>
              <a:chOff x="2969309" y="601138"/>
              <a:chExt cx="771789" cy="230164"/>
            </a:xfrm>
          </p:grpSpPr>
          <p:sp>
            <p:nvSpPr>
              <p:cNvPr id="602" name="矩形 601">
                <a:extLst>
                  <a:ext uri="{FF2B5EF4-FFF2-40B4-BE49-F238E27FC236}">
                    <a16:creationId xmlns:a16="http://schemas.microsoft.com/office/drawing/2014/main" id="{38A1DAD4-2A29-9F25-1B80-35D1C354FB79}"/>
                  </a:ext>
                </a:extLst>
              </p:cNvPr>
              <p:cNvSpPr/>
              <p:nvPr/>
            </p:nvSpPr>
            <p:spPr>
              <a:xfrm>
                <a:off x="2969309" y="601138"/>
                <a:ext cx="769621" cy="2301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5" name="矩形: 圆角 134">
                <a:extLst>
                  <a:ext uri="{FF2B5EF4-FFF2-40B4-BE49-F238E27FC236}">
                    <a16:creationId xmlns:a16="http://schemas.microsoft.com/office/drawing/2014/main" id="{EB4C647E-AE6B-36FD-F945-784348F7D234}"/>
                  </a:ext>
                </a:extLst>
              </p:cNvPr>
              <p:cNvSpPr/>
              <p:nvPr/>
            </p:nvSpPr>
            <p:spPr>
              <a:xfrm>
                <a:off x="2971478" y="633445"/>
                <a:ext cx="769620" cy="97294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36" name="直接连接符 135">
                <a:extLst>
                  <a:ext uri="{FF2B5EF4-FFF2-40B4-BE49-F238E27FC236}">
                    <a16:creationId xmlns:a16="http://schemas.microsoft.com/office/drawing/2014/main" id="{6E4D5612-71F3-038F-ED63-BD54F3B641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478" y="76426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直接连接符 136">
                <a:extLst>
                  <a:ext uri="{FF2B5EF4-FFF2-40B4-BE49-F238E27FC236}">
                    <a16:creationId xmlns:a16="http://schemas.microsoft.com/office/drawing/2014/main" id="{DFCB35BD-0AB1-79F0-B1D6-B6E68031A0D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36399" y="63344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4" name="组合 183">
              <a:extLst>
                <a:ext uri="{FF2B5EF4-FFF2-40B4-BE49-F238E27FC236}">
                  <a16:creationId xmlns:a16="http://schemas.microsoft.com/office/drawing/2014/main" id="{7EE1C7D6-7F59-9FD9-6343-08B5735336FC}"/>
                </a:ext>
              </a:extLst>
            </p:cNvPr>
            <p:cNvGrpSpPr/>
            <p:nvPr/>
          </p:nvGrpSpPr>
          <p:grpSpPr>
            <a:xfrm flipH="1">
              <a:off x="6096902" y="601138"/>
              <a:ext cx="796928" cy="230167"/>
              <a:chOff x="2533557" y="715860"/>
              <a:chExt cx="796928" cy="230167"/>
            </a:xfrm>
          </p:grpSpPr>
          <p:sp>
            <p:nvSpPr>
              <p:cNvPr id="187" name="矩形: 圆角 186">
                <a:extLst>
                  <a:ext uri="{FF2B5EF4-FFF2-40B4-BE49-F238E27FC236}">
                    <a16:creationId xmlns:a16="http://schemas.microsoft.com/office/drawing/2014/main" id="{DAAA1816-59BE-CA80-9210-81BF17547D20}"/>
                  </a:ext>
                </a:extLst>
              </p:cNvPr>
              <p:cNvSpPr/>
              <p:nvPr/>
            </p:nvSpPr>
            <p:spPr>
              <a:xfrm>
                <a:off x="2533557" y="715860"/>
                <a:ext cx="783274" cy="230167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8" name="矩形: 圆角 187">
                <a:extLst>
                  <a:ext uri="{FF2B5EF4-FFF2-40B4-BE49-F238E27FC236}">
                    <a16:creationId xmlns:a16="http://schemas.microsoft.com/office/drawing/2014/main" id="{9A024DD9-010A-1F2C-146B-9514BFA10B57}"/>
                  </a:ext>
                </a:extLst>
              </p:cNvPr>
              <p:cNvSpPr/>
              <p:nvPr/>
            </p:nvSpPr>
            <p:spPr>
              <a:xfrm>
                <a:off x="2601967" y="748165"/>
                <a:ext cx="728518" cy="97294"/>
              </a:xfrm>
              <a:prstGeom prst="roundRect">
                <a:avLst>
                  <a:gd name="adj" fmla="val 2937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91" name="直接连接符 190">
                <a:extLst>
                  <a:ext uri="{FF2B5EF4-FFF2-40B4-BE49-F238E27FC236}">
                    <a16:creationId xmlns:a16="http://schemas.microsoft.com/office/drawing/2014/main" id="{18CC10D5-1BA5-01DD-2B86-5DCD1CC2B0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41223" y="87898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" name="直接连接符 255">
                <a:extLst>
                  <a:ext uri="{FF2B5EF4-FFF2-40B4-BE49-F238E27FC236}">
                    <a16:creationId xmlns:a16="http://schemas.microsoft.com/office/drawing/2014/main" id="{6DC31782-D032-0F76-E170-741B265432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06144" y="74816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09" name="组合 608">
              <a:extLst>
                <a:ext uri="{FF2B5EF4-FFF2-40B4-BE49-F238E27FC236}">
                  <a16:creationId xmlns:a16="http://schemas.microsoft.com/office/drawing/2014/main" id="{AB6ADC0E-A818-D351-D5D9-1AE631ACD6EC}"/>
                </a:ext>
              </a:extLst>
            </p:cNvPr>
            <p:cNvGrpSpPr/>
            <p:nvPr/>
          </p:nvGrpSpPr>
          <p:grpSpPr>
            <a:xfrm>
              <a:off x="2180050" y="568597"/>
              <a:ext cx="836837" cy="295251"/>
              <a:chOff x="2180050" y="568597"/>
              <a:chExt cx="836837" cy="295251"/>
            </a:xfrm>
          </p:grpSpPr>
          <p:sp>
            <p:nvSpPr>
              <p:cNvPr id="601" name="矩形: 单圆角 600">
                <a:extLst>
                  <a:ext uri="{FF2B5EF4-FFF2-40B4-BE49-F238E27FC236}">
                    <a16:creationId xmlns:a16="http://schemas.microsoft.com/office/drawing/2014/main" id="{083905AB-BFD5-5CDD-D206-F439EBBFFC69}"/>
                  </a:ext>
                </a:extLst>
              </p:cNvPr>
              <p:cNvSpPr/>
              <p:nvPr/>
            </p:nvSpPr>
            <p:spPr>
              <a:xfrm flipH="1">
                <a:off x="2180050" y="601138"/>
                <a:ext cx="779683" cy="230167"/>
              </a:xfrm>
              <a:prstGeom prst="round1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8" name="矩形: 圆角 507">
                <a:extLst>
                  <a:ext uri="{FF2B5EF4-FFF2-40B4-BE49-F238E27FC236}">
                    <a16:creationId xmlns:a16="http://schemas.microsoft.com/office/drawing/2014/main" id="{4BD5CB1E-21E8-484C-CE15-41E356333101}"/>
                  </a:ext>
                </a:extLst>
              </p:cNvPr>
              <p:cNvSpPr/>
              <p:nvPr/>
            </p:nvSpPr>
            <p:spPr>
              <a:xfrm>
                <a:off x="2248948" y="633445"/>
                <a:ext cx="767939" cy="97294"/>
              </a:xfrm>
              <a:prstGeom prst="roundRect">
                <a:avLst>
                  <a:gd name="adj" fmla="val 2937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509" name="直接连接符 508">
                <a:extLst>
                  <a:ext uri="{FF2B5EF4-FFF2-40B4-BE49-F238E27FC236}">
                    <a16:creationId xmlns:a16="http://schemas.microsoft.com/office/drawing/2014/main" id="{6AE974C9-FB71-FDE6-081E-46817FFF72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88205" y="76426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0" name="直接连接符 509">
                <a:extLst>
                  <a:ext uri="{FF2B5EF4-FFF2-40B4-BE49-F238E27FC236}">
                    <a16:creationId xmlns:a16="http://schemas.microsoft.com/office/drawing/2014/main" id="{83A16684-6655-FBD8-3295-8A47450A7A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53126" y="63344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6" name="直接连接符 505">
                <a:extLst>
                  <a:ext uri="{FF2B5EF4-FFF2-40B4-BE49-F238E27FC236}">
                    <a16:creationId xmlns:a16="http://schemas.microsoft.com/office/drawing/2014/main" id="{DC554BB3-B894-6BB6-37B4-2DCFC427A28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63813" y="568597"/>
                <a:ext cx="0" cy="295251"/>
              </a:xfrm>
              <a:prstGeom prst="line">
                <a:avLst/>
              </a:prstGeom>
              <a:ln w="254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2" name="矩形 161">
              <a:extLst>
                <a:ext uri="{FF2B5EF4-FFF2-40B4-BE49-F238E27FC236}">
                  <a16:creationId xmlns:a16="http://schemas.microsoft.com/office/drawing/2014/main" id="{B4EA04F1-6856-533E-AD10-B07EBB66C218}"/>
                </a:ext>
              </a:extLst>
            </p:cNvPr>
            <p:cNvSpPr/>
            <p:nvPr/>
          </p:nvSpPr>
          <p:spPr>
            <a:xfrm>
              <a:off x="3758981" y="555098"/>
              <a:ext cx="790456" cy="347183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b="1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当前车厢</a:t>
              </a:r>
              <a:endParaRPr lang="en-US" altLang="zh-CN" sz="11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ctr"/>
              <a:r>
                <a:rPr lang="zh-CN" altLang="zh-CN" sz="800" dirty="0"/>
                <a:t>Current Car</a:t>
              </a:r>
            </a:p>
          </p:txBody>
        </p:sp>
        <p:sp>
          <p:nvSpPr>
            <p:cNvPr id="611" name="矩形: 单圆角 610">
              <a:extLst>
                <a:ext uri="{FF2B5EF4-FFF2-40B4-BE49-F238E27FC236}">
                  <a16:creationId xmlns:a16="http://schemas.microsoft.com/office/drawing/2014/main" id="{3F44B31E-C8AB-22D7-6AB9-0FAE5FA9ADFD}"/>
                </a:ext>
              </a:extLst>
            </p:cNvPr>
            <p:cNvSpPr/>
            <p:nvPr/>
          </p:nvSpPr>
          <p:spPr>
            <a:xfrm>
              <a:off x="6108241" y="601135"/>
              <a:ext cx="779683" cy="230167"/>
            </a:xfrm>
            <a:prstGeom prst="round1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2" name="矩形: 圆角 611">
              <a:extLst>
                <a:ext uri="{FF2B5EF4-FFF2-40B4-BE49-F238E27FC236}">
                  <a16:creationId xmlns:a16="http://schemas.microsoft.com/office/drawing/2014/main" id="{A3811ADA-5F82-C2E3-C08F-24918432ED1E}"/>
                </a:ext>
              </a:extLst>
            </p:cNvPr>
            <p:cNvSpPr/>
            <p:nvPr/>
          </p:nvSpPr>
          <p:spPr>
            <a:xfrm flipH="1">
              <a:off x="6051087" y="633442"/>
              <a:ext cx="767939" cy="97294"/>
            </a:xfrm>
            <a:prstGeom prst="roundRect">
              <a:avLst>
                <a:gd name="adj" fmla="val 2937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13" name="直接连接符 612">
              <a:extLst>
                <a:ext uri="{FF2B5EF4-FFF2-40B4-BE49-F238E27FC236}">
                  <a16:creationId xmlns:a16="http://schemas.microsoft.com/office/drawing/2014/main" id="{6C24EF9A-17EB-95F4-8A37-A5DCA5A5D0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11828" y="764259"/>
              <a:ext cx="767941" cy="0"/>
            </a:xfrm>
            <a:prstGeom prst="line">
              <a:avLst/>
            </a:prstGeom>
            <a:ln>
              <a:solidFill>
                <a:srgbClr val="E6001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4" name="直接连接符 613">
              <a:extLst>
                <a:ext uri="{FF2B5EF4-FFF2-40B4-BE49-F238E27FC236}">
                  <a16:creationId xmlns:a16="http://schemas.microsoft.com/office/drawing/2014/main" id="{2E07A1A6-A6C1-A0AB-2752-D3D15FCAD8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14848" y="633442"/>
              <a:ext cx="0" cy="9729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D2307C27-EC45-F637-D345-4D1927695B5E}"/>
                </a:ext>
              </a:extLst>
            </p:cNvPr>
            <p:cNvCxnSpPr>
              <a:cxnSpLocks/>
            </p:cNvCxnSpPr>
            <p:nvPr/>
          </p:nvCxnSpPr>
          <p:spPr>
            <a:xfrm>
              <a:off x="3747086" y="568597"/>
              <a:ext cx="0" cy="295251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36" name="组合 635">
              <a:extLst>
                <a:ext uri="{FF2B5EF4-FFF2-40B4-BE49-F238E27FC236}">
                  <a16:creationId xmlns:a16="http://schemas.microsoft.com/office/drawing/2014/main" id="{47EDBA2B-D03C-A358-A80E-C058C86D312F}"/>
                </a:ext>
              </a:extLst>
            </p:cNvPr>
            <p:cNvGrpSpPr/>
            <p:nvPr/>
          </p:nvGrpSpPr>
          <p:grpSpPr>
            <a:xfrm>
              <a:off x="4548425" y="601135"/>
              <a:ext cx="771789" cy="230164"/>
              <a:chOff x="2969309" y="601138"/>
              <a:chExt cx="771789" cy="230164"/>
            </a:xfrm>
          </p:grpSpPr>
          <p:sp>
            <p:nvSpPr>
              <p:cNvPr id="637" name="矩形 636">
                <a:extLst>
                  <a:ext uri="{FF2B5EF4-FFF2-40B4-BE49-F238E27FC236}">
                    <a16:creationId xmlns:a16="http://schemas.microsoft.com/office/drawing/2014/main" id="{FA93D771-6F6F-9A1E-B954-0D453352DB08}"/>
                  </a:ext>
                </a:extLst>
              </p:cNvPr>
              <p:cNvSpPr/>
              <p:nvPr/>
            </p:nvSpPr>
            <p:spPr>
              <a:xfrm>
                <a:off x="2969309" y="601138"/>
                <a:ext cx="769621" cy="2301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8" name="矩形: 圆角 637">
                <a:extLst>
                  <a:ext uri="{FF2B5EF4-FFF2-40B4-BE49-F238E27FC236}">
                    <a16:creationId xmlns:a16="http://schemas.microsoft.com/office/drawing/2014/main" id="{2FB8D3F3-7F32-0390-BEAE-9AD3D64715A4}"/>
                  </a:ext>
                </a:extLst>
              </p:cNvPr>
              <p:cNvSpPr/>
              <p:nvPr/>
            </p:nvSpPr>
            <p:spPr>
              <a:xfrm>
                <a:off x="2971478" y="633445"/>
                <a:ext cx="769620" cy="97294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639" name="直接连接符 638">
                <a:extLst>
                  <a:ext uri="{FF2B5EF4-FFF2-40B4-BE49-F238E27FC236}">
                    <a16:creationId xmlns:a16="http://schemas.microsoft.com/office/drawing/2014/main" id="{E3EF9567-BE57-5D8F-60E1-3C315BF93C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478" y="76426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0" name="直接连接符 639">
                <a:extLst>
                  <a:ext uri="{FF2B5EF4-FFF2-40B4-BE49-F238E27FC236}">
                    <a16:creationId xmlns:a16="http://schemas.microsoft.com/office/drawing/2014/main" id="{AB5FD0B0-B972-FC43-F62E-50A2FE2430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36399" y="63344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41" name="直接连接符 640">
              <a:extLst>
                <a:ext uri="{FF2B5EF4-FFF2-40B4-BE49-F238E27FC236}">
                  <a16:creationId xmlns:a16="http://schemas.microsoft.com/office/drawing/2014/main" id="{1E235492-EA2F-F28F-E2FB-054C45A04916}"/>
                </a:ext>
              </a:extLst>
            </p:cNvPr>
            <p:cNvCxnSpPr>
              <a:cxnSpLocks/>
            </p:cNvCxnSpPr>
            <p:nvPr/>
          </p:nvCxnSpPr>
          <p:spPr>
            <a:xfrm>
              <a:off x="4537433" y="568597"/>
              <a:ext cx="0" cy="295251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42" name="组合 641">
              <a:extLst>
                <a:ext uri="{FF2B5EF4-FFF2-40B4-BE49-F238E27FC236}">
                  <a16:creationId xmlns:a16="http://schemas.microsoft.com/office/drawing/2014/main" id="{2C5B8630-1F5E-EDF9-E725-768005ED825E}"/>
                </a:ext>
              </a:extLst>
            </p:cNvPr>
            <p:cNvGrpSpPr/>
            <p:nvPr/>
          </p:nvGrpSpPr>
          <p:grpSpPr>
            <a:xfrm>
              <a:off x="5330874" y="601132"/>
              <a:ext cx="771789" cy="230164"/>
              <a:chOff x="2969309" y="601138"/>
              <a:chExt cx="771789" cy="230164"/>
            </a:xfrm>
          </p:grpSpPr>
          <p:sp>
            <p:nvSpPr>
              <p:cNvPr id="643" name="矩形 642">
                <a:extLst>
                  <a:ext uri="{FF2B5EF4-FFF2-40B4-BE49-F238E27FC236}">
                    <a16:creationId xmlns:a16="http://schemas.microsoft.com/office/drawing/2014/main" id="{17671567-52FC-72B1-230A-363E976D6BF9}"/>
                  </a:ext>
                </a:extLst>
              </p:cNvPr>
              <p:cNvSpPr/>
              <p:nvPr/>
            </p:nvSpPr>
            <p:spPr>
              <a:xfrm>
                <a:off x="2969309" y="601138"/>
                <a:ext cx="769621" cy="2301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4" name="矩形: 圆角 643">
                <a:extLst>
                  <a:ext uri="{FF2B5EF4-FFF2-40B4-BE49-F238E27FC236}">
                    <a16:creationId xmlns:a16="http://schemas.microsoft.com/office/drawing/2014/main" id="{87D44CCA-A421-3334-CD38-B276BBC4C170}"/>
                  </a:ext>
                </a:extLst>
              </p:cNvPr>
              <p:cNvSpPr/>
              <p:nvPr/>
            </p:nvSpPr>
            <p:spPr>
              <a:xfrm>
                <a:off x="2971478" y="633445"/>
                <a:ext cx="769620" cy="97294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645" name="直接连接符 644">
                <a:extLst>
                  <a:ext uri="{FF2B5EF4-FFF2-40B4-BE49-F238E27FC236}">
                    <a16:creationId xmlns:a16="http://schemas.microsoft.com/office/drawing/2014/main" id="{10B182BC-7A14-CD09-980D-FB6888E20C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478" y="76426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6" name="直接连接符 645">
                <a:extLst>
                  <a:ext uri="{FF2B5EF4-FFF2-40B4-BE49-F238E27FC236}">
                    <a16:creationId xmlns:a16="http://schemas.microsoft.com/office/drawing/2014/main" id="{EDCA69D7-A243-04D3-E60B-5CB22D8331D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36399" y="63344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47" name="直接连接符 646">
              <a:extLst>
                <a:ext uri="{FF2B5EF4-FFF2-40B4-BE49-F238E27FC236}">
                  <a16:creationId xmlns:a16="http://schemas.microsoft.com/office/drawing/2014/main" id="{5C6F5286-F754-BEF2-07DB-2837FD1F9B4C}"/>
                </a:ext>
              </a:extLst>
            </p:cNvPr>
            <p:cNvCxnSpPr>
              <a:cxnSpLocks/>
            </p:cNvCxnSpPr>
            <p:nvPr/>
          </p:nvCxnSpPr>
          <p:spPr>
            <a:xfrm>
              <a:off x="5319882" y="568594"/>
              <a:ext cx="0" cy="295251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5" name="直接连接符 614">
              <a:extLst>
                <a:ext uri="{FF2B5EF4-FFF2-40B4-BE49-F238E27FC236}">
                  <a16:creationId xmlns:a16="http://schemas.microsoft.com/office/drawing/2014/main" id="{BAEC3F95-442D-D436-CC1A-86405D5CA48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4161" y="568594"/>
              <a:ext cx="0" cy="295251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F0D0D481-25EF-E018-47BA-E583BDF66D11}"/>
              </a:ext>
            </a:extLst>
          </p:cNvPr>
          <p:cNvSpPr/>
          <p:nvPr/>
        </p:nvSpPr>
        <p:spPr>
          <a:xfrm>
            <a:off x="7671197" y="486678"/>
            <a:ext cx="275749" cy="622300"/>
          </a:xfrm>
          <a:custGeom>
            <a:avLst/>
            <a:gdLst>
              <a:gd name="csX0" fmla="*/ 43894 w 275749"/>
              <a:gd name="csY0" fmla="*/ 63500 h 622300"/>
              <a:gd name="csX1" fmla="*/ 43894 w 275749"/>
              <a:gd name="csY1" fmla="*/ 251460 h 622300"/>
              <a:gd name="csX2" fmla="*/ 231854 w 275749"/>
              <a:gd name="csY2" fmla="*/ 251460 h 622300"/>
              <a:gd name="csX3" fmla="*/ 231854 w 275749"/>
              <a:gd name="csY3" fmla="*/ 63500 h 622300"/>
              <a:gd name="csX4" fmla="*/ 0 w 275749"/>
              <a:gd name="csY4" fmla="*/ 0 h 622300"/>
              <a:gd name="csX5" fmla="*/ 275749 w 275749"/>
              <a:gd name="csY5" fmla="*/ 0 h 622300"/>
              <a:gd name="csX6" fmla="*/ 275749 w 275749"/>
              <a:gd name="csY6" fmla="*/ 622300 h 622300"/>
              <a:gd name="csX7" fmla="*/ 0 w 275749"/>
              <a:gd name="csY7" fmla="*/ 622300 h 6223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75749" h="622300">
                <a:moveTo>
                  <a:pt x="43894" y="63500"/>
                </a:moveTo>
                <a:lnTo>
                  <a:pt x="43894" y="251460"/>
                </a:lnTo>
                <a:lnTo>
                  <a:pt x="231854" y="251460"/>
                </a:lnTo>
                <a:lnTo>
                  <a:pt x="231854" y="63500"/>
                </a:lnTo>
                <a:close/>
                <a:moveTo>
                  <a:pt x="0" y="0"/>
                </a:moveTo>
                <a:lnTo>
                  <a:pt x="275749" y="0"/>
                </a:lnTo>
                <a:lnTo>
                  <a:pt x="275749" y="622300"/>
                </a:lnTo>
                <a:lnTo>
                  <a:pt x="0" y="62230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633C8E06-9B02-7CCB-CC20-F6DCBD90DE3D}"/>
              </a:ext>
            </a:extLst>
          </p:cNvPr>
          <p:cNvSpPr/>
          <p:nvPr/>
        </p:nvSpPr>
        <p:spPr>
          <a:xfrm>
            <a:off x="7946946" y="486678"/>
            <a:ext cx="275749" cy="622300"/>
          </a:xfrm>
          <a:custGeom>
            <a:avLst/>
            <a:gdLst>
              <a:gd name="csX0" fmla="*/ 43894 w 275749"/>
              <a:gd name="csY0" fmla="*/ 63500 h 622300"/>
              <a:gd name="csX1" fmla="*/ 43894 w 275749"/>
              <a:gd name="csY1" fmla="*/ 251460 h 622300"/>
              <a:gd name="csX2" fmla="*/ 231854 w 275749"/>
              <a:gd name="csY2" fmla="*/ 251460 h 622300"/>
              <a:gd name="csX3" fmla="*/ 231854 w 275749"/>
              <a:gd name="csY3" fmla="*/ 63500 h 622300"/>
              <a:gd name="csX4" fmla="*/ 0 w 275749"/>
              <a:gd name="csY4" fmla="*/ 0 h 622300"/>
              <a:gd name="csX5" fmla="*/ 275749 w 275749"/>
              <a:gd name="csY5" fmla="*/ 0 h 622300"/>
              <a:gd name="csX6" fmla="*/ 275749 w 275749"/>
              <a:gd name="csY6" fmla="*/ 622300 h 622300"/>
              <a:gd name="csX7" fmla="*/ 0 w 275749"/>
              <a:gd name="csY7" fmla="*/ 622300 h 6223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75749" h="622300">
                <a:moveTo>
                  <a:pt x="43894" y="63500"/>
                </a:moveTo>
                <a:lnTo>
                  <a:pt x="43894" y="251460"/>
                </a:lnTo>
                <a:lnTo>
                  <a:pt x="231854" y="251460"/>
                </a:lnTo>
                <a:lnTo>
                  <a:pt x="231854" y="63500"/>
                </a:lnTo>
                <a:close/>
                <a:moveTo>
                  <a:pt x="0" y="0"/>
                </a:moveTo>
                <a:lnTo>
                  <a:pt x="275749" y="0"/>
                </a:lnTo>
                <a:lnTo>
                  <a:pt x="275749" y="622300"/>
                </a:lnTo>
                <a:lnTo>
                  <a:pt x="0" y="62230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20" name="箭头: 上 19">
            <a:extLst>
              <a:ext uri="{FF2B5EF4-FFF2-40B4-BE49-F238E27FC236}">
                <a16:creationId xmlns:a16="http://schemas.microsoft.com/office/drawing/2014/main" id="{5C5C74F8-09B3-9091-A486-A7A56329D7BE}"/>
              </a:ext>
            </a:extLst>
          </p:cNvPr>
          <p:cNvSpPr/>
          <p:nvPr/>
        </p:nvSpPr>
        <p:spPr>
          <a:xfrm>
            <a:off x="7802166" y="882994"/>
            <a:ext cx="289560" cy="281940"/>
          </a:xfrm>
          <a:prstGeom prst="upArrow">
            <a:avLst>
              <a:gd name="adj1" fmla="val 53947"/>
              <a:gd name="adj2" fmla="val 5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scene3d>
            <a:camera prst="orthographicFront">
              <a:rot lat="3600003" lon="21599986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76954FE-D67C-6006-683A-BCFD3CA87423}"/>
              </a:ext>
            </a:extLst>
          </p:cNvPr>
          <p:cNvSpPr/>
          <p:nvPr/>
        </p:nvSpPr>
        <p:spPr>
          <a:xfrm>
            <a:off x="0" y="0"/>
            <a:ext cx="8999538" cy="438912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03323CBC-620E-AEBD-3B34-C3C3EB029759}"/>
              </a:ext>
            </a:extLst>
          </p:cNvPr>
          <p:cNvSpPr/>
          <p:nvPr/>
        </p:nvSpPr>
        <p:spPr>
          <a:xfrm>
            <a:off x="2408841" y="54864"/>
            <a:ext cx="4181856" cy="329184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53" name="组合 152">
            <a:extLst>
              <a:ext uri="{FF2B5EF4-FFF2-40B4-BE49-F238E27FC236}">
                <a16:creationId xmlns:a16="http://schemas.microsoft.com/office/drawing/2014/main" id="{FDA86BCB-FC05-C303-4033-7F7BAEC456B2}"/>
              </a:ext>
            </a:extLst>
          </p:cNvPr>
          <p:cNvGrpSpPr/>
          <p:nvPr/>
        </p:nvGrpSpPr>
        <p:grpSpPr>
          <a:xfrm>
            <a:off x="390597" y="4959"/>
            <a:ext cx="1280134" cy="431250"/>
            <a:chOff x="188770" y="-11103"/>
            <a:chExt cx="1280134" cy="431250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B006D87D-C77D-167A-86CE-4B6EB99A8BD8}"/>
                </a:ext>
              </a:extLst>
            </p:cNvPr>
            <p:cNvSpPr/>
            <p:nvPr/>
          </p:nvSpPr>
          <p:spPr>
            <a:xfrm>
              <a:off x="188770" y="47240"/>
              <a:ext cx="1221882" cy="329184"/>
            </a:xfrm>
            <a:prstGeom prst="roundRect">
              <a:avLst>
                <a:gd name="adj" fmla="val 1882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8" name="文本框 147">
              <a:extLst>
                <a:ext uri="{FF2B5EF4-FFF2-40B4-BE49-F238E27FC236}">
                  <a16:creationId xmlns:a16="http://schemas.microsoft.com/office/drawing/2014/main" id="{1C2BA28A-1575-D08E-30BE-ECE39194B197}"/>
                </a:ext>
              </a:extLst>
            </p:cNvPr>
            <p:cNvSpPr txBox="1"/>
            <p:nvPr/>
          </p:nvSpPr>
          <p:spPr>
            <a:xfrm>
              <a:off x="496280" y="-11103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黑体" panose="02010609060101010101" pitchFamily="49" charset="-122"/>
                  <a:ea typeface="黑体" panose="02010609060101010101" pitchFamily="49" charset="-122"/>
                </a:rPr>
                <a:t>天海地铁</a:t>
              </a:r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A9C0E3DC-A17B-853C-E41F-E3F8AD987335}"/>
                </a:ext>
              </a:extLst>
            </p:cNvPr>
            <p:cNvSpPr txBox="1"/>
            <p:nvPr/>
          </p:nvSpPr>
          <p:spPr>
            <a:xfrm>
              <a:off x="500369" y="204703"/>
              <a:ext cx="96853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00" dirty="0" err="1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Tianhai</a:t>
              </a:r>
              <a:r>
                <a:rPr lang="en-US" altLang="zh-CN" sz="800" dirty="0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 Metro</a:t>
              </a:r>
              <a:endParaRPr lang="zh-CN" altLang="en-US" sz="800" dirty="0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endParaRPr>
            </a:p>
          </p:txBody>
        </p:sp>
        <p:pic>
          <p:nvPicPr>
            <p:cNvPr id="152" name="图片 151">
              <a:extLst>
                <a:ext uri="{FF2B5EF4-FFF2-40B4-BE49-F238E27FC236}">
                  <a16:creationId xmlns:a16="http://schemas.microsoft.com/office/drawing/2014/main" id="{2DA70942-797F-75CF-50B0-ECE3B2E464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7754" y="54959"/>
              <a:ext cx="313746" cy="313746"/>
            </a:xfrm>
            <a:prstGeom prst="rect">
              <a:avLst/>
            </a:prstGeom>
          </p:spPr>
        </p:pic>
      </p:grpSp>
      <p:sp>
        <p:nvSpPr>
          <p:cNvPr id="167" name="文本框 166">
            <a:extLst>
              <a:ext uri="{FF2B5EF4-FFF2-40B4-BE49-F238E27FC236}">
                <a16:creationId xmlns:a16="http://schemas.microsoft.com/office/drawing/2014/main" id="{E4214FEB-73F9-D857-E430-1CEC0A9D9865}"/>
              </a:ext>
            </a:extLst>
          </p:cNvPr>
          <p:cNvSpPr txBox="1"/>
          <p:nvPr/>
        </p:nvSpPr>
        <p:spPr>
          <a:xfrm>
            <a:off x="7601248" y="16203"/>
            <a:ext cx="1847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75" name="组合 174">
            <a:extLst>
              <a:ext uri="{FF2B5EF4-FFF2-40B4-BE49-F238E27FC236}">
                <a16:creationId xmlns:a16="http://schemas.microsoft.com/office/drawing/2014/main" id="{95AFBAE9-0F38-0D61-6EA7-E2973B03243E}"/>
              </a:ext>
            </a:extLst>
          </p:cNvPr>
          <p:cNvGrpSpPr/>
          <p:nvPr/>
        </p:nvGrpSpPr>
        <p:grpSpPr>
          <a:xfrm>
            <a:off x="8140497" y="13642"/>
            <a:ext cx="821036" cy="400110"/>
            <a:chOff x="1526333" y="4012"/>
            <a:chExt cx="821036" cy="400110"/>
          </a:xfrm>
        </p:grpSpPr>
        <p:sp>
          <p:nvSpPr>
            <p:cNvPr id="176" name="矩形: 圆角 175">
              <a:extLst>
                <a:ext uri="{FF2B5EF4-FFF2-40B4-BE49-F238E27FC236}">
                  <a16:creationId xmlns:a16="http://schemas.microsoft.com/office/drawing/2014/main" id="{40CF2769-B458-BEEF-4AAB-2AD4C76013B3}"/>
                </a:ext>
              </a:extLst>
            </p:cNvPr>
            <p:cNvSpPr/>
            <p:nvPr/>
          </p:nvSpPr>
          <p:spPr>
            <a:xfrm flipH="1">
              <a:off x="1526333" y="54864"/>
              <a:ext cx="753551" cy="329184"/>
            </a:xfrm>
            <a:prstGeom prst="roundRect">
              <a:avLst>
                <a:gd name="adj" fmla="val 1882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7" name="文本框 176">
              <a:extLst>
                <a:ext uri="{FF2B5EF4-FFF2-40B4-BE49-F238E27FC236}">
                  <a16:creationId xmlns:a16="http://schemas.microsoft.com/office/drawing/2014/main" id="{AC6F45CA-1255-5A25-A688-6E380D29558F}"/>
                </a:ext>
              </a:extLst>
            </p:cNvPr>
            <p:cNvSpPr txBox="1"/>
            <p:nvPr/>
          </p:nvSpPr>
          <p:spPr>
            <a:xfrm>
              <a:off x="1792890" y="4012"/>
              <a:ext cx="5544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latin typeface="黑体" panose="02010609060101010101" pitchFamily="49" charset="-122"/>
                  <a:ea typeface="黑体" panose="02010609060101010101" pitchFamily="49" charset="-122"/>
                </a:rPr>
                <a:t>号线</a:t>
              </a:r>
              <a:endPara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r>
                <a:rPr lang="en-US" altLang="zh-CN" sz="800" dirty="0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 Line</a:t>
              </a:r>
              <a:endParaRPr lang="zh-CN" altLang="en-US" sz="800" dirty="0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endParaRPr>
            </a:p>
          </p:txBody>
        </p:sp>
        <p:sp>
          <p:nvSpPr>
            <p:cNvPr id="178" name="矩形: 圆角 177">
              <a:extLst>
                <a:ext uri="{FF2B5EF4-FFF2-40B4-BE49-F238E27FC236}">
                  <a16:creationId xmlns:a16="http://schemas.microsoft.com/office/drawing/2014/main" id="{1541158A-4AD0-985C-8D70-7D25799DD21D}"/>
                </a:ext>
              </a:extLst>
            </p:cNvPr>
            <p:cNvSpPr/>
            <p:nvPr/>
          </p:nvSpPr>
          <p:spPr>
            <a:xfrm flipH="1">
              <a:off x="1557516" y="75456"/>
              <a:ext cx="288000" cy="288000"/>
            </a:xfrm>
            <a:prstGeom prst="roundRect">
              <a:avLst>
                <a:gd name="adj" fmla="val 18827"/>
              </a:avLst>
            </a:prstGeom>
            <a:solidFill>
              <a:srgbClr val="E6001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9" name="文本框 178">
              <a:extLst>
                <a:ext uri="{FF2B5EF4-FFF2-40B4-BE49-F238E27FC236}">
                  <a16:creationId xmlns:a16="http://schemas.microsoft.com/office/drawing/2014/main" id="{DB89F34D-F17E-B558-B27E-B1E8E47667E2}"/>
                </a:ext>
              </a:extLst>
            </p:cNvPr>
            <p:cNvSpPr txBox="1"/>
            <p:nvPr/>
          </p:nvSpPr>
          <p:spPr>
            <a:xfrm>
              <a:off x="1542658" y="34790"/>
              <a:ext cx="317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1</a:t>
              </a:r>
              <a:endParaRPr lang="zh-CN" altLang="en-US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sp>
        <p:nvSpPr>
          <p:cNvPr id="181" name="矩形: 圆角 180">
            <a:extLst>
              <a:ext uri="{FF2B5EF4-FFF2-40B4-BE49-F238E27FC236}">
                <a16:creationId xmlns:a16="http://schemas.microsoft.com/office/drawing/2014/main" id="{D534EADB-D874-18E4-F7AF-CCD55C35D5F4}"/>
              </a:ext>
            </a:extLst>
          </p:cNvPr>
          <p:cNvSpPr/>
          <p:nvPr/>
        </p:nvSpPr>
        <p:spPr>
          <a:xfrm flipH="1">
            <a:off x="7121513" y="62216"/>
            <a:ext cx="959469" cy="329184"/>
          </a:xfrm>
          <a:prstGeom prst="roundRect">
            <a:avLst>
              <a:gd name="adj" fmla="val 188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6" name="文本框 185">
            <a:extLst>
              <a:ext uri="{FF2B5EF4-FFF2-40B4-BE49-F238E27FC236}">
                <a16:creationId xmlns:a16="http://schemas.microsoft.com/office/drawing/2014/main" id="{CF8AF1AF-3E09-6778-D3D6-1DB9B9B87F12}"/>
              </a:ext>
            </a:extLst>
          </p:cNvPr>
          <p:cNvSpPr txBox="1"/>
          <p:nvPr/>
        </p:nvSpPr>
        <p:spPr>
          <a:xfrm>
            <a:off x="7075351" y="24834"/>
            <a:ext cx="10502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dirty="0">
                <a:latin typeface="黑体" panose="02010609060101010101" pitchFamily="49" charset="-122"/>
                <a:ea typeface="黑体" panose="02010609060101010101" pitchFamily="49" charset="-122"/>
              </a:rPr>
              <a:t>终点站</a:t>
            </a:r>
            <a:r>
              <a:rPr lang="en-US" altLang="zh-CN" sz="900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900" dirty="0">
                <a:latin typeface="黑体" panose="02010609060101010101" pitchFamily="49" charset="-122"/>
                <a:ea typeface="黑体" panose="02010609060101010101" pitchFamily="49" charset="-122"/>
              </a:rPr>
              <a:t>天海北站</a:t>
            </a:r>
          </a:p>
        </p:txBody>
      </p:sp>
      <p:pic>
        <p:nvPicPr>
          <p:cNvPr id="189" name="图片 188">
            <a:extLst>
              <a:ext uri="{FF2B5EF4-FFF2-40B4-BE49-F238E27FC236}">
                <a16:creationId xmlns:a16="http://schemas.microsoft.com/office/drawing/2014/main" id="{1E5DD801-A15A-CB0C-2EF6-B7A552EC54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5821" y="196261"/>
            <a:ext cx="789348" cy="228967"/>
          </a:xfrm>
          <a:prstGeom prst="rect">
            <a:avLst/>
          </a:prstGeom>
        </p:spPr>
      </p:pic>
      <p:sp>
        <p:nvSpPr>
          <p:cNvPr id="461" name="文本框 460">
            <a:extLst>
              <a:ext uri="{FF2B5EF4-FFF2-40B4-BE49-F238E27FC236}">
                <a16:creationId xmlns:a16="http://schemas.microsoft.com/office/drawing/2014/main" id="{27190C04-0B2A-F976-AA0A-5E5E18CEDDD9}"/>
              </a:ext>
            </a:extLst>
          </p:cNvPr>
          <p:cNvSpPr txBox="1"/>
          <p:nvPr/>
        </p:nvSpPr>
        <p:spPr>
          <a:xfrm>
            <a:off x="3521089" y="34532"/>
            <a:ext cx="22621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注意脚下 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Mind Your Step.</a:t>
            </a:r>
            <a:endParaRPr lang="zh-CN" altLang="en-US" sz="1200" dirty="0">
              <a:latin typeface="Cascadia Code" panose="020B0609020000020004" pitchFamily="49" charset="0"/>
              <a:ea typeface="黑体" panose="02010609060101010101" pitchFamily="49" charset="-122"/>
              <a:cs typeface="Cascadia Code" panose="020B0609020000020004" pitchFamily="49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5DF3AB6-7C1F-4859-CA0B-934E2C2D12EE}"/>
              </a:ext>
            </a:extLst>
          </p:cNvPr>
          <p:cNvSpPr txBox="1"/>
          <p:nvPr/>
        </p:nvSpPr>
        <p:spPr>
          <a:xfrm>
            <a:off x="7381727" y="1067114"/>
            <a:ext cx="1130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本侧开门</a:t>
            </a:r>
            <a:endParaRPr lang="en-US" altLang="zh-CN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zh-CN" sz="800" dirty="0"/>
              <a:t>This Side Doors Open</a:t>
            </a:r>
          </a:p>
        </p:txBody>
      </p:sp>
      <p:sp>
        <p:nvSpPr>
          <p:cNvPr id="600" name="文本框 599">
            <a:extLst>
              <a:ext uri="{FF2B5EF4-FFF2-40B4-BE49-F238E27FC236}">
                <a16:creationId xmlns:a16="http://schemas.microsoft.com/office/drawing/2014/main" id="{C488982E-DE59-82A2-F63C-561053005D10}"/>
              </a:ext>
            </a:extLst>
          </p:cNvPr>
          <p:cNvSpPr txBox="1"/>
          <p:nvPr/>
        </p:nvSpPr>
        <p:spPr>
          <a:xfrm>
            <a:off x="3114397" y="902281"/>
            <a:ext cx="2847254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灯闪铃响请勿上下车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zh-CN" sz="800" dirty="0">
                <a:latin typeface="+mn-ea"/>
              </a:rPr>
              <a:t>Flashing Lights and Alarm Sounding: Do Not Board or Alight</a:t>
            </a:r>
            <a:endParaRPr lang="en-US" altLang="zh-CN" sz="800" dirty="0">
              <a:latin typeface="+mn-ea"/>
            </a:endParaRPr>
          </a:p>
          <a:p>
            <a:pPr algn="ctr"/>
            <a:endParaRPr lang="zh-CN" altLang="en-US" sz="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17304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81 4.4763E-6 L -1.53466E-6 4.4763E-6 " pathEditMode="relative" rAng="0" ptsTypes="AA">
                                      <p:cBhvr>
                                        <p:cTn id="6" dur="1000" spd="-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2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7862E-6 4.4763E-6 L 0.01782 4.4763E-6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2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9414E-6 8.37927E-7 L 0.78003 -0.01323 " pathEditMode="relative" rAng="0" ptsTypes="AA">
                                      <p:cBhvr>
                                        <p:cTn id="10" dur="1500" fill="hold"/>
                                        <p:tgtEl>
                                          <p:spTgt spid="6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002" y="-6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" presetID="10" presetClass="entr" presetSubtype="0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19" grpId="0" animBg="1"/>
      <p:bldP spid="18" grpId="0" animBg="1"/>
      <p:bldP spid="2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5599C-965D-11C0-63A3-4E392B260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BC6C9749-68FC-0A18-85C7-2F662D7933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550" y="1071848"/>
            <a:ext cx="463118" cy="270278"/>
          </a:xfrm>
          <a:prstGeom prst="rect">
            <a:avLst/>
          </a:prstGeom>
        </p:spPr>
      </p:pic>
      <p:sp>
        <p:nvSpPr>
          <p:cNvPr id="377" name="文本框 376">
            <a:extLst>
              <a:ext uri="{FF2B5EF4-FFF2-40B4-BE49-F238E27FC236}">
                <a16:creationId xmlns:a16="http://schemas.microsoft.com/office/drawing/2014/main" id="{3C22297F-43C3-1840-111D-48E5F43ABEEE}"/>
              </a:ext>
            </a:extLst>
          </p:cNvPr>
          <p:cNvSpPr txBox="1"/>
          <p:nvPr/>
        </p:nvSpPr>
        <p:spPr>
          <a:xfrm>
            <a:off x="1167610" y="483926"/>
            <a:ext cx="8883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人民广场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People’s Square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434" name="任意多边形: 形状 433">
            <a:extLst>
              <a:ext uri="{FF2B5EF4-FFF2-40B4-BE49-F238E27FC236}">
                <a16:creationId xmlns:a16="http://schemas.microsoft.com/office/drawing/2014/main" id="{F7487E56-4509-149F-3CC0-3F790D27AC54}"/>
              </a:ext>
            </a:extLst>
          </p:cNvPr>
          <p:cNvSpPr/>
          <p:nvPr/>
        </p:nvSpPr>
        <p:spPr>
          <a:xfrm rot="5400000">
            <a:off x="8375845" y="972712"/>
            <a:ext cx="146670" cy="54534"/>
          </a:xfrm>
          <a:custGeom>
            <a:avLst/>
            <a:gdLst>
              <a:gd name="csX0" fmla="*/ 0 w 146670"/>
              <a:gd name="csY0" fmla="*/ 54534 h 54534"/>
              <a:gd name="csX1" fmla="*/ 0 w 146670"/>
              <a:gd name="csY1" fmla="*/ 0 h 54534"/>
              <a:gd name="csX2" fmla="*/ 146670 w 146670"/>
              <a:gd name="csY2" fmla="*/ 0 h 54534"/>
              <a:gd name="csX3" fmla="*/ 101130 w 146670"/>
              <a:gd name="csY3" fmla="*/ 54534 h 545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46670" h="54534">
                <a:moveTo>
                  <a:pt x="0" y="54534"/>
                </a:moveTo>
                <a:lnTo>
                  <a:pt x="0" y="0"/>
                </a:lnTo>
                <a:lnTo>
                  <a:pt x="146670" y="0"/>
                </a:lnTo>
                <a:lnTo>
                  <a:pt x="101130" y="54534"/>
                </a:lnTo>
                <a:close/>
              </a:path>
            </a:pathLst>
          </a:custGeom>
          <a:solidFill>
            <a:srgbClr val="52AB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436" name="任意多边形: 形状 435">
            <a:extLst>
              <a:ext uri="{FF2B5EF4-FFF2-40B4-BE49-F238E27FC236}">
                <a16:creationId xmlns:a16="http://schemas.microsoft.com/office/drawing/2014/main" id="{2E31BF95-7087-E8DE-FFD7-2A3A5B0ED94B}"/>
              </a:ext>
            </a:extLst>
          </p:cNvPr>
          <p:cNvSpPr/>
          <p:nvPr/>
        </p:nvSpPr>
        <p:spPr>
          <a:xfrm rot="16200000" flipH="1">
            <a:off x="8430379" y="972712"/>
            <a:ext cx="146670" cy="54534"/>
          </a:xfrm>
          <a:custGeom>
            <a:avLst/>
            <a:gdLst>
              <a:gd name="csX0" fmla="*/ 0 w 146670"/>
              <a:gd name="csY0" fmla="*/ 54534 h 54534"/>
              <a:gd name="csX1" fmla="*/ 0 w 146670"/>
              <a:gd name="csY1" fmla="*/ 0 h 54534"/>
              <a:gd name="csX2" fmla="*/ 146670 w 146670"/>
              <a:gd name="csY2" fmla="*/ 0 h 54534"/>
              <a:gd name="csX3" fmla="*/ 101130 w 146670"/>
              <a:gd name="csY3" fmla="*/ 54534 h 545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46670" h="54534">
                <a:moveTo>
                  <a:pt x="0" y="54534"/>
                </a:moveTo>
                <a:lnTo>
                  <a:pt x="0" y="0"/>
                </a:lnTo>
                <a:lnTo>
                  <a:pt x="146670" y="0"/>
                </a:lnTo>
                <a:lnTo>
                  <a:pt x="101130" y="54534"/>
                </a:lnTo>
                <a:close/>
              </a:path>
            </a:pathLst>
          </a:custGeom>
          <a:solidFill>
            <a:srgbClr val="FFC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419" name="箭头: 五边形 418">
            <a:extLst>
              <a:ext uri="{FF2B5EF4-FFF2-40B4-BE49-F238E27FC236}">
                <a16:creationId xmlns:a16="http://schemas.microsoft.com/office/drawing/2014/main" id="{0DEEE89D-A8C0-38D6-8A7F-8BF6BF3C8E65}"/>
              </a:ext>
            </a:extLst>
          </p:cNvPr>
          <p:cNvSpPr/>
          <p:nvPr/>
        </p:nvSpPr>
        <p:spPr>
          <a:xfrm rot="5400000">
            <a:off x="389462" y="939404"/>
            <a:ext cx="149365" cy="115523"/>
          </a:xfrm>
          <a:prstGeom prst="homePlate">
            <a:avLst>
              <a:gd name="adj" fmla="val 41754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4" name="矩形 343">
            <a:extLst>
              <a:ext uri="{FF2B5EF4-FFF2-40B4-BE49-F238E27FC236}">
                <a16:creationId xmlns:a16="http://schemas.microsoft.com/office/drawing/2014/main" id="{7D8CC85E-33FE-401F-E62C-BF99F92D897F}"/>
              </a:ext>
            </a:extLst>
          </p:cNvPr>
          <p:cNvSpPr/>
          <p:nvPr/>
        </p:nvSpPr>
        <p:spPr>
          <a:xfrm>
            <a:off x="446284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5" name="文本框 374">
            <a:extLst>
              <a:ext uri="{FF2B5EF4-FFF2-40B4-BE49-F238E27FC236}">
                <a16:creationId xmlns:a16="http://schemas.microsoft.com/office/drawing/2014/main" id="{50C4C874-B295-E860-5193-37A46BFA6A5A}"/>
              </a:ext>
            </a:extLst>
          </p:cNvPr>
          <p:cNvSpPr txBox="1"/>
          <p:nvPr/>
        </p:nvSpPr>
        <p:spPr>
          <a:xfrm>
            <a:off x="691110" y="1018885"/>
            <a:ext cx="7072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镇海路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Zhenhai</a:t>
            </a:r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 Rd.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190" name="椭圆 189">
            <a:extLst>
              <a:ext uri="{FF2B5EF4-FFF2-40B4-BE49-F238E27FC236}">
                <a16:creationId xmlns:a16="http://schemas.microsoft.com/office/drawing/2014/main" id="{BAB332B7-2D5B-CBAA-4CB5-C3B0A74DFB61}"/>
              </a:ext>
            </a:extLst>
          </p:cNvPr>
          <p:cNvSpPr/>
          <p:nvPr/>
        </p:nvSpPr>
        <p:spPr>
          <a:xfrm>
            <a:off x="396607" y="874625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46" name="矩形 345">
            <a:extLst>
              <a:ext uri="{FF2B5EF4-FFF2-40B4-BE49-F238E27FC236}">
                <a16:creationId xmlns:a16="http://schemas.microsoft.com/office/drawing/2014/main" id="{9883B57D-0C42-15EF-544C-68FD45D97264}"/>
              </a:ext>
            </a:extLst>
          </p:cNvPr>
          <p:cNvSpPr/>
          <p:nvPr/>
        </p:nvSpPr>
        <p:spPr>
          <a:xfrm>
            <a:off x="1042208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8" name="矩形 347">
            <a:extLst>
              <a:ext uri="{FF2B5EF4-FFF2-40B4-BE49-F238E27FC236}">
                <a16:creationId xmlns:a16="http://schemas.microsoft.com/office/drawing/2014/main" id="{73A18731-F9E9-9736-6068-FCF22CE89080}"/>
              </a:ext>
            </a:extLst>
          </p:cNvPr>
          <p:cNvSpPr/>
          <p:nvPr/>
        </p:nvSpPr>
        <p:spPr>
          <a:xfrm>
            <a:off x="1611803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0" name="矩形 349">
            <a:extLst>
              <a:ext uri="{FF2B5EF4-FFF2-40B4-BE49-F238E27FC236}">
                <a16:creationId xmlns:a16="http://schemas.microsoft.com/office/drawing/2014/main" id="{1B49E678-7F02-6594-89D2-378787693FF1}"/>
              </a:ext>
            </a:extLst>
          </p:cNvPr>
          <p:cNvSpPr/>
          <p:nvPr/>
        </p:nvSpPr>
        <p:spPr>
          <a:xfrm>
            <a:off x="2204776" y="900114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2" name="矩形 351">
            <a:extLst>
              <a:ext uri="{FF2B5EF4-FFF2-40B4-BE49-F238E27FC236}">
                <a16:creationId xmlns:a16="http://schemas.microsoft.com/office/drawing/2014/main" id="{ED088F9D-6F96-E9B8-9A54-C51648390AEB}"/>
              </a:ext>
            </a:extLst>
          </p:cNvPr>
          <p:cNvSpPr/>
          <p:nvPr/>
        </p:nvSpPr>
        <p:spPr>
          <a:xfrm>
            <a:off x="2783501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4" name="矩形 353">
            <a:extLst>
              <a:ext uri="{FF2B5EF4-FFF2-40B4-BE49-F238E27FC236}">
                <a16:creationId xmlns:a16="http://schemas.microsoft.com/office/drawing/2014/main" id="{9205E951-E8EC-96D0-70BD-A336705594D5}"/>
              </a:ext>
            </a:extLst>
          </p:cNvPr>
          <p:cNvSpPr/>
          <p:nvPr/>
        </p:nvSpPr>
        <p:spPr>
          <a:xfrm>
            <a:off x="3320018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6" name="矩形 355">
            <a:extLst>
              <a:ext uri="{FF2B5EF4-FFF2-40B4-BE49-F238E27FC236}">
                <a16:creationId xmlns:a16="http://schemas.microsoft.com/office/drawing/2014/main" id="{E8992D56-9462-7998-E5B1-905ECCC8648C}"/>
              </a:ext>
            </a:extLst>
          </p:cNvPr>
          <p:cNvSpPr/>
          <p:nvPr/>
        </p:nvSpPr>
        <p:spPr>
          <a:xfrm>
            <a:off x="3893516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8" name="矩形 357">
            <a:extLst>
              <a:ext uri="{FF2B5EF4-FFF2-40B4-BE49-F238E27FC236}">
                <a16:creationId xmlns:a16="http://schemas.microsoft.com/office/drawing/2014/main" id="{E7DCE71C-0F37-3458-D0A4-DCD89420DFEB}"/>
              </a:ext>
            </a:extLst>
          </p:cNvPr>
          <p:cNvSpPr/>
          <p:nvPr/>
        </p:nvSpPr>
        <p:spPr>
          <a:xfrm>
            <a:off x="4463780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0" name="矩形 359">
            <a:extLst>
              <a:ext uri="{FF2B5EF4-FFF2-40B4-BE49-F238E27FC236}">
                <a16:creationId xmlns:a16="http://schemas.microsoft.com/office/drawing/2014/main" id="{4AC085C8-8973-092C-6B3F-DF5034C101F4}"/>
              </a:ext>
            </a:extLst>
          </p:cNvPr>
          <p:cNvSpPr/>
          <p:nvPr/>
        </p:nvSpPr>
        <p:spPr>
          <a:xfrm>
            <a:off x="5034042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2" name="矩形 361">
            <a:extLst>
              <a:ext uri="{FF2B5EF4-FFF2-40B4-BE49-F238E27FC236}">
                <a16:creationId xmlns:a16="http://schemas.microsoft.com/office/drawing/2014/main" id="{F42559B9-C367-3E8B-8C00-4854F4C42882}"/>
              </a:ext>
            </a:extLst>
          </p:cNvPr>
          <p:cNvSpPr/>
          <p:nvPr/>
        </p:nvSpPr>
        <p:spPr>
          <a:xfrm>
            <a:off x="5603637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4" name="矩形 363">
            <a:extLst>
              <a:ext uri="{FF2B5EF4-FFF2-40B4-BE49-F238E27FC236}">
                <a16:creationId xmlns:a16="http://schemas.microsoft.com/office/drawing/2014/main" id="{F2818BF4-3BB2-E237-23FC-774401D72B30}"/>
              </a:ext>
            </a:extLst>
          </p:cNvPr>
          <p:cNvSpPr/>
          <p:nvPr/>
        </p:nvSpPr>
        <p:spPr>
          <a:xfrm>
            <a:off x="6174566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8" name="矩形 367">
            <a:extLst>
              <a:ext uri="{FF2B5EF4-FFF2-40B4-BE49-F238E27FC236}">
                <a16:creationId xmlns:a16="http://schemas.microsoft.com/office/drawing/2014/main" id="{91AB92F1-5967-F5DE-176F-9E95BC43780D}"/>
              </a:ext>
            </a:extLst>
          </p:cNvPr>
          <p:cNvSpPr/>
          <p:nvPr/>
        </p:nvSpPr>
        <p:spPr>
          <a:xfrm>
            <a:off x="6744161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0" name="矩形 369">
            <a:extLst>
              <a:ext uri="{FF2B5EF4-FFF2-40B4-BE49-F238E27FC236}">
                <a16:creationId xmlns:a16="http://schemas.microsoft.com/office/drawing/2014/main" id="{23DBED17-596A-5103-1CEE-4992B499DD1E}"/>
              </a:ext>
            </a:extLst>
          </p:cNvPr>
          <p:cNvSpPr/>
          <p:nvPr/>
        </p:nvSpPr>
        <p:spPr>
          <a:xfrm>
            <a:off x="7313756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2" name="矩形 371">
            <a:extLst>
              <a:ext uri="{FF2B5EF4-FFF2-40B4-BE49-F238E27FC236}">
                <a16:creationId xmlns:a16="http://schemas.microsoft.com/office/drawing/2014/main" id="{783F3017-1172-D871-6CDB-D1F0B2CDFD9C}"/>
              </a:ext>
            </a:extLst>
          </p:cNvPr>
          <p:cNvSpPr/>
          <p:nvPr/>
        </p:nvSpPr>
        <p:spPr>
          <a:xfrm>
            <a:off x="7880639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3335D51-7CD0-B4CE-04BB-E0CBFD187AD0}"/>
              </a:ext>
            </a:extLst>
          </p:cNvPr>
          <p:cNvSpPr/>
          <p:nvPr/>
        </p:nvSpPr>
        <p:spPr>
          <a:xfrm>
            <a:off x="0" y="0"/>
            <a:ext cx="8999538" cy="438912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C0198583-4582-BEE7-FBF3-05E09C2D4997}"/>
              </a:ext>
            </a:extLst>
          </p:cNvPr>
          <p:cNvSpPr/>
          <p:nvPr/>
        </p:nvSpPr>
        <p:spPr>
          <a:xfrm>
            <a:off x="2408841" y="54864"/>
            <a:ext cx="4181856" cy="329184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53" name="组合 152">
            <a:extLst>
              <a:ext uri="{FF2B5EF4-FFF2-40B4-BE49-F238E27FC236}">
                <a16:creationId xmlns:a16="http://schemas.microsoft.com/office/drawing/2014/main" id="{5E67EF27-5BB7-3CD2-3F2C-88F32219793D}"/>
              </a:ext>
            </a:extLst>
          </p:cNvPr>
          <p:cNvGrpSpPr/>
          <p:nvPr/>
        </p:nvGrpSpPr>
        <p:grpSpPr>
          <a:xfrm>
            <a:off x="390597" y="4959"/>
            <a:ext cx="1280134" cy="431250"/>
            <a:chOff x="188770" y="-11103"/>
            <a:chExt cx="1280134" cy="431250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238EFA54-35A7-4DB2-C3EE-9DE81BB2D34D}"/>
                </a:ext>
              </a:extLst>
            </p:cNvPr>
            <p:cNvSpPr/>
            <p:nvPr/>
          </p:nvSpPr>
          <p:spPr>
            <a:xfrm>
              <a:off x="188770" y="47240"/>
              <a:ext cx="1221882" cy="329184"/>
            </a:xfrm>
            <a:prstGeom prst="roundRect">
              <a:avLst>
                <a:gd name="adj" fmla="val 1882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8" name="文本框 147">
              <a:extLst>
                <a:ext uri="{FF2B5EF4-FFF2-40B4-BE49-F238E27FC236}">
                  <a16:creationId xmlns:a16="http://schemas.microsoft.com/office/drawing/2014/main" id="{470DF6DB-EF0C-F344-9AAB-713490285ED7}"/>
                </a:ext>
              </a:extLst>
            </p:cNvPr>
            <p:cNvSpPr txBox="1"/>
            <p:nvPr/>
          </p:nvSpPr>
          <p:spPr>
            <a:xfrm>
              <a:off x="496280" y="-11103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黑体" panose="02010609060101010101" pitchFamily="49" charset="-122"/>
                  <a:ea typeface="黑体" panose="02010609060101010101" pitchFamily="49" charset="-122"/>
                </a:rPr>
                <a:t>天海地铁</a:t>
              </a:r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7E9EA1D1-E4A9-7076-38BD-3564377747AB}"/>
                </a:ext>
              </a:extLst>
            </p:cNvPr>
            <p:cNvSpPr txBox="1"/>
            <p:nvPr/>
          </p:nvSpPr>
          <p:spPr>
            <a:xfrm>
              <a:off x="500369" y="204703"/>
              <a:ext cx="96853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00" dirty="0" err="1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Tianhai</a:t>
              </a:r>
              <a:r>
                <a:rPr lang="en-US" altLang="zh-CN" sz="800" dirty="0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 Metro</a:t>
              </a:r>
              <a:endParaRPr lang="zh-CN" altLang="en-US" sz="800" dirty="0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endParaRPr>
            </a:p>
          </p:txBody>
        </p:sp>
        <p:pic>
          <p:nvPicPr>
            <p:cNvPr id="152" name="图片 151">
              <a:extLst>
                <a:ext uri="{FF2B5EF4-FFF2-40B4-BE49-F238E27FC236}">
                  <a16:creationId xmlns:a16="http://schemas.microsoft.com/office/drawing/2014/main" id="{984933CC-6E21-F652-C27C-29FA1B96EF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7754" y="54959"/>
              <a:ext cx="313746" cy="313746"/>
            </a:xfrm>
            <a:prstGeom prst="rect">
              <a:avLst/>
            </a:prstGeom>
          </p:spPr>
        </p:pic>
      </p:grpSp>
      <p:sp>
        <p:nvSpPr>
          <p:cNvPr id="167" name="文本框 166">
            <a:extLst>
              <a:ext uri="{FF2B5EF4-FFF2-40B4-BE49-F238E27FC236}">
                <a16:creationId xmlns:a16="http://schemas.microsoft.com/office/drawing/2014/main" id="{72A8F0C2-2FFE-944D-B06E-6318DE923172}"/>
              </a:ext>
            </a:extLst>
          </p:cNvPr>
          <p:cNvSpPr txBox="1"/>
          <p:nvPr/>
        </p:nvSpPr>
        <p:spPr>
          <a:xfrm>
            <a:off x="7601248" y="16203"/>
            <a:ext cx="1847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75" name="组合 174">
            <a:extLst>
              <a:ext uri="{FF2B5EF4-FFF2-40B4-BE49-F238E27FC236}">
                <a16:creationId xmlns:a16="http://schemas.microsoft.com/office/drawing/2014/main" id="{8BF7475B-4976-D87F-9D13-4D39E3B0586E}"/>
              </a:ext>
            </a:extLst>
          </p:cNvPr>
          <p:cNvGrpSpPr/>
          <p:nvPr/>
        </p:nvGrpSpPr>
        <p:grpSpPr>
          <a:xfrm>
            <a:off x="8140497" y="13642"/>
            <a:ext cx="821036" cy="400110"/>
            <a:chOff x="1526333" y="4012"/>
            <a:chExt cx="821036" cy="400110"/>
          </a:xfrm>
        </p:grpSpPr>
        <p:sp>
          <p:nvSpPr>
            <p:cNvPr id="176" name="矩形: 圆角 175">
              <a:extLst>
                <a:ext uri="{FF2B5EF4-FFF2-40B4-BE49-F238E27FC236}">
                  <a16:creationId xmlns:a16="http://schemas.microsoft.com/office/drawing/2014/main" id="{D25B1083-0EFF-95E9-D880-93C62B72C998}"/>
                </a:ext>
              </a:extLst>
            </p:cNvPr>
            <p:cNvSpPr/>
            <p:nvPr/>
          </p:nvSpPr>
          <p:spPr>
            <a:xfrm flipH="1">
              <a:off x="1526333" y="54864"/>
              <a:ext cx="753551" cy="329184"/>
            </a:xfrm>
            <a:prstGeom prst="roundRect">
              <a:avLst>
                <a:gd name="adj" fmla="val 1882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7" name="文本框 176">
              <a:extLst>
                <a:ext uri="{FF2B5EF4-FFF2-40B4-BE49-F238E27FC236}">
                  <a16:creationId xmlns:a16="http://schemas.microsoft.com/office/drawing/2014/main" id="{933FCDB6-B796-25A2-16BB-0377B9C78891}"/>
                </a:ext>
              </a:extLst>
            </p:cNvPr>
            <p:cNvSpPr txBox="1"/>
            <p:nvPr/>
          </p:nvSpPr>
          <p:spPr>
            <a:xfrm>
              <a:off x="1792890" y="4012"/>
              <a:ext cx="5544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latin typeface="黑体" panose="02010609060101010101" pitchFamily="49" charset="-122"/>
                  <a:ea typeface="黑体" panose="02010609060101010101" pitchFamily="49" charset="-122"/>
                </a:rPr>
                <a:t>号线</a:t>
              </a:r>
              <a:endPara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r>
                <a:rPr lang="en-US" altLang="zh-CN" sz="800" dirty="0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 Line</a:t>
              </a:r>
              <a:endParaRPr lang="zh-CN" altLang="en-US" sz="800" dirty="0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endParaRPr>
            </a:p>
          </p:txBody>
        </p:sp>
        <p:sp>
          <p:nvSpPr>
            <p:cNvPr id="178" name="矩形: 圆角 177">
              <a:extLst>
                <a:ext uri="{FF2B5EF4-FFF2-40B4-BE49-F238E27FC236}">
                  <a16:creationId xmlns:a16="http://schemas.microsoft.com/office/drawing/2014/main" id="{CD2893CF-3BBA-B94A-253A-382B237A4CFE}"/>
                </a:ext>
              </a:extLst>
            </p:cNvPr>
            <p:cNvSpPr/>
            <p:nvPr/>
          </p:nvSpPr>
          <p:spPr>
            <a:xfrm flipH="1">
              <a:off x="1557516" y="75456"/>
              <a:ext cx="288000" cy="288000"/>
            </a:xfrm>
            <a:prstGeom prst="roundRect">
              <a:avLst>
                <a:gd name="adj" fmla="val 18827"/>
              </a:avLst>
            </a:prstGeom>
            <a:solidFill>
              <a:srgbClr val="E6001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9" name="文本框 178">
              <a:extLst>
                <a:ext uri="{FF2B5EF4-FFF2-40B4-BE49-F238E27FC236}">
                  <a16:creationId xmlns:a16="http://schemas.microsoft.com/office/drawing/2014/main" id="{69DF7B44-C6D9-4A09-3FFC-42F90F85B654}"/>
                </a:ext>
              </a:extLst>
            </p:cNvPr>
            <p:cNvSpPr txBox="1"/>
            <p:nvPr/>
          </p:nvSpPr>
          <p:spPr>
            <a:xfrm>
              <a:off x="1542658" y="34790"/>
              <a:ext cx="317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1</a:t>
              </a:r>
              <a:endParaRPr lang="zh-CN" altLang="en-US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sp>
        <p:nvSpPr>
          <p:cNvPr id="181" name="矩形: 圆角 180">
            <a:extLst>
              <a:ext uri="{FF2B5EF4-FFF2-40B4-BE49-F238E27FC236}">
                <a16:creationId xmlns:a16="http://schemas.microsoft.com/office/drawing/2014/main" id="{F25862C0-AA84-09CA-D1AF-BB9782F3C1CE}"/>
              </a:ext>
            </a:extLst>
          </p:cNvPr>
          <p:cNvSpPr/>
          <p:nvPr/>
        </p:nvSpPr>
        <p:spPr>
          <a:xfrm flipH="1">
            <a:off x="7121513" y="62216"/>
            <a:ext cx="959469" cy="329184"/>
          </a:xfrm>
          <a:prstGeom prst="roundRect">
            <a:avLst>
              <a:gd name="adj" fmla="val 188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6" name="文本框 185">
            <a:extLst>
              <a:ext uri="{FF2B5EF4-FFF2-40B4-BE49-F238E27FC236}">
                <a16:creationId xmlns:a16="http://schemas.microsoft.com/office/drawing/2014/main" id="{07834499-D2B4-C93F-EF75-3F62C8812FFC}"/>
              </a:ext>
            </a:extLst>
          </p:cNvPr>
          <p:cNvSpPr txBox="1"/>
          <p:nvPr/>
        </p:nvSpPr>
        <p:spPr>
          <a:xfrm>
            <a:off x="7075351" y="24834"/>
            <a:ext cx="10502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dirty="0">
                <a:latin typeface="黑体" panose="02010609060101010101" pitchFamily="49" charset="-122"/>
                <a:ea typeface="黑体" panose="02010609060101010101" pitchFamily="49" charset="-122"/>
              </a:rPr>
              <a:t>终点站</a:t>
            </a:r>
            <a:r>
              <a:rPr lang="en-US" altLang="zh-CN" sz="900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900" dirty="0">
                <a:latin typeface="黑体" panose="02010609060101010101" pitchFamily="49" charset="-122"/>
                <a:ea typeface="黑体" panose="02010609060101010101" pitchFamily="49" charset="-122"/>
              </a:rPr>
              <a:t>天海北站</a:t>
            </a:r>
          </a:p>
        </p:txBody>
      </p:sp>
      <p:pic>
        <p:nvPicPr>
          <p:cNvPr id="189" name="图片 188">
            <a:extLst>
              <a:ext uri="{FF2B5EF4-FFF2-40B4-BE49-F238E27FC236}">
                <a16:creationId xmlns:a16="http://schemas.microsoft.com/office/drawing/2014/main" id="{E7C30369-3D6E-D5AB-32F2-437B508212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5821" y="196261"/>
            <a:ext cx="789348" cy="228967"/>
          </a:xfrm>
          <a:prstGeom prst="rect">
            <a:avLst/>
          </a:prstGeom>
        </p:spPr>
      </p:pic>
      <p:sp>
        <p:nvSpPr>
          <p:cNvPr id="316" name="椭圆 315">
            <a:extLst>
              <a:ext uri="{FF2B5EF4-FFF2-40B4-BE49-F238E27FC236}">
                <a16:creationId xmlns:a16="http://schemas.microsoft.com/office/drawing/2014/main" id="{F92672E4-1D35-82EB-86BB-D01D0566BE19}"/>
              </a:ext>
            </a:extLst>
          </p:cNvPr>
          <p:cNvSpPr/>
          <p:nvPr/>
        </p:nvSpPr>
        <p:spPr>
          <a:xfrm>
            <a:off x="979216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18" name="椭圆 317">
            <a:extLst>
              <a:ext uri="{FF2B5EF4-FFF2-40B4-BE49-F238E27FC236}">
                <a16:creationId xmlns:a16="http://schemas.microsoft.com/office/drawing/2014/main" id="{BFDA9B82-48B8-EB95-2F2E-C0775F4293E0}"/>
              </a:ext>
            </a:extLst>
          </p:cNvPr>
          <p:cNvSpPr/>
          <p:nvPr/>
        </p:nvSpPr>
        <p:spPr>
          <a:xfrm>
            <a:off x="1549478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0" name="椭圆 319">
            <a:extLst>
              <a:ext uri="{FF2B5EF4-FFF2-40B4-BE49-F238E27FC236}">
                <a16:creationId xmlns:a16="http://schemas.microsoft.com/office/drawing/2014/main" id="{0920825F-FB90-EF6A-B54A-891BC2522867}"/>
              </a:ext>
            </a:extLst>
          </p:cNvPr>
          <p:cNvSpPr/>
          <p:nvPr/>
        </p:nvSpPr>
        <p:spPr>
          <a:xfrm>
            <a:off x="2119740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2" name="椭圆 321">
            <a:extLst>
              <a:ext uri="{FF2B5EF4-FFF2-40B4-BE49-F238E27FC236}">
                <a16:creationId xmlns:a16="http://schemas.microsoft.com/office/drawing/2014/main" id="{ADD2ACDD-EE36-3AB1-A4C8-D97C8EA9E6E5}"/>
              </a:ext>
            </a:extLst>
          </p:cNvPr>
          <p:cNvSpPr/>
          <p:nvPr/>
        </p:nvSpPr>
        <p:spPr>
          <a:xfrm>
            <a:off x="2690002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4" name="椭圆 323">
            <a:extLst>
              <a:ext uri="{FF2B5EF4-FFF2-40B4-BE49-F238E27FC236}">
                <a16:creationId xmlns:a16="http://schemas.microsoft.com/office/drawing/2014/main" id="{BF1D7708-DC68-85D3-E7D1-C36F0FB52F06}"/>
              </a:ext>
            </a:extLst>
          </p:cNvPr>
          <p:cNvSpPr/>
          <p:nvPr/>
        </p:nvSpPr>
        <p:spPr>
          <a:xfrm>
            <a:off x="3260264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6" name="椭圆 325">
            <a:extLst>
              <a:ext uri="{FF2B5EF4-FFF2-40B4-BE49-F238E27FC236}">
                <a16:creationId xmlns:a16="http://schemas.microsoft.com/office/drawing/2014/main" id="{385E98B3-39A8-272D-CC8E-BE8529D0573B}"/>
              </a:ext>
            </a:extLst>
          </p:cNvPr>
          <p:cNvSpPr/>
          <p:nvPr/>
        </p:nvSpPr>
        <p:spPr>
          <a:xfrm>
            <a:off x="3830526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" name="椭圆 327">
            <a:extLst>
              <a:ext uri="{FF2B5EF4-FFF2-40B4-BE49-F238E27FC236}">
                <a16:creationId xmlns:a16="http://schemas.microsoft.com/office/drawing/2014/main" id="{1BFEA4B5-6DBE-88C9-E7D3-572355321346}"/>
              </a:ext>
            </a:extLst>
          </p:cNvPr>
          <p:cNvSpPr/>
          <p:nvPr/>
        </p:nvSpPr>
        <p:spPr>
          <a:xfrm>
            <a:off x="4400788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0" name="椭圆 329">
            <a:extLst>
              <a:ext uri="{FF2B5EF4-FFF2-40B4-BE49-F238E27FC236}">
                <a16:creationId xmlns:a16="http://schemas.microsoft.com/office/drawing/2014/main" id="{4DA58F6D-A495-FEC9-C17B-1D598AC1EDB3}"/>
              </a:ext>
            </a:extLst>
          </p:cNvPr>
          <p:cNvSpPr/>
          <p:nvPr/>
        </p:nvSpPr>
        <p:spPr>
          <a:xfrm>
            <a:off x="4971050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2" name="椭圆 331">
            <a:extLst>
              <a:ext uri="{FF2B5EF4-FFF2-40B4-BE49-F238E27FC236}">
                <a16:creationId xmlns:a16="http://schemas.microsoft.com/office/drawing/2014/main" id="{659FB179-38DB-BD01-E822-A189EF3151B4}"/>
              </a:ext>
            </a:extLst>
          </p:cNvPr>
          <p:cNvSpPr/>
          <p:nvPr/>
        </p:nvSpPr>
        <p:spPr>
          <a:xfrm>
            <a:off x="5541312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4" name="椭圆 333">
            <a:extLst>
              <a:ext uri="{FF2B5EF4-FFF2-40B4-BE49-F238E27FC236}">
                <a16:creationId xmlns:a16="http://schemas.microsoft.com/office/drawing/2014/main" id="{B1617D9B-3B60-84AA-6ACC-6783E70A0FFE}"/>
              </a:ext>
            </a:extLst>
          </p:cNvPr>
          <p:cNvSpPr/>
          <p:nvPr/>
        </p:nvSpPr>
        <p:spPr>
          <a:xfrm>
            <a:off x="6111574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6" name="椭圆 335">
            <a:extLst>
              <a:ext uri="{FF2B5EF4-FFF2-40B4-BE49-F238E27FC236}">
                <a16:creationId xmlns:a16="http://schemas.microsoft.com/office/drawing/2014/main" id="{0DF77C6D-8635-8E94-68C5-9566C6F1BCA9}"/>
              </a:ext>
            </a:extLst>
          </p:cNvPr>
          <p:cNvSpPr/>
          <p:nvPr/>
        </p:nvSpPr>
        <p:spPr>
          <a:xfrm>
            <a:off x="6681836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8" name="椭圆 337">
            <a:extLst>
              <a:ext uri="{FF2B5EF4-FFF2-40B4-BE49-F238E27FC236}">
                <a16:creationId xmlns:a16="http://schemas.microsoft.com/office/drawing/2014/main" id="{4CE394DB-AFDF-06E7-2FC3-C44AE5316D78}"/>
              </a:ext>
            </a:extLst>
          </p:cNvPr>
          <p:cNvSpPr/>
          <p:nvPr/>
        </p:nvSpPr>
        <p:spPr>
          <a:xfrm>
            <a:off x="7252098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0" name="椭圆 339">
            <a:extLst>
              <a:ext uri="{FF2B5EF4-FFF2-40B4-BE49-F238E27FC236}">
                <a16:creationId xmlns:a16="http://schemas.microsoft.com/office/drawing/2014/main" id="{AB5D0A95-4D73-678C-1242-3545C190FC24}"/>
              </a:ext>
            </a:extLst>
          </p:cNvPr>
          <p:cNvSpPr/>
          <p:nvPr/>
        </p:nvSpPr>
        <p:spPr>
          <a:xfrm>
            <a:off x="7818314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2" name="椭圆 341">
            <a:extLst>
              <a:ext uri="{FF2B5EF4-FFF2-40B4-BE49-F238E27FC236}">
                <a16:creationId xmlns:a16="http://schemas.microsoft.com/office/drawing/2014/main" id="{37E05DD4-B54A-2CDD-F6A1-B2B0837AEF67}"/>
              </a:ext>
            </a:extLst>
          </p:cNvPr>
          <p:cNvSpPr/>
          <p:nvPr/>
        </p:nvSpPr>
        <p:spPr>
          <a:xfrm>
            <a:off x="8414500" y="874625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9" name="文本框 378">
            <a:extLst>
              <a:ext uri="{FF2B5EF4-FFF2-40B4-BE49-F238E27FC236}">
                <a16:creationId xmlns:a16="http://schemas.microsoft.com/office/drawing/2014/main" id="{7CBE067B-28E7-E3EE-C6C3-4E4C3B8FD25F}"/>
              </a:ext>
            </a:extLst>
          </p:cNvPr>
          <p:cNvSpPr txBox="1"/>
          <p:nvPr/>
        </p:nvSpPr>
        <p:spPr>
          <a:xfrm>
            <a:off x="2500995" y="483926"/>
            <a:ext cx="4988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金山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Jinshan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81" name="文本框 380">
            <a:extLst>
              <a:ext uri="{FF2B5EF4-FFF2-40B4-BE49-F238E27FC236}">
                <a16:creationId xmlns:a16="http://schemas.microsoft.com/office/drawing/2014/main" id="{A0446829-A27B-5F58-EB57-5E344D387774}"/>
              </a:ext>
            </a:extLst>
          </p:cNvPr>
          <p:cNvSpPr txBox="1"/>
          <p:nvPr/>
        </p:nvSpPr>
        <p:spPr>
          <a:xfrm>
            <a:off x="1751205" y="1019030"/>
            <a:ext cx="8595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中央大道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Central Avenue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83" name="文本框 382">
            <a:extLst>
              <a:ext uri="{FF2B5EF4-FFF2-40B4-BE49-F238E27FC236}">
                <a16:creationId xmlns:a16="http://schemas.microsoft.com/office/drawing/2014/main" id="{AE48F92F-1065-FF09-CC32-22B59DAD4318}"/>
              </a:ext>
            </a:extLst>
          </p:cNvPr>
          <p:cNvSpPr txBox="1"/>
          <p:nvPr/>
        </p:nvSpPr>
        <p:spPr>
          <a:xfrm>
            <a:off x="2788605" y="1019030"/>
            <a:ext cx="10631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吕岭北站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Lvling</a:t>
            </a:r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 North Station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87" name="文本框 386">
            <a:extLst>
              <a:ext uri="{FF2B5EF4-FFF2-40B4-BE49-F238E27FC236}">
                <a16:creationId xmlns:a16="http://schemas.microsoft.com/office/drawing/2014/main" id="{3220D454-FD5B-E59B-B136-0D08C43C49A9}"/>
              </a:ext>
            </a:extLst>
          </p:cNvPr>
          <p:cNvSpPr txBox="1"/>
          <p:nvPr/>
        </p:nvSpPr>
        <p:spPr>
          <a:xfrm>
            <a:off x="3711944" y="1019030"/>
            <a:ext cx="1502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海宁行政中心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Haining Administrative Center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89" name="文本框 388">
            <a:extLst>
              <a:ext uri="{FF2B5EF4-FFF2-40B4-BE49-F238E27FC236}">
                <a16:creationId xmlns:a16="http://schemas.microsoft.com/office/drawing/2014/main" id="{11F5E08E-AF8A-1E66-93C9-2F59DE229AC5}"/>
              </a:ext>
            </a:extLst>
          </p:cNvPr>
          <p:cNvSpPr txBox="1"/>
          <p:nvPr/>
        </p:nvSpPr>
        <p:spPr>
          <a:xfrm>
            <a:off x="4411249" y="483926"/>
            <a:ext cx="12442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海宁商务中心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Haining Business Center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91" name="文本框 390">
            <a:extLst>
              <a:ext uri="{FF2B5EF4-FFF2-40B4-BE49-F238E27FC236}">
                <a16:creationId xmlns:a16="http://schemas.microsoft.com/office/drawing/2014/main" id="{AA0C3BF4-651E-03D6-E935-E85D7C77571B}"/>
              </a:ext>
            </a:extLst>
          </p:cNvPr>
          <p:cNvSpPr txBox="1"/>
          <p:nvPr/>
        </p:nvSpPr>
        <p:spPr>
          <a:xfrm>
            <a:off x="5332712" y="1019030"/>
            <a:ext cx="5421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五通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latin typeface="+mn-ea"/>
                <a:cs typeface="Cascadia Code" panose="020B0609020000020004" pitchFamily="49" charset="0"/>
              </a:rPr>
              <a:t>Wutong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93" name="文本框 392">
            <a:extLst>
              <a:ext uri="{FF2B5EF4-FFF2-40B4-BE49-F238E27FC236}">
                <a16:creationId xmlns:a16="http://schemas.microsoft.com/office/drawing/2014/main" id="{4A54655F-F851-0C69-1AD2-7C05B71EC11E}"/>
              </a:ext>
            </a:extLst>
          </p:cNvPr>
          <p:cNvSpPr txBox="1"/>
          <p:nvPr/>
        </p:nvSpPr>
        <p:spPr>
          <a:xfrm>
            <a:off x="5768561" y="483926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体育中心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Sports Center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95" name="文本框 394">
            <a:extLst>
              <a:ext uri="{FF2B5EF4-FFF2-40B4-BE49-F238E27FC236}">
                <a16:creationId xmlns:a16="http://schemas.microsoft.com/office/drawing/2014/main" id="{59B16EB7-B432-2858-8323-90D5C7C338EE}"/>
              </a:ext>
            </a:extLst>
          </p:cNvPr>
          <p:cNvSpPr txBox="1"/>
          <p:nvPr/>
        </p:nvSpPr>
        <p:spPr>
          <a:xfrm>
            <a:off x="6497136" y="1019030"/>
            <a:ext cx="4940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弋浔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latin typeface="+mn-ea"/>
                <a:cs typeface="Cascadia Code" panose="020B0609020000020004" pitchFamily="49" charset="0"/>
              </a:rPr>
              <a:t>Yixun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97" name="文本框 396">
            <a:extLst>
              <a:ext uri="{FF2B5EF4-FFF2-40B4-BE49-F238E27FC236}">
                <a16:creationId xmlns:a16="http://schemas.microsoft.com/office/drawing/2014/main" id="{85EBFD3C-292C-3E34-998D-DEAA11B75212}"/>
              </a:ext>
            </a:extLst>
          </p:cNvPr>
          <p:cNvSpPr txBox="1"/>
          <p:nvPr/>
        </p:nvSpPr>
        <p:spPr>
          <a:xfrm>
            <a:off x="6745332" y="483926"/>
            <a:ext cx="11368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迁安人民公园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latin typeface="+mn-ea"/>
                <a:cs typeface="Cascadia Code" panose="020B0609020000020004" pitchFamily="49" charset="0"/>
              </a:rPr>
              <a:t>Qian’an</a:t>
            </a:r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 People’s Park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99" name="文本框 398">
            <a:extLst>
              <a:ext uri="{FF2B5EF4-FFF2-40B4-BE49-F238E27FC236}">
                <a16:creationId xmlns:a16="http://schemas.microsoft.com/office/drawing/2014/main" id="{E5D89878-F980-9465-28AD-5647D4583922}"/>
              </a:ext>
            </a:extLst>
          </p:cNvPr>
          <p:cNvSpPr txBox="1"/>
          <p:nvPr/>
        </p:nvSpPr>
        <p:spPr>
          <a:xfrm>
            <a:off x="7435645" y="972461"/>
            <a:ext cx="88998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00" b="1" dirty="0">
                <a:latin typeface="宋体" panose="02010600030101010101" pitchFamily="2" charset="-122"/>
                <a:ea typeface="宋体" panose="02010600030101010101" pitchFamily="2" charset="-122"/>
              </a:rPr>
              <a:t>北站西广场</a:t>
            </a:r>
            <a:endParaRPr lang="en-US" altLang="zh-CN" sz="11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Railway Station</a:t>
            </a: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West Square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403" name="文本框 402">
            <a:extLst>
              <a:ext uri="{FF2B5EF4-FFF2-40B4-BE49-F238E27FC236}">
                <a16:creationId xmlns:a16="http://schemas.microsoft.com/office/drawing/2014/main" id="{A460EE20-C6D1-DEBE-31EE-E351132DD401}"/>
              </a:ext>
            </a:extLst>
          </p:cNvPr>
          <p:cNvSpPr txBox="1"/>
          <p:nvPr/>
        </p:nvSpPr>
        <p:spPr>
          <a:xfrm>
            <a:off x="8036326" y="411621"/>
            <a:ext cx="8467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00" b="1" dirty="0">
                <a:latin typeface="宋体" panose="02010600030101010101" pitchFamily="2" charset="-122"/>
                <a:ea typeface="宋体" panose="02010600030101010101" pitchFamily="2" charset="-122"/>
              </a:rPr>
              <a:t>天海北站</a:t>
            </a:r>
            <a:endParaRPr lang="en-US" altLang="zh-CN" sz="11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latin typeface="+mn-ea"/>
                <a:cs typeface="Cascadia Code" panose="020B0609020000020004" pitchFamily="49" charset="0"/>
              </a:rPr>
              <a:t>Tianhai</a:t>
            </a:r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 North</a:t>
            </a: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Railway Station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grpSp>
        <p:nvGrpSpPr>
          <p:cNvPr id="408" name="组合 407">
            <a:extLst>
              <a:ext uri="{FF2B5EF4-FFF2-40B4-BE49-F238E27FC236}">
                <a16:creationId xmlns:a16="http://schemas.microsoft.com/office/drawing/2014/main" id="{D8DDC3E0-B5DA-7FF7-848F-FB6F52C4E222}"/>
              </a:ext>
            </a:extLst>
          </p:cNvPr>
          <p:cNvGrpSpPr/>
          <p:nvPr/>
        </p:nvGrpSpPr>
        <p:grpSpPr>
          <a:xfrm flipH="1">
            <a:off x="416338" y="893731"/>
            <a:ext cx="86486" cy="88006"/>
            <a:chOff x="3384914" y="1617979"/>
            <a:chExt cx="790846" cy="825340"/>
          </a:xfrm>
        </p:grpSpPr>
        <p:sp>
          <p:nvSpPr>
            <p:cNvPr id="405" name="箭头: 环形 404">
              <a:extLst>
                <a:ext uri="{FF2B5EF4-FFF2-40B4-BE49-F238E27FC236}">
                  <a16:creationId xmlns:a16="http://schemas.microsoft.com/office/drawing/2014/main" id="{4D5AB67C-F86F-A095-D61C-5CBE28AD9DD0}"/>
                </a:ext>
              </a:extLst>
            </p:cNvPr>
            <p:cNvSpPr/>
            <p:nvPr/>
          </p:nvSpPr>
          <p:spPr>
            <a:xfrm>
              <a:off x="3384914" y="1617979"/>
              <a:ext cx="790846" cy="797055"/>
            </a:xfrm>
            <a:prstGeom prst="circular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07" name="箭头: 环形 406">
              <a:extLst>
                <a:ext uri="{FF2B5EF4-FFF2-40B4-BE49-F238E27FC236}">
                  <a16:creationId xmlns:a16="http://schemas.microsoft.com/office/drawing/2014/main" id="{B09066F6-B3AD-6CDE-ADBD-42D6DC51CD0A}"/>
                </a:ext>
              </a:extLst>
            </p:cNvPr>
            <p:cNvSpPr/>
            <p:nvPr/>
          </p:nvSpPr>
          <p:spPr>
            <a:xfrm flipH="1" flipV="1">
              <a:off x="3384914" y="1646263"/>
              <a:ext cx="790846" cy="797056"/>
            </a:xfrm>
            <a:prstGeom prst="circularArrow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444" name="图片 443">
            <a:extLst>
              <a:ext uri="{FF2B5EF4-FFF2-40B4-BE49-F238E27FC236}">
                <a16:creationId xmlns:a16="http://schemas.microsoft.com/office/drawing/2014/main" id="{43E41A6D-124D-ED82-FA00-F3E5716237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783" y="1232304"/>
            <a:ext cx="332273" cy="193917"/>
          </a:xfrm>
          <a:prstGeom prst="rect">
            <a:avLst/>
          </a:prstGeom>
        </p:spPr>
      </p:pic>
      <p:pic>
        <p:nvPicPr>
          <p:cNvPr id="452" name="图片 451">
            <a:extLst>
              <a:ext uri="{FF2B5EF4-FFF2-40B4-BE49-F238E27FC236}">
                <a16:creationId xmlns:a16="http://schemas.microsoft.com/office/drawing/2014/main" id="{CD265E21-76D9-799F-A92C-ADC189B5D21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5845" y="1079839"/>
            <a:ext cx="334150" cy="193917"/>
          </a:xfrm>
          <a:prstGeom prst="rect">
            <a:avLst/>
          </a:prstGeom>
        </p:spPr>
      </p:pic>
      <p:grpSp>
        <p:nvGrpSpPr>
          <p:cNvPr id="460" name="组合 459">
            <a:extLst>
              <a:ext uri="{FF2B5EF4-FFF2-40B4-BE49-F238E27FC236}">
                <a16:creationId xmlns:a16="http://schemas.microsoft.com/office/drawing/2014/main" id="{1A495911-9810-4ECE-F5D2-1AFE9A47B1C7}"/>
              </a:ext>
            </a:extLst>
          </p:cNvPr>
          <p:cNvGrpSpPr/>
          <p:nvPr/>
        </p:nvGrpSpPr>
        <p:grpSpPr>
          <a:xfrm rot="1951028">
            <a:off x="8427983" y="890552"/>
            <a:ext cx="94574" cy="94923"/>
            <a:chOff x="1440520" y="1462484"/>
            <a:chExt cx="461631" cy="463336"/>
          </a:xfrm>
        </p:grpSpPr>
        <p:sp>
          <p:nvSpPr>
            <p:cNvPr id="456" name="箭头: 环形 455">
              <a:extLst>
                <a:ext uri="{FF2B5EF4-FFF2-40B4-BE49-F238E27FC236}">
                  <a16:creationId xmlns:a16="http://schemas.microsoft.com/office/drawing/2014/main" id="{D9E9C0AE-156F-A4DF-2DD8-BC1549D98579}"/>
                </a:ext>
              </a:extLst>
            </p:cNvPr>
            <p:cNvSpPr/>
            <p:nvPr/>
          </p:nvSpPr>
          <p:spPr>
            <a:xfrm rot="338721" flipH="1">
              <a:off x="1446104" y="1476765"/>
              <a:ext cx="456047" cy="448158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13769514"/>
                <a:gd name="adj5" fmla="val 1250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57" name="箭头: 环形 456">
              <a:extLst>
                <a:ext uri="{FF2B5EF4-FFF2-40B4-BE49-F238E27FC236}">
                  <a16:creationId xmlns:a16="http://schemas.microsoft.com/office/drawing/2014/main" id="{02C75F52-15B3-A096-9177-18CF235BA756}"/>
                </a:ext>
              </a:extLst>
            </p:cNvPr>
            <p:cNvSpPr/>
            <p:nvPr/>
          </p:nvSpPr>
          <p:spPr>
            <a:xfrm rot="19710149" flipV="1">
              <a:off x="1446103" y="1477662"/>
              <a:ext cx="456047" cy="448158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15559861"/>
                <a:gd name="adj5" fmla="val 12500"/>
              </a:avLst>
            </a:prstGeom>
            <a:solidFill>
              <a:srgbClr val="FFC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59" name="箭头: 环形 458">
              <a:extLst>
                <a:ext uri="{FF2B5EF4-FFF2-40B4-BE49-F238E27FC236}">
                  <a16:creationId xmlns:a16="http://schemas.microsoft.com/office/drawing/2014/main" id="{79CE2CE2-5358-3236-0F1A-CE7813C0128A}"/>
                </a:ext>
              </a:extLst>
            </p:cNvPr>
            <p:cNvSpPr/>
            <p:nvPr/>
          </p:nvSpPr>
          <p:spPr>
            <a:xfrm rot="4784427" flipV="1">
              <a:off x="1436575" y="1466429"/>
              <a:ext cx="456047" cy="448158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15892767"/>
                <a:gd name="adj5" fmla="val 12500"/>
              </a:avLst>
            </a:prstGeom>
            <a:solidFill>
              <a:srgbClr val="52AB4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61" name="文本框 460">
            <a:extLst>
              <a:ext uri="{FF2B5EF4-FFF2-40B4-BE49-F238E27FC236}">
                <a16:creationId xmlns:a16="http://schemas.microsoft.com/office/drawing/2014/main" id="{586AE13B-9363-0816-7D6B-CE6319403E37}"/>
              </a:ext>
            </a:extLst>
          </p:cNvPr>
          <p:cNvSpPr txBox="1"/>
          <p:nvPr/>
        </p:nvSpPr>
        <p:spPr>
          <a:xfrm>
            <a:off x="2349555" y="35893"/>
            <a:ext cx="43524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下一站：海宁公园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200" dirty="0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rPr>
              <a:t>Next Station: Haining Park.</a:t>
            </a:r>
            <a:endParaRPr lang="zh-CN" altLang="en-US" sz="1200" dirty="0">
              <a:latin typeface="Cascadia Code" panose="020B0609020000020004" pitchFamily="49" charset="0"/>
              <a:ea typeface="黑体" panose="02010609060101010101" pitchFamily="49" charset="-122"/>
              <a:cs typeface="Cascadia Code" panose="020B0609020000020004" pitchFamily="49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7D18EF15-3103-33DF-5055-4C96571996E9}"/>
              </a:ext>
            </a:extLst>
          </p:cNvPr>
          <p:cNvGrpSpPr/>
          <p:nvPr/>
        </p:nvGrpSpPr>
        <p:grpSpPr>
          <a:xfrm>
            <a:off x="3342682" y="806304"/>
            <a:ext cx="261017" cy="259843"/>
            <a:chOff x="501595" y="804920"/>
            <a:chExt cx="261017" cy="259843"/>
          </a:xfrm>
        </p:grpSpPr>
        <p:sp>
          <p:nvSpPr>
            <p:cNvPr id="2" name="箭头: V 形 1">
              <a:extLst>
                <a:ext uri="{FF2B5EF4-FFF2-40B4-BE49-F238E27FC236}">
                  <a16:creationId xmlns:a16="http://schemas.microsoft.com/office/drawing/2014/main" id="{660AA0CE-6291-6B0F-95C6-14DD3BCF9D29}"/>
                </a:ext>
              </a:extLst>
            </p:cNvPr>
            <p:cNvSpPr/>
            <p:nvPr/>
          </p:nvSpPr>
          <p:spPr>
            <a:xfrm>
              <a:off x="501595" y="804920"/>
              <a:ext cx="153399" cy="259843"/>
            </a:xfrm>
            <a:prstGeom prst="chevron">
              <a:avLst>
                <a:gd name="adj" fmla="val 5528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箭头: V 形 5">
              <a:extLst>
                <a:ext uri="{FF2B5EF4-FFF2-40B4-BE49-F238E27FC236}">
                  <a16:creationId xmlns:a16="http://schemas.microsoft.com/office/drawing/2014/main" id="{01774284-50D4-1151-41C5-0C3A50B8F126}"/>
                </a:ext>
              </a:extLst>
            </p:cNvPr>
            <p:cNvSpPr/>
            <p:nvPr/>
          </p:nvSpPr>
          <p:spPr>
            <a:xfrm>
              <a:off x="609213" y="804920"/>
              <a:ext cx="153399" cy="259843"/>
            </a:xfrm>
            <a:prstGeom prst="chevron">
              <a:avLst>
                <a:gd name="adj" fmla="val 5528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73" name="文本框 372">
            <a:extLst>
              <a:ext uri="{FF2B5EF4-FFF2-40B4-BE49-F238E27FC236}">
                <a16:creationId xmlns:a16="http://schemas.microsoft.com/office/drawing/2014/main" id="{E31A1790-4293-A551-28D7-EEFC7EA28440}"/>
              </a:ext>
            </a:extLst>
          </p:cNvPr>
          <p:cNvSpPr txBox="1"/>
          <p:nvPr/>
        </p:nvSpPr>
        <p:spPr>
          <a:xfrm>
            <a:off x="114082" y="483926"/>
            <a:ext cx="7088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天海港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Tianhai</a:t>
            </a:r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 Port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85" name="文本框 384">
            <a:extLst>
              <a:ext uri="{FF2B5EF4-FFF2-40B4-BE49-F238E27FC236}">
                <a16:creationId xmlns:a16="http://schemas.microsoft.com/office/drawing/2014/main" id="{EE2463AE-16A6-0902-62DF-FC68FCBBCDBE}"/>
              </a:ext>
            </a:extLst>
          </p:cNvPr>
          <p:cNvSpPr txBox="1"/>
          <p:nvPr/>
        </p:nvSpPr>
        <p:spPr>
          <a:xfrm>
            <a:off x="3497972" y="483926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海宁公园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Haining Park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0D59BA75-3DCA-7FAA-EC40-1F52754FB2FC}"/>
              </a:ext>
            </a:extLst>
          </p:cNvPr>
          <p:cNvSpPr/>
          <p:nvPr/>
        </p:nvSpPr>
        <p:spPr>
          <a:xfrm rot="16200000" flipV="1">
            <a:off x="3252467" y="802397"/>
            <a:ext cx="149365" cy="115523"/>
          </a:xfrm>
          <a:prstGeom prst="homePlate">
            <a:avLst>
              <a:gd name="adj" fmla="val 41754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86EEC663-E4A4-8B8A-B571-26E91D866A81}"/>
              </a:ext>
            </a:extLst>
          </p:cNvPr>
          <p:cNvSpPr/>
          <p:nvPr/>
        </p:nvSpPr>
        <p:spPr>
          <a:xfrm>
            <a:off x="3262857" y="879787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331E197-FD70-BCD9-1CEE-D4D90D20C5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2449" y="546366"/>
            <a:ext cx="463118" cy="270278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7968CABD-2E1A-D7D8-AC83-FDBC13AFE442}"/>
              </a:ext>
            </a:extLst>
          </p:cNvPr>
          <p:cNvGrpSpPr/>
          <p:nvPr/>
        </p:nvGrpSpPr>
        <p:grpSpPr>
          <a:xfrm flipH="1">
            <a:off x="3287580" y="895239"/>
            <a:ext cx="86486" cy="88006"/>
            <a:chOff x="3384914" y="1617979"/>
            <a:chExt cx="790846" cy="825340"/>
          </a:xfrm>
        </p:grpSpPr>
        <p:sp>
          <p:nvSpPr>
            <p:cNvPr id="11" name="箭头: 环形 10">
              <a:extLst>
                <a:ext uri="{FF2B5EF4-FFF2-40B4-BE49-F238E27FC236}">
                  <a16:creationId xmlns:a16="http://schemas.microsoft.com/office/drawing/2014/main" id="{CDDEED5E-3494-AA98-C9DE-90FCEF2F8960}"/>
                </a:ext>
              </a:extLst>
            </p:cNvPr>
            <p:cNvSpPr/>
            <p:nvPr/>
          </p:nvSpPr>
          <p:spPr>
            <a:xfrm>
              <a:off x="3384914" y="1617979"/>
              <a:ext cx="790846" cy="797055"/>
            </a:xfrm>
            <a:prstGeom prst="circular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箭头: 环形 11">
              <a:extLst>
                <a:ext uri="{FF2B5EF4-FFF2-40B4-BE49-F238E27FC236}">
                  <a16:creationId xmlns:a16="http://schemas.microsoft.com/office/drawing/2014/main" id="{1EEB9B3D-ED15-2DAC-6D70-A88B56581311}"/>
                </a:ext>
              </a:extLst>
            </p:cNvPr>
            <p:cNvSpPr/>
            <p:nvPr/>
          </p:nvSpPr>
          <p:spPr>
            <a:xfrm flipH="1" flipV="1">
              <a:off x="3384914" y="1646263"/>
              <a:ext cx="790846" cy="797056"/>
            </a:xfrm>
            <a:prstGeom prst="circularArrow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1835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1000" fill="hold"/>
                                        <p:tgtEl>
                                          <p:spTgt spid="4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63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7712E-6 3.85888E-6 L 0.02346 -0.00111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64" y="-11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03AFD-853B-E27C-8386-C6B4419DF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BD180B1-4DF7-6E7F-DD2B-88E51E40D7D7}"/>
              </a:ext>
            </a:extLst>
          </p:cNvPr>
          <p:cNvSpPr txBox="1"/>
          <p:nvPr/>
        </p:nvSpPr>
        <p:spPr>
          <a:xfrm>
            <a:off x="2181533" y="493776"/>
            <a:ext cx="9204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吕岭区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zh-CN" sz="1000" dirty="0">
                <a:latin typeface="+mn-ea"/>
              </a:rPr>
              <a:t>Lvling District</a:t>
            </a:r>
            <a:endParaRPr lang="zh-CN" altLang="en-US" sz="1000" dirty="0">
              <a:latin typeface="+mn-ea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B1BA25C-4660-8FEC-15CB-9FF3D72A713F}"/>
              </a:ext>
            </a:extLst>
          </p:cNvPr>
          <p:cNvSpPr txBox="1"/>
          <p:nvPr/>
        </p:nvSpPr>
        <p:spPr>
          <a:xfrm>
            <a:off x="150208" y="396304"/>
            <a:ext cx="203132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澜江大桥</a:t>
            </a:r>
            <a:endParaRPr lang="en-US" altLang="zh-CN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2000" dirty="0" err="1">
                <a:latin typeface="+mn-ea"/>
              </a:rPr>
              <a:t>Lanjiang</a:t>
            </a:r>
            <a:r>
              <a:rPr lang="en-US" altLang="zh-CN" sz="2000" dirty="0">
                <a:latin typeface="+mn-ea"/>
              </a:rPr>
              <a:t> Bridge</a:t>
            </a:r>
            <a:endParaRPr lang="zh-CN" altLang="en-US" sz="2000" dirty="0">
              <a:latin typeface="+mn-ea"/>
            </a:endParaRPr>
          </a:p>
        </p:txBody>
      </p:sp>
      <p:grpSp>
        <p:nvGrpSpPr>
          <p:cNvPr id="648" name="组合 647">
            <a:extLst>
              <a:ext uri="{FF2B5EF4-FFF2-40B4-BE49-F238E27FC236}">
                <a16:creationId xmlns:a16="http://schemas.microsoft.com/office/drawing/2014/main" id="{3A823901-11F1-0BEC-F903-BE8421D5F362}"/>
              </a:ext>
            </a:extLst>
          </p:cNvPr>
          <p:cNvGrpSpPr/>
          <p:nvPr/>
        </p:nvGrpSpPr>
        <p:grpSpPr>
          <a:xfrm>
            <a:off x="-4835331" y="564611"/>
            <a:ext cx="4713780" cy="347183"/>
            <a:chOff x="2180050" y="555098"/>
            <a:chExt cx="4713780" cy="347183"/>
          </a:xfrm>
        </p:grpSpPr>
        <p:grpSp>
          <p:nvGrpSpPr>
            <p:cNvPr id="631" name="组合 630">
              <a:extLst>
                <a:ext uri="{FF2B5EF4-FFF2-40B4-BE49-F238E27FC236}">
                  <a16:creationId xmlns:a16="http://schemas.microsoft.com/office/drawing/2014/main" id="{2C20C40E-1143-1126-8955-E8EC7C65A452}"/>
                </a:ext>
              </a:extLst>
            </p:cNvPr>
            <p:cNvGrpSpPr/>
            <p:nvPr/>
          </p:nvGrpSpPr>
          <p:grpSpPr>
            <a:xfrm>
              <a:off x="3758078" y="601135"/>
              <a:ext cx="771789" cy="230164"/>
              <a:chOff x="2969309" y="601138"/>
              <a:chExt cx="771789" cy="230164"/>
            </a:xfrm>
          </p:grpSpPr>
          <p:sp>
            <p:nvSpPr>
              <p:cNvPr id="632" name="矩形 631">
                <a:extLst>
                  <a:ext uri="{FF2B5EF4-FFF2-40B4-BE49-F238E27FC236}">
                    <a16:creationId xmlns:a16="http://schemas.microsoft.com/office/drawing/2014/main" id="{0D404C13-A6D6-99D7-9B04-B270DD12CE41}"/>
                  </a:ext>
                </a:extLst>
              </p:cNvPr>
              <p:cNvSpPr/>
              <p:nvPr/>
            </p:nvSpPr>
            <p:spPr>
              <a:xfrm>
                <a:off x="2969309" y="601138"/>
                <a:ext cx="769621" cy="2301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3" name="矩形: 圆角 632">
                <a:extLst>
                  <a:ext uri="{FF2B5EF4-FFF2-40B4-BE49-F238E27FC236}">
                    <a16:creationId xmlns:a16="http://schemas.microsoft.com/office/drawing/2014/main" id="{0EC95F64-5843-26BD-40FB-B50B8C82F1D4}"/>
                  </a:ext>
                </a:extLst>
              </p:cNvPr>
              <p:cNvSpPr/>
              <p:nvPr/>
            </p:nvSpPr>
            <p:spPr>
              <a:xfrm>
                <a:off x="2971478" y="633445"/>
                <a:ext cx="769620" cy="97294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634" name="直接连接符 633">
                <a:extLst>
                  <a:ext uri="{FF2B5EF4-FFF2-40B4-BE49-F238E27FC236}">
                    <a16:creationId xmlns:a16="http://schemas.microsoft.com/office/drawing/2014/main" id="{8F89D5AD-FFF6-7948-D1E0-BB98E01C90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478" y="76426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5" name="直接连接符 634">
                <a:extLst>
                  <a:ext uri="{FF2B5EF4-FFF2-40B4-BE49-F238E27FC236}">
                    <a16:creationId xmlns:a16="http://schemas.microsoft.com/office/drawing/2014/main" id="{1B48A114-433E-6A80-0D30-6688C665C2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36399" y="63344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03" name="组合 602">
              <a:extLst>
                <a:ext uri="{FF2B5EF4-FFF2-40B4-BE49-F238E27FC236}">
                  <a16:creationId xmlns:a16="http://schemas.microsoft.com/office/drawing/2014/main" id="{02FE3964-F91A-258D-D158-E751141BBD39}"/>
                </a:ext>
              </a:extLst>
            </p:cNvPr>
            <p:cNvGrpSpPr/>
            <p:nvPr/>
          </p:nvGrpSpPr>
          <p:grpSpPr>
            <a:xfrm>
              <a:off x="2969309" y="601138"/>
              <a:ext cx="771789" cy="230164"/>
              <a:chOff x="2969309" y="601138"/>
              <a:chExt cx="771789" cy="230164"/>
            </a:xfrm>
          </p:grpSpPr>
          <p:sp>
            <p:nvSpPr>
              <p:cNvPr id="602" name="矩形 601">
                <a:extLst>
                  <a:ext uri="{FF2B5EF4-FFF2-40B4-BE49-F238E27FC236}">
                    <a16:creationId xmlns:a16="http://schemas.microsoft.com/office/drawing/2014/main" id="{7FFBC623-8EE5-BBD7-9B74-32E9D9F1536A}"/>
                  </a:ext>
                </a:extLst>
              </p:cNvPr>
              <p:cNvSpPr/>
              <p:nvPr/>
            </p:nvSpPr>
            <p:spPr>
              <a:xfrm>
                <a:off x="2969309" y="601138"/>
                <a:ext cx="769621" cy="2301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5" name="矩形: 圆角 134">
                <a:extLst>
                  <a:ext uri="{FF2B5EF4-FFF2-40B4-BE49-F238E27FC236}">
                    <a16:creationId xmlns:a16="http://schemas.microsoft.com/office/drawing/2014/main" id="{7FDE54C3-9430-6DFC-F2EC-7A2B9F9A94E1}"/>
                  </a:ext>
                </a:extLst>
              </p:cNvPr>
              <p:cNvSpPr/>
              <p:nvPr/>
            </p:nvSpPr>
            <p:spPr>
              <a:xfrm>
                <a:off x="2971478" y="633445"/>
                <a:ext cx="769620" cy="97294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36" name="直接连接符 135">
                <a:extLst>
                  <a:ext uri="{FF2B5EF4-FFF2-40B4-BE49-F238E27FC236}">
                    <a16:creationId xmlns:a16="http://schemas.microsoft.com/office/drawing/2014/main" id="{98B23C0D-B1FB-3AFA-A702-76EEA1286B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478" y="76426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直接连接符 136">
                <a:extLst>
                  <a:ext uri="{FF2B5EF4-FFF2-40B4-BE49-F238E27FC236}">
                    <a16:creationId xmlns:a16="http://schemas.microsoft.com/office/drawing/2014/main" id="{CF77653A-A410-F1DF-2326-871B32B886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36399" y="63344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4" name="组合 183">
              <a:extLst>
                <a:ext uri="{FF2B5EF4-FFF2-40B4-BE49-F238E27FC236}">
                  <a16:creationId xmlns:a16="http://schemas.microsoft.com/office/drawing/2014/main" id="{DC54E6FA-73B2-DF28-63DC-47233BE344EF}"/>
                </a:ext>
              </a:extLst>
            </p:cNvPr>
            <p:cNvGrpSpPr/>
            <p:nvPr/>
          </p:nvGrpSpPr>
          <p:grpSpPr>
            <a:xfrm flipH="1">
              <a:off x="6096902" y="601138"/>
              <a:ext cx="796928" cy="230167"/>
              <a:chOff x="2533557" y="715860"/>
              <a:chExt cx="796928" cy="230167"/>
            </a:xfrm>
          </p:grpSpPr>
          <p:sp>
            <p:nvSpPr>
              <p:cNvPr id="187" name="矩形: 圆角 186">
                <a:extLst>
                  <a:ext uri="{FF2B5EF4-FFF2-40B4-BE49-F238E27FC236}">
                    <a16:creationId xmlns:a16="http://schemas.microsoft.com/office/drawing/2014/main" id="{56438644-ED8F-B6CC-3A7E-F6DD689DFE95}"/>
                  </a:ext>
                </a:extLst>
              </p:cNvPr>
              <p:cNvSpPr/>
              <p:nvPr/>
            </p:nvSpPr>
            <p:spPr>
              <a:xfrm>
                <a:off x="2533557" y="715860"/>
                <a:ext cx="783274" cy="230167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8" name="矩形: 圆角 187">
                <a:extLst>
                  <a:ext uri="{FF2B5EF4-FFF2-40B4-BE49-F238E27FC236}">
                    <a16:creationId xmlns:a16="http://schemas.microsoft.com/office/drawing/2014/main" id="{263E576A-5DB8-D566-EF14-785633EC1A71}"/>
                  </a:ext>
                </a:extLst>
              </p:cNvPr>
              <p:cNvSpPr/>
              <p:nvPr/>
            </p:nvSpPr>
            <p:spPr>
              <a:xfrm>
                <a:off x="2601967" y="748165"/>
                <a:ext cx="728518" cy="97294"/>
              </a:xfrm>
              <a:prstGeom prst="roundRect">
                <a:avLst>
                  <a:gd name="adj" fmla="val 2937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91" name="直接连接符 190">
                <a:extLst>
                  <a:ext uri="{FF2B5EF4-FFF2-40B4-BE49-F238E27FC236}">
                    <a16:creationId xmlns:a16="http://schemas.microsoft.com/office/drawing/2014/main" id="{2BB197CA-E70C-2B5C-ED03-CFD99C94FA3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41223" y="87898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" name="直接连接符 255">
                <a:extLst>
                  <a:ext uri="{FF2B5EF4-FFF2-40B4-BE49-F238E27FC236}">
                    <a16:creationId xmlns:a16="http://schemas.microsoft.com/office/drawing/2014/main" id="{DF2C37C0-1334-A6A8-5BFA-C0582CDB01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06144" y="74816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09" name="组合 608">
              <a:extLst>
                <a:ext uri="{FF2B5EF4-FFF2-40B4-BE49-F238E27FC236}">
                  <a16:creationId xmlns:a16="http://schemas.microsoft.com/office/drawing/2014/main" id="{5AC60DD5-91C9-EC17-18E0-4CFF8CF4F768}"/>
                </a:ext>
              </a:extLst>
            </p:cNvPr>
            <p:cNvGrpSpPr/>
            <p:nvPr/>
          </p:nvGrpSpPr>
          <p:grpSpPr>
            <a:xfrm>
              <a:off x="2180050" y="568597"/>
              <a:ext cx="836837" cy="295251"/>
              <a:chOff x="2180050" y="568597"/>
              <a:chExt cx="836837" cy="295251"/>
            </a:xfrm>
          </p:grpSpPr>
          <p:sp>
            <p:nvSpPr>
              <p:cNvPr id="601" name="矩形: 单圆角 600">
                <a:extLst>
                  <a:ext uri="{FF2B5EF4-FFF2-40B4-BE49-F238E27FC236}">
                    <a16:creationId xmlns:a16="http://schemas.microsoft.com/office/drawing/2014/main" id="{E8CAF032-55C0-9334-132B-6592E9FA21F5}"/>
                  </a:ext>
                </a:extLst>
              </p:cNvPr>
              <p:cNvSpPr/>
              <p:nvPr/>
            </p:nvSpPr>
            <p:spPr>
              <a:xfrm flipH="1">
                <a:off x="2180050" y="601138"/>
                <a:ext cx="779683" cy="230167"/>
              </a:xfrm>
              <a:prstGeom prst="round1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8" name="矩形: 圆角 507">
                <a:extLst>
                  <a:ext uri="{FF2B5EF4-FFF2-40B4-BE49-F238E27FC236}">
                    <a16:creationId xmlns:a16="http://schemas.microsoft.com/office/drawing/2014/main" id="{3941C435-AC87-2B1B-856C-2A599A200C0E}"/>
                  </a:ext>
                </a:extLst>
              </p:cNvPr>
              <p:cNvSpPr/>
              <p:nvPr/>
            </p:nvSpPr>
            <p:spPr>
              <a:xfrm>
                <a:off x="2248948" y="633445"/>
                <a:ext cx="767939" cy="97294"/>
              </a:xfrm>
              <a:prstGeom prst="roundRect">
                <a:avLst>
                  <a:gd name="adj" fmla="val 2937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509" name="直接连接符 508">
                <a:extLst>
                  <a:ext uri="{FF2B5EF4-FFF2-40B4-BE49-F238E27FC236}">
                    <a16:creationId xmlns:a16="http://schemas.microsoft.com/office/drawing/2014/main" id="{79C72B07-CBB6-85C7-627C-6FC09AA516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88205" y="76426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0" name="直接连接符 509">
                <a:extLst>
                  <a:ext uri="{FF2B5EF4-FFF2-40B4-BE49-F238E27FC236}">
                    <a16:creationId xmlns:a16="http://schemas.microsoft.com/office/drawing/2014/main" id="{96F9298C-099F-DE81-D93F-1CA3432D92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53126" y="63344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6" name="直接连接符 505">
                <a:extLst>
                  <a:ext uri="{FF2B5EF4-FFF2-40B4-BE49-F238E27FC236}">
                    <a16:creationId xmlns:a16="http://schemas.microsoft.com/office/drawing/2014/main" id="{BA7657C0-A9E5-1C47-5018-878001CFAD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63813" y="568597"/>
                <a:ext cx="0" cy="295251"/>
              </a:xfrm>
              <a:prstGeom prst="line">
                <a:avLst/>
              </a:prstGeom>
              <a:ln w="254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2" name="矩形 161">
              <a:extLst>
                <a:ext uri="{FF2B5EF4-FFF2-40B4-BE49-F238E27FC236}">
                  <a16:creationId xmlns:a16="http://schemas.microsoft.com/office/drawing/2014/main" id="{5979E933-6BA1-A9FC-0AE8-F5D0FE68D03F}"/>
                </a:ext>
              </a:extLst>
            </p:cNvPr>
            <p:cNvSpPr/>
            <p:nvPr/>
          </p:nvSpPr>
          <p:spPr>
            <a:xfrm>
              <a:off x="3758981" y="555098"/>
              <a:ext cx="790456" cy="347183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b="1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当前车厢</a:t>
              </a:r>
              <a:endParaRPr lang="en-US" altLang="zh-CN" sz="11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ctr"/>
              <a:r>
                <a:rPr lang="zh-CN" altLang="zh-CN" sz="800" dirty="0"/>
                <a:t>Current Car</a:t>
              </a:r>
            </a:p>
          </p:txBody>
        </p:sp>
        <p:sp>
          <p:nvSpPr>
            <p:cNvPr id="611" name="矩形: 单圆角 610">
              <a:extLst>
                <a:ext uri="{FF2B5EF4-FFF2-40B4-BE49-F238E27FC236}">
                  <a16:creationId xmlns:a16="http://schemas.microsoft.com/office/drawing/2014/main" id="{19892924-D1AF-747B-7258-335A428C19DB}"/>
                </a:ext>
              </a:extLst>
            </p:cNvPr>
            <p:cNvSpPr/>
            <p:nvPr/>
          </p:nvSpPr>
          <p:spPr>
            <a:xfrm>
              <a:off x="6108241" y="601135"/>
              <a:ext cx="779683" cy="230167"/>
            </a:xfrm>
            <a:prstGeom prst="round1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2" name="矩形: 圆角 611">
              <a:extLst>
                <a:ext uri="{FF2B5EF4-FFF2-40B4-BE49-F238E27FC236}">
                  <a16:creationId xmlns:a16="http://schemas.microsoft.com/office/drawing/2014/main" id="{207CAE79-3D07-574D-2B97-0100B9FA4CA8}"/>
                </a:ext>
              </a:extLst>
            </p:cNvPr>
            <p:cNvSpPr/>
            <p:nvPr/>
          </p:nvSpPr>
          <p:spPr>
            <a:xfrm flipH="1">
              <a:off x="6051087" y="633442"/>
              <a:ext cx="767939" cy="97294"/>
            </a:xfrm>
            <a:prstGeom prst="roundRect">
              <a:avLst>
                <a:gd name="adj" fmla="val 2937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13" name="直接连接符 612">
              <a:extLst>
                <a:ext uri="{FF2B5EF4-FFF2-40B4-BE49-F238E27FC236}">
                  <a16:creationId xmlns:a16="http://schemas.microsoft.com/office/drawing/2014/main" id="{1FEF2D77-74AB-996A-8F20-0A1B08A674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11828" y="764259"/>
              <a:ext cx="767941" cy="0"/>
            </a:xfrm>
            <a:prstGeom prst="line">
              <a:avLst/>
            </a:prstGeom>
            <a:ln>
              <a:solidFill>
                <a:srgbClr val="E6001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4" name="直接连接符 613">
              <a:extLst>
                <a:ext uri="{FF2B5EF4-FFF2-40B4-BE49-F238E27FC236}">
                  <a16:creationId xmlns:a16="http://schemas.microsoft.com/office/drawing/2014/main" id="{EFF7E65A-D3D3-7FAE-B893-063D8022AB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14848" y="633442"/>
              <a:ext cx="0" cy="9729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20365B5F-3DDC-0FB7-2821-8484862658C1}"/>
                </a:ext>
              </a:extLst>
            </p:cNvPr>
            <p:cNvCxnSpPr>
              <a:cxnSpLocks/>
            </p:cNvCxnSpPr>
            <p:nvPr/>
          </p:nvCxnSpPr>
          <p:spPr>
            <a:xfrm>
              <a:off x="3747086" y="568597"/>
              <a:ext cx="0" cy="295251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36" name="组合 635">
              <a:extLst>
                <a:ext uri="{FF2B5EF4-FFF2-40B4-BE49-F238E27FC236}">
                  <a16:creationId xmlns:a16="http://schemas.microsoft.com/office/drawing/2014/main" id="{AB7A1F1D-B785-1E91-5B1B-478403260D94}"/>
                </a:ext>
              </a:extLst>
            </p:cNvPr>
            <p:cNvGrpSpPr/>
            <p:nvPr/>
          </p:nvGrpSpPr>
          <p:grpSpPr>
            <a:xfrm>
              <a:off x="4548425" y="601135"/>
              <a:ext cx="771789" cy="230164"/>
              <a:chOff x="2969309" y="601138"/>
              <a:chExt cx="771789" cy="230164"/>
            </a:xfrm>
          </p:grpSpPr>
          <p:sp>
            <p:nvSpPr>
              <p:cNvPr id="637" name="矩形 636">
                <a:extLst>
                  <a:ext uri="{FF2B5EF4-FFF2-40B4-BE49-F238E27FC236}">
                    <a16:creationId xmlns:a16="http://schemas.microsoft.com/office/drawing/2014/main" id="{54C20067-116D-CF59-BA9C-01CBAE0EE9F5}"/>
                  </a:ext>
                </a:extLst>
              </p:cNvPr>
              <p:cNvSpPr/>
              <p:nvPr/>
            </p:nvSpPr>
            <p:spPr>
              <a:xfrm>
                <a:off x="2969309" y="601138"/>
                <a:ext cx="769621" cy="2301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8" name="矩形: 圆角 637">
                <a:extLst>
                  <a:ext uri="{FF2B5EF4-FFF2-40B4-BE49-F238E27FC236}">
                    <a16:creationId xmlns:a16="http://schemas.microsoft.com/office/drawing/2014/main" id="{93309D6F-3068-DC8B-9D4A-C58173975691}"/>
                  </a:ext>
                </a:extLst>
              </p:cNvPr>
              <p:cNvSpPr/>
              <p:nvPr/>
            </p:nvSpPr>
            <p:spPr>
              <a:xfrm>
                <a:off x="2971478" y="633445"/>
                <a:ext cx="769620" cy="97294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639" name="直接连接符 638">
                <a:extLst>
                  <a:ext uri="{FF2B5EF4-FFF2-40B4-BE49-F238E27FC236}">
                    <a16:creationId xmlns:a16="http://schemas.microsoft.com/office/drawing/2014/main" id="{F7C7872C-4037-B6D1-7720-1FB149DC0D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478" y="76426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0" name="直接连接符 639">
                <a:extLst>
                  <a:ext uri="{FF2B5EF4-FFF2-40B4-BE49-F238E27FC236}">
                    <a16:creationId xmlns:a16="http://schemas.microsoft.com/office/drawing/2014/main" id="{42D340CC-E6DE-1391-BBFC-293DAD8CBB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36399" y="63344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41" name="直接连接符 640">
              <a:extLst>
                <a:ext uri="{FF2B5EF4-FFF2-40B4-BE49-F238E27FC236}">
                  <a16:creationId xmlns:a16="http://schemas.microsoft.com/office/drawing/2014/main" id="{4410B86E-B27A-4F9C-76B8-AF8FE62B2513}"/>
                </a:ext>
              </a:extLst>
            </p:cNvPr>
            <p:cNvCxnSpPr>
              <a:cxnSpLocks/>
            </p:cNvCxnSpPr>
            <p:nvPr/>
          </p:nvCxnSpPr>
          <p:spPr>
            <a:xfrm>
              <a:off x="4537433" y="568597"/>
              <a:ext cx="0" cy="295251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42" name="组合 641">
              <a:extLst>
                <a:ext uri="{FF2B5EF4-FFF2-40B4-BE49-F238E27FC236}">
                  <a16:creationId xmlns:a16="http://schemas.microsoft.com/office/drawing/2014/main" id="{D5877B1B-94E0-3D65-E989-5AA59C76EE0F}"/>
                </a:ext>
              </a:extLst>
            </p:cNvPr>
            <p:cNvGrpSpPr/>
            <p:nvPr/>
          </p:nvGrpSpPr>
          <p:grpSpPr>
            <a:xfrm>
              <a:off x="5330874" y="601132"/>
              <a:ext cx="771789" cy="230164"/>
              <a:chOff x="2969309" y="601138"/>
              <a:chExt cx="771789" cy="230164"/>
            </a:xfrm>
          </p:grpSpPr>
          <p:sp>
            <p:nvSpPr>
              <p:cNvPr id="643" name="矩形 642">
                <a:extLst>
                  <a:ext uri="{FF2B5EF4-FFF2-40B4-BE49-F238E27FC236}">
                    <a16:creationId xmlns:a16="http://schemas.microsoft.com/office/drawing/2014/main" id="{F922620D-AFCA-9D5C-1E34-457825B026CE}"/>
                  </a:ext>
                </a:extLst>
              </p:cNvPr>
              <p:cNvSpPr/>
              <p:nvPr/>
            </p:nvSpPr>
            <p:spPr>
              <a:xfrm>
                <a:off x="2969309" y="601138"/>
                <a:ext cx="769621" cy="2301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4" name="矩形: 圆角 643">
                <a:extLst>
                  <a:ext uri="{FF2B5EF4-FFF2-40B4-BE49-F238E27FC236}">
                    <a16:creationId xmlns:a16="http://schemas.microsoft.com/office/drawing/2014/main" id="{71DB3113-282A-8209-DF41-195D795C4569}"/>
                  </a:ext>
                </a:extLst>
              </p:cNvPr>
              <p:cNvSpPr/>
              <p:nvPr/>
            </p:nvSpPr>
            <p:spPr>
              <a:xfrm>
                <a:off x="2971478" y="633445"/>
                <a:ext cx="769620" cy="97294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645" name="直接连接符 644">
                <a:extLst>
                  <a:ext uri="{FF2B5EF4-FFF2-40B4-BE49-F238E27FC236}">
                    <a16:creationId xmlns:a16="http://schemas.microsoft.com/office/drawing/2014/main" id="{8BF504F2-224A-7D68-1100-57EA1CB797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478" y="76426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6" name="直接连接符 645">
                <a:extLst>
                  <a:ext uri="{FF2B5EF4-FFF2-40B4-BE49-F238E27FC236}">
                    <a16:creationId xmlns:a16="http://schemas.microsoft.com/office/drawing/2014/main" id="{06C3E5B0-50C7-9083-E2F9-5C19E038F2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36399" y="63344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47" name="直接连接符 646">
              <a:extLst>
                <a:ext uri="{FF2B5EF4-FFF2-40B4-BE49-F238E27FC236}">
                  <a16:creationId xmlns:a16="http://schemas.microsoft.com/office/drawing/2014/main" id="{19CAAFD1-6838-1806-E4A6-4AD438C5D009}"/>
                </a:ext>
              </a:extLst>
            </p:cNvPr>
            <p:cNvCxnSpPr>
              <a:cxnSpLocks/>
            </p:cNvCxnSpPr>
            <p:nvPr/>
          </p:nvCxnSpPr>
          <p:spPr>
            <a:xfrm>
              <a:off x="5319882" y="568594"/>
              <a:ext cx="0" cy="295251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5" name="直接连接符 614">
              <a:extLst>
                <a:ext uri="{FF2B5EF4-FFF2-40B4-BE49-F238E27FC236}">
                  <a16:creationId xmlns:a16="http://schemas.microsoft.com/office/drawing/2014/main" id="{0EB417B6-DEEA-816F-5F25-745A204737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4161" y="568594"/>
              <a:ext cx="0" cy="295251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矩形 3">
            <a:extLst>
              <a:ext uri="{FF2B5EF4-FFF2-40B4-BE49-F238E27FC236}">
                <a16:creationId xmlns:a16="http://schemas.microsoft.com/office/drawing/2014/main" id="{1BD73B11-D980-56E7-43AD-8AB8C6DD1F7E}"/>
              </a:ext>
            </a:extLst>
          </p:cNvPr>
          <p:cNvSpPr/>
          <p:nvPr/>
        </p:nvSpPr>
        <p:spPr>
          <a:xfrm>
            <a:off x="0" y="0"/>
            <a:ext cx="8999538" cy="438912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8477DF52-173E-CB64-A567-775B94172C98}"/>
              </a:ext>
            </a:extLst>
          </p:cNvPr>
          <p:cNvSpPr/>
          <p:nvPr/>
        </p:nvSpPr>
        <p:spPr>
          <a:xfrm>
            <a:off x="2408841" y="54864"/>
            <a:ext cx="4181856" cy="329184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53" name="组合 152">
            <a:extLst>
              <a:ext uri="{FF2B5EF4-FFF2-40B4-BE49-F238E27FC236}">
                <a16:creationId xmlns:a16="http://schemas.microsoft.com/office/drawing/2014/main" id="{55125DF4-B56A-9292-322B-6271DACA4F93}"/>
              </a:ext>
            </a:extLst>
          </p:cNvPr>
          <p:cNvGrpSpPr/>
          <p:nvPr/>
        </p:nvGrpSpPr>
        <p:grpSpPr>
          <a:xfrm>
            <a:off x="390597" y="4959"/>
            <a:ext cx="1280134" cy="431250"/>
            <a:chOff x="188770" y="-11103"/>
            <a:chExt cx="1280134" cy="431250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E5729F76-9C12-4AE9-5B92-699BDEA10D41}"/>
                </a:ext>
              </a:extLst>
            </p:cNvPr>
            <p:cNvSpPr/>
            <p:nvPr/>
          </p:nvSpPr>
          <p:spPr>
            <a:xfrm>
              <a:off x="188770" y="47240"/>
              <a:ext cx="1221882" cy="329184"/>
            </a:xfrm>
            <a:prstGeom prst="roundRect">
              <a:avLst>
                <a:gd name="adj" fmla="val 1882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8" name="文本框 147">
              <a:extLst>
                <a:ext uri="{FF2B5EF4-FFF2-40B4-BE49-F238E27FC236}">
                  <a16:creationId xmlns:a16="http://schemas.microsoft.com/office/drawing/2014/main" id="{749B58AB-0A8A-486F-A3D8-AEDB8DA9A645}"/>
                </a:ext>
              </a:extLst>
            </p:cNvPr>
            <p:cNvSpPr txBox="1"/>
            <p:nvPr/>
          </p:nvSpPr>
          <p:spPr>
            <a:xfrm>
              <a:off x="496280" y="-11103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黑体" panose="02010609060101010101" pitchFamily="49" charset="-122"/>
                  <a:ea typeface="黑体" panose="02010609060101010101" pitchFamily="49" charset="-122"/>
                </a:rPr>
                <a:t>天海地铁</a:t>
              </a:r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A7FB0803-C877-6682-2623-3D64AFC03559}"/>
                </a:ext>
              </a:extLst>
            </p:cNvPr>
            <p:cNvSpPr txBox="1"/>
            <p:nvPr/>
          </p:nvSpPr>
          <p:spPr>
            <a:xfrm>
              <a:off x="500369" y="204703"/>
              <a:ext cx="96853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00" dirty="0" err="1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Tianhai</a:t>
              </a:r>
              <a:r>
                <a:rPr lang="en-US" altLang="zh-CN" sz="800" dirty="0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 Metro</a:t>
              </a:r>
              <a:endParaRPr lang="zh-CN" altLang="en-US" sz="800" dirty="0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endParaRPr>
            </a:p>
          </p:txBody>
        </p:sp>
        <p:pic>
          <p:nvPicPr>
            <p:cNvPr id="152" name="图片 151">
              <a:extLst>
                <a:ext uri="{FF2B5EF4-FFF2-40B4-BE49-F238E27FC236}">
                  <a16:creationId xmlns:a16="http://schemas.microsoft.com/office/drawing/2014/main" id="{24F182C8-7399-62AB-2AF9-6DE9A9385AF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7754" y="54959"/>
              <a:ext cx="313746" cy="313746"/>
            </a:xfrm>
            <a:prstGeom prst="rect">
              <a:avLst/>
            </a:prstGeom>
          </p:spPr>
        </p:pic>
      </p:grpSp>
      <p:sp>
        <p:nvSpPr>
          <p:cNvPr id="167" name="文本框 166">
            <a:extLst>
              <a:ext uri="{FF2B5EF4-FFF2-40B4-BE49-F238E27FC236}">
                <a16:creationId xmlns:a16="http://schemas.microsoft.com/office/drawing/2014/main" id="{88444758-79AF-C0A8-CD8E-76A741B3DA0F}"/>
              </a:ext>
            </a:extLst>
          </p:cNvPr>
          <p:cNvSpPr txBox="1"/>
          <p:nvPr/>
        </p:nvSpPr>
        <p:spPr>
          <a:xfrm>
            <a:off x="7601248" y="16203"/>
            <a:ext cx="1847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75" name="组合 174">
            <a:extLst>
              <a:ext uri="{FF2B5EF4-FFF2-40B4-BE49-F238E27FC236}">
                <a16:creationId xmlns:a16="http://schemas.microsoft.com/office/drawing/2014/main" id="{6067B1C0-B868-6D11-D220-D2D479B6EA93}"/>
              </a:ext>
            </a:extLst>
          </p:cNvPr>
          <p:cNvGrpSpPr/>
          <p:nvPr/>
        </p:nvGrpSpPr>
        <p:grpSpPr>
          <a:xfrm>
            <a:off x="8140497" y="13642"/>
            <a:ext cx="821036" cy="400110"/>
            <a:chOff x="1526333" y="4012"/>
            <a:chExt cx="821036" cy="400110"/>
          </a:xfrm>
        </p:grpSpPr>
        <p:sp>
          <p:nvSpPr>
            <p:cNvPr id="176" name="矩形: 圆角 175">
              <a:extLst>
                <a:ext uri="{FF2B5EF4-FFF2-40B4-BE49-F238E27FC236}">
                  <a16:creationId xmlns:a16="http://schemas.microsoft.com/office/drawing/2014/main" id="{155C4E86-6C05-BAA2-9F1B-45C299C26753}"/>
                </a:ext>
              </a:extLst>
            </p:cNvPr>
            <p:cNvSpPr/>
            <p:nvPr/>
          </p:nvSpPr>
          <p:spPr>
            <a:xfrm flipH="1">
              <a:off x="1526333" y="54864"/>
              <a:ext cx="753551" cy="329184"/>
            </a:xfrm>
            <a:prstGeom prst="roundRect">
              <a:avLst>
                <a:gd name="adj" fmla="val 1882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7" name="文本框 176">
              <a:extLst>
                <a:ext uri="{FF2B5EF4-FFF2-40B4-BE49-F238E27FC236}">
                  <a16:creationId xmlns:a16="http://schemas.microsoft.com/office/drawing/2014/main" id="{24CFD2FE-CC7F-6368-3E77-8C76C8B4F402}"/>
                </a:ext>
              </a:extLst>
            </p:cNvPr>
            <p:cNvSpPr txBox="1"/>
            <p:nvPr/>
          </p:nvSpPr>
          <p:spPr>
            <a:xfrm>
              <a:off x="1792890" y="4012"/>
              <a:ext cx="5544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latin typeface="黑体" panose="02010609060101010101" pitchFamily="49" charset="-122"/>
                  <a:ea typeface="黑体" panose="02010609060101010101" pitchFamily="49" charset="-122"/>
                </a:rPr>
                <a:t>号线</a:t>
              </a:r>
              <a:endPara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r>
                <a:rPr lang="en-US" altLang="zh-CN" sz="800" dirty="0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 Line</a:t>
              </a:r>
              <a:endParaRPr lang="zh-CN" altLang="en-US" sz="800" dirty="0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endParaRPr>
            </a:p>
          </p:txBody>
        </p:sp>
        <p:sp>
          <p:nvSpPr>
            <p:cNvPr id="178" name="矩形: 圆角 177">
              <a:extLst>
                <a:ext uri="{FF2B5EF4-FFF2-40B4-BE49-F238E27FC236}">
                  <a16:creationId xmlns:a16="http://schemas.microsoft.com/office/drawing/2014/main" id="{87111C7E-7267-4A2B-7AFF-54DDF3BB9CB5}"/>
                </a:ext>
              </a:extLst>
            </p:cNvPr>
            <p:cNvSpPr/>
            <p:nvPr/>
          </p:nvSpPr>
          <p:spPr>
            <a:xfrm flipH="1">
              <a:off x="1557516" y="75456"/>
              <a:ext cx="288000" cy="288000"/>
            </a:xfrm>
            <a:prstGeom prst="roundRect">
              <a:avLst>
                <a:gd name="adj" fmla="val 18827"/>
              </a:avLst>
            </a:prstGeom>
            <a:solidFill>
              <a:srgbClr val="E6001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9" name="文本框 178">
              <a:extLst>
                <a:ext uri="{FF2B5EF4-FFF2-40B4-BE49-F238E27FC236}">
                  <a16:creationId xmlns:a16="http://schemas.microsoft.com/office/drawing/2014/main" id="{FB5472E6-0700-12DA-A62B-91F0EE8E8CE0}"/>
                </a:ext>
              </a:extLst>
            </p:cNvPr>
            <p:cNvSpPr txBox="1"/>
            <p:nvPr/>
          </p:nvSpPr>
          <p:spPr>
            <a:xfrm>
              <a:off x="1542658" y="34790"/>
              <a:ext cx="317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1</a:t>
              </a:r>
              <a:endParaRPr lang="zh-CN" altLang="en-US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sp>
        <p:nvSpPr>
          <p:cNvPr id="181" name="矩形: 圆角 180">
            <a:extLst>
              <a:ext uri="{FF2B5EF4-FFF2-40B4-BE49-F238E27FC236}">
                <a16:creationId xmlns:a16="http://schemas.microsoft.com/office/drawing/2014/main" id="{4DB99B06-128B-5311-79A9-26107CDA783D}"/>
              </a:ext>
            </a:extLst>
          </p:cNvPr>
          <p:cNvSpPr/>
          <p:nvPr/>
        </p:nvSpPr>
        <p:spPr>
          <a:xfrm flipH="1">
            <a:off x="7121513" y="62216"/>
            <a:ext cx="959469" cy="329184"/>
          </a:xfrm>
          <a:prstGeom prst="roundRect">
            <a:avLst>
              <a:gd name="adj" fmla="val 188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6" name="文本框 185">
            <a:extLst>
              <a:ext uri="{FF2B5EF4-FFF2-40B4-BE49-F238E27FC236}">
                <a16:creationId xmlns:a16="http://schemas.microsoft.com/office/drawing/2014/main" id="{2A8EFD9D-33D6-F35F-4AB9-F7C447453B13}"/>
              </a:ext>
            </a:extLst>
          </p:cNvPr>
          <p:cNvSpPr txBox="1"/>
          <p:nvPr/>
        </p:nvSpPr>
        <p:spPr>
          <a:xfrm>
            <a:off x="7075351" y="24834"/>
            <a:ext cx="10502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dirty="0">
                <a:latin typeface="黑体" panose="02010609060101010101" pitchFamily="49" charset="-122"/>
                <a:ea typeface="黑体" panose="02010609060101010101" pitchFamily="49" charset="-122"/>
              </a:rPr>
              <a:t>终点站</a:t>
            </a:r>
            <a:r>
              <a:rPr lang="en-US" altLang="zh-CN" sz="900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900" dirty="0">
                <a:latin typeface="黑体" panose="02010609060101010101" pitchFamily="49" charset="-122"/>
                <a:ea typeface="黑体" panose="02010609060101010101" pitchFamily="49" charset="-122"/>
              </a:rPr>
              <a:t>天海北站</a:t>
            </a:r>
          </a:p>
        </p:txBody>
      </p:sp>
      <p:pic>
        <p:nvPicPr>
          <p:cNvPr id="189" name="图片 188">
            <a:extLst>
              <a:ext uri="{FF2B5EF4-FFF2-40B4-BE49-F238E27FC236}">
                <a16:creationId xmlns:a16="http://schemas.microsoft.com/office/drawing/2014/main" id="{D57802D9-E473-446C-569B-4D2B07121C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5821" y="196261"/>
            <a:ext cx="789348" cy="228967"/>
          </a:xfrm>
          <a:prstGeom prst="rect">
            <a:avLst/>
          </a:prstGeom>
        </p:spPr>
      </p:pic>
      <p:sp>
        <p:nvSpPr>
          <p:cNvPr id="461" name="文本框 460">
            <a:extLst>
              <a:ext uri="{FF2B5EF4-FFF2-40B4-BE49-F238E27FC236}">
                <a16:creationId xmlns:a16="http://schemas.microsoft.com/office/drawing/2014/main" id="{F0825353-6EC1-AE2D-C8D9-F248969CE83A}"/>
              </a:ext>
            </a:extLst>
          </p:cNvPr>
          <p:cNvSpPr txBox="1"/>
          <p:nvPr/>
        </p:nvSpPr>
        <p:spPr>
          <a:xfrm>
            <a:off x="3531394" y="34532"/>
            <a:ext cx="19367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0014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天海</a:t>
            </a:r>
            <a:r>
              <a:rPr lang="zh-CN" altLang="en-US" sz="1600" b="1" dirty="0">
                <a:solidFill>
                  <a:srgbClr val="E6001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地铁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幸福相伴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0CA4799-31A1-5671-7A9C-B78DAEFDE495}"/>
              </a:ext>
            </a:extLst>
          </p:cNvPr>
          <p:cNvSpPr txBox="1"/>
          <p:nvPr/>
        </p:nvSpPr>
        <p:spPr>
          <a:xfrm>
            <a:off x="2043787" y="1066721"/>
            <a:ext cx="69557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zh-CN" sz="1600" dirty="0">
                <a:latin typeface="+mn-ea"/>
              </a:rPr>
              <a:t>长风破浪连天际，星海入城伴潮生</a:t>
            </a:r>
            <a:r>
              <a:rPr lang="zh-CN" altLang="en-US" sz="1600" dirty="0">
                <a:latin typeface="+mn-ea"/>
              </a:rPr>
              <a:t>。</a:t>
            </a:r>
            <a:r>
              <a:rPr lang="zh-CN" altLang="zh-CN" sz="1600" dirty="0">
                <a:latin typeface="+mn-ea"/>
              </a:rPr>
              <a:t>天海地铁带您穿梭于繁华与蔚蓝之间。</a:t>
            </a:r>
            <a:endParaRPr lang="zh-CN" altLang="en-US" sz="1600" dirty="0">
              <a:latin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B038B83-07F5-B8C4-8AEB-ECA6CF0ECA88}"/>
              </a:ext>
            </a:extLst>
          </p:cNvPr>
          <p:cNvSpPr txBox="1"/>
          <p:nvPr/>
        </p:nvSpPr>
        <p:spPr>
          <a:xfrm>
            <a:off x="7803361" y="493776"/>
            <a:ext cx="10246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海宁区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1000" dirty="0">
                <a:latin typeface="+mn-ea"/>
              </a:rPr>
              <a:t>Haining</a:t>
            </a:r>
            <a:r>
              <a:rPr lang="zh-CN" altLang="zh-CN" sz="1000" dirty="0">
                <a:latin typeface="+mn-ea"/>
              </a:rPr>
              <a:t> District</a:t>
            </a:r>
            <a:endParaRPr lang="zh-CN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78617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9414E-6 8.37927E-7 L 0.88287 8.37927E-7 " pathEditMode="relative" rAng="0" ptsTypes="AA">
                                      <p:cBhvr>
                                        <p:cTn id="6" dur="1500" fill="hold"/>
                                        <p:tgtEl>
                                          <p:spTgt spid="6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13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500"/>
                            </p:stCondLst>
                            <p:childTnLst>
                              <p:par>
                                <p:cTn id="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B8C1E-6BB4-1E96-6B3A-FD98A1232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>
            <a:extLst>
              <a:ext uri="{FF2B5EF4-FFF2-40B4-BE49-F238E27FC236}">
                <a16:creationId xmlns:a16="http://schemas.microsoft.com/office/drawing/2014/main" id="{03E8216A-1788-56B2-F49C-EABC2FDE06CF}"/>
              </a:ext>
            </a:extLst>
          </p:cNvPr>
          <p:cNvSpPr txBox="1"/>
          <p:nvPr/>
        </p:nvSpPr>
        <p:spPr>
          <a:xfrm>
            <a:off x="68058" y="425228"/>
            <a:ext cx="203132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海宁公园</a:t>
            </a:r>
            <a:endParaRPr lang="en-US" altLang="zh-CN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2000" dirty="0">
                <a:latin typeface="+mn-ea"/>
              </a:rPr>
              <a:t>Haining Park.</a:t>
            </a:r>
            <a:endParaRPr lang="zh-CN" altLang="en-US" sz="2000" dirty="0">
              <a:latin typeface="+mn-ea"/>
            </a:endParaRPr>
          </a:p>
        </p:txBody>
      </p:sp>
      <p:grpSp>
        <p:nvGrpSpPr>
          <p:cNvPr id="648" name="组合 647">
            <a:extLst>
              <a:ext uri="{FF2B5EF4-FFF2-40B4-BE49-F238E27FC236}">
                <a16:creationId xmlns:a16="http://schemas.microsoft.com/office/drawing/2014/main" id="{F7C3E365-30F6-80E6-9DBD-473482E0A628}"/>
              </a:ext>
            </a:extLst>
          </p:cNvPr>
          <p:cNvGrpSpPr/>
          <p:nvPr/>
        </p:nvGrpSpPr>
        <p:grpSpPr>
          <a:xfrm>
            <a:off x="-4835331" y="564611"/>
            <a:ext cx="4713780" cy="347183"/>
            <a:chOff x="2180050" y="555098"/>
            <a:chExt cx="4713780" cy="347183"/>
          </a:xfrm>
        </p:grpSpPr>
        <p:grpSp>
          <p:nvGrpSpPr>
            <p:cNvPr id="631" name="组合 630">
              <a:extLst>
                <a:ext uri="{FF2B5EF4-FFF2-40B4-BE49-F238E27FC236}">
                  <a16:creationId xmlns:a16="http://schemas.microsoft.com/office/drawing/2014/main" id="{FE102EFF-2017-7150-5864-B045650B1C12}"/>
                </a:ext>
              </a:extLst>
            </p:cNvPr>
            <p:cNvGrpSpPr/>
            <p:nvPr/>
          </p:nvGrpSpPr>
          <p:grpSpPr>
            <a:xfrm>
              <a:off x="3758078" y="601135"/>
              <a:ext cx="771789" cy="230164"/>
              <a:chOff x="2969309" y="601138"/>
              <a:chExt cx="771789" cy="230164"/>
            </a:xfrm>
          </p:grpSpPr>
          <p:sp>
            <p:nvSpPr>
              <p:cNvPr id="632" name="矩形 631">
                <a:extLst>
                  <a:ext uri="{FF2B5EF4-FFF2-40B4-BE49-F238E27FC236}">
                    <a16:creationId xmlns:a16="http://schemas.microsoft.com/office/drawing/2014/main" id="{37EC5241-DC9A-343A-E618-AA9EC0524618}"/>
                  </a:ext>
                </a:extLst>
              </p:cNvPr>
              <p:cNvSpPr/>
              <p:nvPr/>
            </p:nvSpPr>
            <p:spPr>
              <a:xfrm>
                <a:off x="2969309" y="601138"/>
                <a:ext cx="769621" cy="2301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3" name="矩形: 圆角 632">
                <a:extLst>
                  <a:ext uri="{FF2B5EF4-FFF2-40B4-BE49-F238E27FC236}">
                    <a16:creationId xmlns:a16="http://schemas.microsoft.com/office/drawing/2014/main" id="{4BE3684C-8FFD-1329-75B6-9F5A8C93CE2A}"/>
                  </a:ext>
                </a:extLst>
              </p:cNvPr>
              <p:cNvSpPr/>
              <p:nvPr/>
            </p:nvSpPr>
            <p:spPr>
              <a:xfrm>
                <a:off x="2971478" y="633445"/>
                <a:ext cx="769620" cy="97294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634" name="直接连接符 633">
                <a:extLst>
                  <a:ext uri="{FF2B5EF4-FFF2-40B4-BE49-F238E27FC236}">
                    <a16:creationId xmlns:a16="http://schemas.microsoft.com/office/drawing/2014/main" id="{C096E3C6-0DB9-06A5-07DB-DE53324022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478" y="76426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5" name="直接连接符 634">
                <a:extLst>
                  <a:ext uri="{FF2B5EF4-FFF2-40B4-BE49-F238E27FC236}">
                    <a16:creationId xmlns:a16="http://schemas.microsoft.com/office/drawing/2014/main" id="{4368D68F-5D1A-67D2-0BD9-EA5BDF1FD1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36399" y="63344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03" name="组合 602">
              <a:extLst>
                <a:ext uri="{FF2B5EF4-FFF2-40B4-BE49-F238E27FC236}">
                  <a16:creationId xmlns:a16="http://schemas.microsoft.com/office/drawing/2014/main" id="{005F1F20-6712-B1BA-4C26-3A707FA58278}"/>
                </a:ext>
              </a:extLst>
            </p:cNvPr>
            <p:cNvGrpSpPr/>
            <p:nvPr/>
          </p:nvGrpSpPr>
          <p:grpSpPr>
            <a:xfrm>
              <a:off x="2969309" y="601138"/>
              <a:ext cx="771789" cy="230164"/>
              <a:chOff x="2969309" y="601138"/>
              <a:chExt cx="771789" cy="230164"/>
            </a:xfrm>
          </p:grpSpPr>
          <p:sp>
            <p:nvSpPr>
              <p:cNvPr id="602" name="矩形 601">
                <a:extLst>
                  <a:ext uri="{FF2B5EF4-FFF2-40B4-BE49-F238E27FC236}">
                    <a16:creationId xmlns:a16="http://schemas.microsoft.com/office/drawing/2014/main" id="{45387807-930E-C09F-C679-BE52590393F6}"/>
                  </a:ext>
                </a:extLst>
              </p:cNvPr>
              <p:cNvSpPr/>
              <p:nvPr/>
            </p:nvSpPr>
            <p:spPr>
              <a:xfrm>
                <a:off x="2969309" y="601138"/>
                <a:ext cx="769621" cy="2301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5" name="矩形: 圆角 134">
                <a:extLst>
                  <a:ext uri="{FF2B5EF4-FFF2-40B4-BE49-F238E27FC236}">
                    <a16:creationId xmlns:a16="http://schemas.microsoft.com/office/drawing/2014/main" id="{3448B38C-4632-2894-D7B1-82DCA9A7E70F}"/>
                  </a:ext>
                </a:extLst>
              </p:cNvPr>
              <p:cNvSpPr/>
              <p:nvPr/>
            </p:nvSpPr>
            <p:spPr>
              <a:xfrm>
                <a:off x="2971478" y="633445"/>
                <a:ext cx="769620" cy="97294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36" name="直接连接符 135">
                <a:extLst>
                  <a:ext uri="{FF2B5EF4-FFF2-40B4-BE49-F238E27FC236}">
                    <a16:creationId xmlns:a16="http://schemas.microsoft.com/office/drawing/2014/main" id="{3D9EF179-E72E-F5F8-0ACB-787B7CA4B1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478" y="76426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直接连接符 136">
                <a:extLst>
                  <a:ext uri="{FF2B5EF4-FFF2-40B4-BE49-F238E27FC236}">
                    <a16:creationId xmlns:a16="http://schemas.microsoft.com/office/drawing/2014/main" id="{AAD710D3-ED06-5E0A-2BCF-DD519DA503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36399" y="63344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4" name="组合 183">
              <a:extLst>
                <a:ext uri="{FF2B5EF4-FFF2-40B4-BE49-F238E27FC236}">
                  <a16:creationId xmlns:a16="http://schemas.microsoft.com/office/drawing/2014/main" id="{B749874F-9578-8AEE-2889-191FAC2F57B9}"/>
                </a:ext>
              </a:extLst>
            </p:cNvPr>
            <p:cNvGrpSpPr/>
            <p:nvPr/>
          </p:nvGrpSpPr>
          <p:grpSpPr>
            <a:xfrm flipH="1">
              <a:off x="6096902" y="601138"/>
              <a:ext cx="796928" cy="230167"/>
              <a:chOff x="2533557" y="715860"/>
              <a:chExt cx="796928" cy="230167"/>
            </a:xfrm>
          </p:grpSpPr>
          <p:sp>
            <p:nvSpPr>
              <p:cNvPr id="187" name="矩形: 圆角 186">
                <a:extLst>
                  <a:ext uri="{FF2B5EF4-FFF2-40B4-BE49-F238E27FC236}">
                    <a16:creationId xmlns:a16="http://schemas.microsoft.com/office/drawing/2014/main" id="{B74E3338-6709-329A-596D-9452D4BDB246}"/>
                  </a:ext>
                </a:extLst>
              </p:cNvPr>
              <p:cNvSpPr/>
              <p:nvPr/>
            </p:nvSpPr>
            <p:spPr>
              <a:xfrm>
                <a:off x="2533557" y="715860"/>
                <a:ext cx="783274" cy="230167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8" name="矩形: 圆角 187">
                <a:extLst>
                  <a:ext uri="{FF2B5EF4-FFF2-40B4-BE49-F238E27FC236}">
                    <a16:creationId xmlns:a16="http://schemas.microsoft.com/office/drawing/2014/main" id="{45CF2D12-2B8F-9308-90C7-5BF87AA796E8}"/>
                  </a:ext>
                </a:extLst>
              </p:cNvPr>
              <p:cNvSpPr/>
              <p:nvPr/>
            </p:nvSpPr>
            <p:spPr>
              <a:xfrm>
                <a:off x="2601967" y="748165"/>
                <a:ext cx="728518" cy="97294"/>
              </a:xfrm>
              <a:prstGeom prst="roundRect">
                <a:avLst>
                  <a:gd name="adj" fmla="val 2937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91" name="直接连接符 190">
                <a:extLst>
                  <a:ext uri="{FF2B5EF4-FFF2-40B4-BE49-F238E27FC236}">
                    <a16:creationId xmlns:a16="http://schemas.microsoft.com/office/drawing/2014/main" id="{5DF462BF-A92B-D2F2-79B4-F8E3A7F8E4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41223" y="87898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" name="直接连接符 255">
                <a:extLst>
                  <a:ext uri="{FF2B5EF4-FFF2-40B4-BE49-F238E27FC236}">
                    <a16:creationId xmlns:a16="http://schemas.microsoft.com/office/drawing/2014/main" id="{944F392F-D248-DE05-36C8-ED65DC8065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06144" y="74816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09" name="组合 608">
              <a:extLst>
                <a:ext uri="{FF2B5EF4-FFF2-40B4-BE49-F238E27FC236}">
                  <a16:creationId xmlns:a16="http://schemas.microsoft.com/office/drawing/2014/main" id="{2349C22E-A739-CB28-7161-FEFEF1D6A365}"/>
                </a:ext>
              </a:extLst>
            </p:cNvPr>
            <p:cNvGrpSpPr/>
            <p:nvPr/>
          </p:nvGrpSpPr>
          <p:grpSpPr>
            <a:xfrm>
              <a:off x="2180050" y="568597"/>
              <a:ext cx="836837" cy="295251"/>
              <a:chOff x="2180050" y="568597"/>
              <a:chExt cx="836837" cy="295251"/>
            </a:xfrm>
          </p:grpSpPr>
          <p:sp>
            <p:nvSpPr>
              <p:cNvPr id="601" name="矩形: 单圆角 600">
                <a:extLst>
                  <a:ext uri="{FF2B5EF4-FFF2-40B4-BE49-F238E27FC236}">
                    <a16:creationId xmlns:a16="http://schemas.microsoft.com/office/drawing/2014/main" id="{8074368C-A6D6-463D-710E-752E99A61769}"/>
                  </a:ext>
                </a:extLst>
              </p:cNvPr>
              <p:cNvSpPr/>
              <p:nvPr/>
            </p:nvSpPr>
            <p:spPr>
              <a:xfrm flipH="1">
                <a:off x="2180050" y="601138"/>
                <a:ext cx="779683" cy="230167"/>
              </a:xfrm>
              <a:prstGeom prst="round1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8" name="矩形: 圆角 507">
                <a:extLst>
                  <a:ext uri="{FF2B5EF4-FFF2-40B4-BE49-F238E27FC236}">
                    <a16:creationId xmlns:a16="http://schemas.microsoft.com/office/drawing/2014/main" id="{A7F948CF-CD76-B988-A2CA-A522D1CA39A9}"/>
                  </a:ext>
                </a:extLst>
              </p:cNvPr>
              <p:cNvSpPr/>
              <p:nvPr/>
            </p:nvSpPr>
            <p:spPr>
              <a:xfrm>
                <a:off x="2248948" y="633445"/>
                <a:ext cx="767939" cy="97294"/>
              </a:xfrm>
              <a:prstGeom prst="roundRect">
                <a:avLst>
                  <a:gd name="adj" fmla="val 2937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509" name="直接连接符 508">
                <a:extLst>
                  <a:ext uri="{FF2B5EF4-FFF2-40B4-BE49-F238E27FC236}">
                    <a16:creationId xmlns:a16="http://schemas.microsoft.com/office/drawing/2014/main" id="{6FBBE18D-895D-F0A9-9301-C4DCB51126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88205" y="76426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0" name="直接连接符 509">
                <a:extLst>
                  <a:ext uri="{FF2B5EF4-FFF2-40B4-BE49-F238E27FC236}">
                    <a16:creationId xmlns:a16="http://schemas.microsoft.com/office/drawing/2014/main" id="{D7FC4617-EBD9-6052-B4EA-4F8754C85A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53126" y="63344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6" name="直接连接符 505">
                <a:extLst>
                  <a:ext uri="{FF2B5EF4-FFF2-40B4-BE49-F238E27FC236}">
                    <a16:creationId xmlns:a16="http://schemas.microsoft.com/office/drawing/2014/main" id="{BF3486AA-C031-B91D-DABF-A0E4851FCE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63813" y="568597"/>
                <a:ext cx="0" cy="295251"/>
              </a:xfrm>
              <a:prstGeom prst="line">
                <a:avLst/>
              </a:prstGeom>
              <a:ln w="254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2" name="矩形 161">
              <a:extLst>
                <a:ext uri="{FF2B5EF4-FFF2-40B4-BE49-F238E27FC236}">
                  <a16:creationId xmlns:a16="http://schemas.microsoft.com/office/drawing/2014/main" id="{97238E26-6D05-F429-142E-D4827B647A54}"/>
                </a:ext>
              </a:extLst>
            </p:cNvPr>
            <p:cNvSpPr/>
            <p:nvPr/>
          </p:nvSpPr>
          <p:spPr>
            <a:xfrm>
              <a:off x="3758981" y="555098"/>
              <a:ext cx="790456" cy="347183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b="1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当前车厢</a:t>
              </a:r>
              <a:endParaRPr lang="en-US" altLang="zh-CN" sz="11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ctr"/>
              <a:r>
                <a:rPr lang="zh-CN" altLang="zh-CN" sz="800" dirty="0"/>
                <a:t>Current Car</a:t>
              </a:r>
            </a:p>
          </p:txBody>
        </p:sp>
        <p:sp>
          <p:nvSpPr>
            <p:cNvPr id="611" name="矩形: 单圆角 610">
              <a:extLst>
                <a:ext uri="{FF2B5EF4-FFF2-40B4-BE49-F238E27FC236}">
                  <a16:creationId xmlns:a16="http://schemas.microsoft.com/office/drawing/2014/main" id="{A0B9D5B5-7E41-B1F0-941E-5D5CCE0EFEC3}"/>
                </a:ext>
              </a:extLst>
            </p:cNvPr>
            <p:cNvSpPr/>
            <p:nvPr/>
          </p:nvSpPr>
          <p:spPr>
            <a:xfrm>
              <a:off x="6108241" y="601135"/>
              <a:ext cx="779683" cy="230167"/>
            </a:xfrm>
            <a:prstGeom prst="round1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2" name="矩形: 圆角 611">
              <a:extLst>
                <a:ext uri="{FF2B5EF4-FFF2-40B4-BE49-F238E27FC236}">
                  <a16:creationId xmlns:a16="http://schemas.microsoft.com/office/drawing/2014/main" id="{41F865AB-C46F-02EF-9D59-AB6840A83420}"/>
                </a:ext>
              </a:extLst>
            </p:cNvPr>
            <p:cNvSpPr/>
            <p:nvPr/>
          </p:nvSpPr>
          <p:spPr>
            <a:xfrm flipH="1">
              <a:off x="6051087" y="633442"/>
              <a:ext cx="767939" cy="97294"/>
            </a:xfrm>
            <a:prstGeom prst="roundRect">
              <a:avLst>
                <a:gd name="adj" fmla="val 2937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13" name="直接连接符 612">
              <a:extLst>
                <a:ext uri="{FF2B5EF4-FFF2-40B4-BE49-F238E27FC236}">
                  <a16:creationId xmlns:a16="http://schemas.microsoft.com/office/drawing/2014/main" id="{486CB70A-694F-6EBC-1598-5F9F27179D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11828" y="764259"/>
              <a:ext cx="767941" cy="0"/>
            </a:xfrm>
            <a:prstGeom prst="line">
              <a:avLst/>
            </a:prstGeom>
            <a:ln>
              <a:solidFill>
                <a:srgbClr val="E6001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4" name="直接连接符 613">
              <a:extLst>
                <a:ext uri="{FF2B5EF4-FFF2-40B4-BE49-F238E27FC236}">
                  <a16:creationId xmlns:a16="http://schemas.microsoft.com/office/drawing/2014/main" id="{7B52D2CA-8866-4612-70D9-B45496FA2B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14848" y="633442"/>
              <a:ext cx="0" cy="9729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5BAFA06A-2CBB-6365-712C-21FBBC069CAB}"/>
                </a:ext>
              </a:extLst>
            </p:cNvPr>
            <p:cNvCxnSpPr>
              <a:cxnSpLocks/>
            </p:cNvCxnSpPr>
            <p:nvPr/>
          </p:nvCxnSpPr>
          <p:spPr>
            <a:xfrm>
              <a:off x="3747086" y="568597"/>
              <a:ext cx="0" cy="295251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36" name="组合 635">
              <a:extLst>
                <a:ext uri="{FF2B5EF4-FFF2-40B4-BE49-F238E27FC236}">
                  <a16:creationId xmlns:a16="http://schemas.microsoft.com/office/drawing/2014/main" id="{84B49775-DCBA-B259-11C9-8BDDD83C9D9C}"/>
                </a:ext>
              </a:extLst>
            </p:cNvPr>
            <p:cNvGrpSpPr/>
            <p:nvPr/>
          </p:nvGrpSpPr>
          <p:grpSpPr>
            <a:xfrm>
              <a:off x="4548425" y="601135"/>
              <a:ext cx="771789" cy="230164"/>
              <a:chOff x="2969309" y="601138"/>
              <a:chExt cx="771789" cy="230164"/>
            </a:xfrm>
          </p:grpSpPr>
          <p:sp>
            <p:nvSpPr>
              <p:cNvPr id="637" name="矩形 636">
                <a:extLst>
                  <a:ext uri="{FF2B5EF4-FFF2-40B4-BE49-F238E27FC236}">
                    <a16:creationId xmlns:a16="http://schemas.microsoft.com/office/drawing/2014/main" id="{8633B2C7-9025-E3DE-CC43-1A79C572BCC7}"/>
                  </a:ext>
                </a:extLst>
              </p:cNvPr>
              <p:cNvSpPr/>
              <p:nvPr/>
            </p:nvSpPr>
            <p:spPr>
              <a:xfrm>
                <a:off x="2969309" y="601138"/>
                <a:ext cx="769621" cy="2301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8" name="矩形: 圆角 637">
                <a:extLst>
                  <a:ext uri="{FF2B5EF4-FFF2-40B4-BE49-F238E27FC236}">
                    <a16:creationId xmlns:a16="http://schemas.microsoft.com/office/drawing/2014/main" id="{29A24BC8-DC51-9558-EC9E-A8ACAE3A08ED}"/>
                  </a:ext>
                </a:extLst>
              </p:cNvPr>
              <p:cNvSpPr/>
              <p:nvPr/>
            </p:nvSpPr>
            <p:spPr>
              <a:xfrm>
                <a:off x="2971478" y="633445"/>
                <a:ext cx="769620" cy="97294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639" name="直接连接符 638">
                <a:extLst>
                  <a:ext uri="{FF2B5EF4-FFF2-40B4-BE49-F238E27FC236}">
                    <a16:creationId xmlns:a16="http://schemas.microsoft.com/office/drawing/2014/main" id="{1810C9E8-799B-46FD-95FD-7AADECB29A1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478" y="76426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0" name="直接连接符 639">
                <a:extLst>
                  <a:ext uri="{FF2B5EF4-FFF2-40B4-BE49-F238E27FC236}">
                    <a16:creationId xmlns:a16="http://schemas.microsoft.com/office/drawing/2014/main" id="{FD3EF2DD-F0DF-8B78-B2F0-3F9BA25D98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36399" y="63344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41" name="直接连接符 640">
              <a:extLst>
                <a:ext uri="{FF2B5EF4-FFF2-40B4-BE49-F238E27FC236}">
                  <a16:creationId xmlns:a16="http://schemas.microsoft.com/office/drawing/2014/main" id="{623424FB-5838-698B-70D8-2F7A85B2E0C6}"/>
                </a:ext>
              </a:extLst>
            </p:cNvPr>
            <p:cNvCxnSpPr>
              <a:cxnSpLocks/>
            </p:cNvCxnSpPr>
            <p:nvPr/>
          </p:nvCxnSpPr>
          <p:spPr>
            <a:xfrm>
              <a:off x="4537433" y="568597"/>
              <a:ext cx="0" cy="295251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42" name="组合 641">
              <a:extLst>
                <a:ext uri="{FF2B5EF4-FFF2-40B4-BE49-F238E27FC236}">
                  <a16:creationId xmlns:a16="http://schemas.microsoft.com/office/drawing/2014/main" id="{5EF81DF7-1324-E152-44AD-BA76414C02ED}"/>
                </a:ext>
              </a:extLst>
            </p:cNvPr>
            <p:cNvGrpSpPr/>
            <p:nvPr/>
          </p:nvGrpSpPr>
          <p:grpSpPr>
            <a:xfrm>
              <a:off x="5330874" y="601132"/>
              <a:ext cx="771789" cy="230164"/>
              <a:chOff x="2969309" y="601138"/>
              <a:chExt cx="771789" cy="230164"/>
            </a:xfrm>
          </p:grpSpPr>
          <p:sp>
            <p:nvSpPr>
              <p:cNvPr id="643" name="矩形 642">
                <a:extLst>
                  <a:ext uri="{FF2B5EF4-FFF2-40B4-BE49-F238E27FC236}">
                    <a16:creationId xmlns:a16="http://schemas.microsoft.com/office/drawing/2014/main" id="{4F6709C7-51CF-314E-FB78-FC24247F7EF7}"/>
                  </a:ext>
                </a:extLst>
              </p:cNvPr>
              <p:cNvSpPr/>
              <p:nvPr/>
            </p:nvSpPr>
            <p:spPr>
              <a:xfrm>
                <a:off x="2969309" y="601138"/>
                <a:ext cx="769621" cy="2301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4" name="矩形: 圆角 643">
                <a:extLst>
                  <a:ext uri="{FF2B5EF4-FFF2-40B4-BE49-F238E27FC236}">
                    <a16:creationId xmlns:a16="http://schemas.microsoft.com/office/drawing/2014/main" id="{86C0E20F-AF6D-34B7-CAB9-48D7AAEA9A44}"/>
                  </a:ext>
                </a:extLst>
              </p:cNvPr>
              <p:cNvSpPr/>
              <p:nvPr/>
            </p:nvSpPr>
            <p:spPr>
              <a:xfrm>
                <a:off x="2971478" y="633445"/>
                <a:ext cx="769620" cy="97294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645" name="直接连接符 644">
                <a:extLst>
                  <a:ext uri="{FF2B5EF4-FFF2-40B4-BE49-F238E27FC236}">
                    <a16:creationId xmlns:a16="http://schemas.microsoft.com/office/drawing/2014/main" id="{EA3C5E36-0436-BAAD-E4DD-B52B258B20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478" y="76426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6" name="直接连接符 645">
                <a:extLst>
                  <a:ext uri="{FF2B5EF4-FFF2-40B4-BE49-F238E27FC236}">
                    <a16:creationId xmlns:a16="http://schemas.microsoft.com/office/drawing/2014/main" id="{186F5CB5-3BF8-6217-B9E0-880F48FF5F5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36399" y="63344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47" name="直接连接符 646">
              <a:extLst>
                <a:ext uri="{FF2B5EF4-FFF2-40B4-BE49-F238E27FC236}">
                  <a16:creationId xmlns:a16="http://schemas.microsoft.com/office/drawing/2014/main" id="{4917743F-0D5C-CCF2-CEEB-C63FAC9911E8}"/>
                </a:ext>
              </a:extLst>
            </p:cNvPr>
            <p:cNvCxnSpPr>
              <a:cxnSpLocks/>
            </p:cNvCxnSpPr>
            <p:nvPr/>
          </p:nvCxnSpPr>
          <p:spPr>
            <a:xfrm>
              <a:off x="5319882" y="568594"/>
              <a:ext cx="0" cy="295251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5" name="直接连接符 614">
              <a:extLst>
                <a:ext uri="{FF2B5EF4-FFF2-40B4-BE49-F238E27FC236}">
                  <a16:creationId xmlns:a16="http://schemas.microsoft.com/office/drawing/2014/main" id="{705404D7-36F6-BDF9-4550-C82D4CC815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4161" y="568594"/>
              <a:ext cx="0" cy="295251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CA28F6E7-72CB-B403-0074-5F66574CBCE9}"/>
              </a:ext>
            </a:extLst>
          </p:cNvPr>
          <p:cNvSpPr/>
          <p:nvPr/>
        </p:nvSpPr>
        <p:spPr>
          <a:xfrm>
            <a:off x="7671197" y="486678"/>
            <a:ext cx="275749" cy="622300"/>
          </a:xfrm>
          <a:custGeom>
            <a:avLst/>
            <a:gdLst>
              <a:gd name="csX0" fmla="*/ 43894 w 275749"/>
              <a:gd name="csY0" fmla="*/ 63500 h 622300"/>
              <a:gd name="csX1" fmla="*/ 43894 w 275749"/>
              <a:gd name="csY1" fmla="*/ 251460 h 622300"/>
              <a:gd name="csX2" fmla="*/ 231854 w 275749"/>
              <a:gd name="csY2" fmla="*/ 251460 h 622300"/>
              <a:gd name="csX3" fmla="*/ 231854 w 275749"/>
              <a:gd name="csY3" fmla="*/ 63500 h 622300"/>
              <a:gd name="csX4" fmla="*/ 0 w 275749"/>
              <a:gd name="csY4" fmla="*/ 0 h 622300"/>
              <a:gd name="csX5" fmla="*/ 275749 w 275749"/>
              <a:gd name="csY5" fmla="*/ 0 h 622300"/>
              <a:gd name="csX6" fmla="*/ 275749 w 275749"/>
              <a:gd name="csY6" fmla="*/ 622300 h 622300"/>
              <a:gd name="csX7" fmla="*/ 0 w 275749"/>
              <a:gd name="csY7" fmla="*/ 622300 h 6223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75749" h="622300">
                <a:moveTo>
                  <a:pt x="43894" y="63500"/>
                </a:moveTo>
                <a:lnTo>
                  <a:pt x="43894" y="251460"/>
                </a:lnTo>
                <a:lnTo>
                  <a:pt x="231854" y="251460"/>
                </a:lnTo>
                <a:lnTo>
                  <a:pt x="231854" y="63500"/>
                </a:lnTo>
                <a:close/>
                <a:moveTo>
                  <a:pt x="0" y="0"/>
                </a:moveTo>
                <a:lnTo>
                  <a:pt x="275749" y="0"/>
                </a:lnTo>
                <a:lnTo>
                  <a:pt x="275749" y="622300"/>
                </a:lnTo>
                <a:lnTo>
                  <a:pt x="0" y="62230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DD5AD609-E01D-A2E8-149A-2718CFAFF32F}"/>
              </a:ext>
            </a:extLst>
          </p:cNvPr>
          <p:cNvSpPr/>
          <p:nvPr/>
        </p:nvSpPr>
        <p:spPr>
          <a:xfrm>
            <a:off x="7946946" y="486678"/>
            <a:ext cx="275749" cy="622300"/>
          </a:xfrm>
          <a:custGeom>
            <a:avLst/>
            <a:gdLst>
              <a:gd name="csX0" fmla="*/ 43894 w 275749"/>
              <a:gd name="csY0" fmla="*/ 63500 h 622300"/>
              <a:gd name="csX1" fmla="*/ 43894 w 275749"/>
              <a:gd name="csY1" fmla="*/ 251460 h 622300"/>
              <a:gd name="csX2" fmla="*/ 231854 w 275749"/>
              <a:gd name="csY2" fmla="*/ 251460 h 622300"/>
              <a:gd name="csX3" fmla="*/ 231854 w 275749"/>
              <a:gd name="csY3" fmla="*/ 63500 h 622300"/>
              <a:gd name="csX4" fmla="*/ 0 w 275749"/>
              <a:gd name="csY4" fmla="*/ 0 h 622300"/>
              <a:gd name="csX5" fmla="*/ 275749 w 275749"/>
              <a:gd name="csY5" fmla="*/ 0 h 622300"/>
              <a:gd name="csX6" fmla="*/ 275749 w 275749"/>
              <a:gd name="csY6" fmla="*/ 622300 h 622300"/>
              <a:gd name="csX7" fmla="*/ 0 w 275749"/>
              <a:gd name="csY7" fmla="*/ 622300 h 6223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75749" h="622300">
                <a:moveTo>
                  <a:pt x="43894" y="63500"/>
                </a:moveTo>
                <a:lnTo>
                  <a:pt x="43894" y="251460"/>
                </a:lnTo>
                <a:lnTo>
                  <a:pt x="231854" y="251460"/>
                </a:lnTo>
                <a:lnTo>
                  <a:pt x="231854" y="63500"/>
                </a:lnTo>
                <a:close/>
                <a:moveTo>
                  <a:pt x="0" y="0"/>
                </a:moveTo>
                <a:lnTo>
                  <a:pt x="275749" y="0"/>
                </a:lnTo>
                <a:lnTo>
                  <a:pt x="275749" y="622300"/>
                </a:lnTo>
                <a:lnTo>
                  <a:pt x="0" y="62230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20" name="箭头: 上 19">
            <a:extLst>
              <a:ext uri="{FF2B5EF4-FFF2-40B4-BE49-F238E27FC236}">
                <a16:creationId xmlns:a16="http://schemas.microsoft.com/office/drawing/2014/main" id="{A6E69228-DF33-1666-0DE9-7CBEEE2654D3}"/>
              </a:ext>
            </a:extLst>
          </p:cNvPr>
          <p:cNvSpPr/>
          <p:nvPr/>
        </p:nvSpPr>
        <p:spPr>
          <a:xfrm>
            <a:off x="7802166" y="882994"/>
            <a:ext cx="289560" cy="281940"/>
          </a:xfrm>
          <a:prstGeom prst="upArrow">
            <a:avLst>
              <a:gd name="adj1" fmla="val 53947"/>
              <a:gd name="adj2" fmla="val 5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scene3d>
            <a:camera prst="orthographicFront">
              <a:rot lat="3600003" lon="21599986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70C1B0E-F131-D55C-729B-BDABA99DDCB1}"/>
              </a:ext>
            </a:extLst>
          </p:cNvPr>
          <p:cNvSpPr/>
          <p:nvPr/>
        </p:nvSpPr>
        <p:spPr>
          <a:xfrm>
            <a:off x="0" y="0"/>
            <a:ext cx="8999538" cy="438912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8F3278A6-BB53-B4DF-333B-60C4725862EF}"/>
              </a:ext>
            </a:extLst>
          </p:cNvPr>
          <p:cNvSpPr/>
          <p:nvPr/>
        </p:nvSpPr>
        <p:spPr>
          <a:xfrm>
            <a:off x="2408841" y="54864"/>
            <a:ext cx="4181856" cy="329184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53" name="组合 152">
            <a:extLst>
              <a:ext uri="{FF2B5EF4-FFF2-40B4-BE49-F238E27FC236}">
                <a16:creationId xmlns:a16="http://schemas.microsoft.com/office/drawing/2014/main" id="{4DDF8FD5-6179-9AEF-F80F-8C1297B5A818}"/>
              </a:ext>
            </a:extLst>
          </p:cNvPr>
          <p:cNvGrpSpPr/>
          <p:nvPr/>
        </p:nvGrpSpPr>
        <p:grpSpPr>
          <a:xfrm>
            <a:off x="390597" y="4959"/>
            <a:ext cx="1280134" cy="431250"/>
            <a:chOff x="188770" y="-11103"/>
            <a:chExt cx="1280134" cy="431250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0E9818F8-4AD7-C82A-E353-F5460BF049F9}"/>
                </a:ext>
              </a:extLst>
            </p:cNvPr>
            <p:cNvSpPr/>
            <p:nvPr/>
          </p:nvSpPr>
          <p:spPr>
            <a:xfrm>
              <a:off x="188770" y="47240"/>
              <a:ext cx="1221882" cy="329184"/>
            </a:xfrm>
            <a:prstGeom prst="roundRect">
              <a:avLst>
                <a:gd name="adj" fmla="val 1882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8" name="文本框 147">
              <a:extLst>
                <a:ext uri="{FF2B5EF4-FFF2-40B4-BE49-F238E27FC236}">
                  <a16:creationId xmlns:a16="http://schemas.microsoft.com/office/drawing/2014/main" id="{71C5C54A-F8B2-6039-04D3-AC0AC3965AAA}"/>
                </a:ext>
              </a:extLst>
            </p:cNvPr>
            <p:cNvSpPr txBox="1"/>
            <p:nvPr/>
          </p:nvSpPr>
          <p:spPr>
            <a:xfrm>
              <a:off x="496280" y="-11103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黑体" panose="02010609060101010101" pitchFamily="49" charset="-122"/>
                  <a:ea typeface="黑体" panose="02010609060101010101" pitchFamily="49" charset="-122"/>
                </a:rPr>
                <a:t>天海地铁</a:t>
              </a:r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59D9481E-9803-0812-1DD5-8FCC1CEF8AAF}"/>
                </a:ext>
              </a:extLst>
            </p:cNvPr>
            <p:cNvSpPr txBox="1"/>
            <p:nvPr/>
          </p:nvSpPr>
          <p:spPr>
            <a:xfrm>
              <a:off x="500369" y="204703"/>
              <a:ext cx="96853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00" dirty="0" err="1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Tianhai</a:t>
              </a:r>
              <a:r>
                <a:rPr lang="en-US" altLang="zh-CN" sz="800" dirty="0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 Metro</a:t>
              </a:r>
              <a:endParaRPr lang="zh-CN" altLang="en-US" sz="800" dirty="0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endParaRPr>
            </a:p>
          </p:txBody>
        </p:sp>
        <p:pic>
          <p:nvPicPr>
            <p:cNvPr id="152" name="图片 151">
              <a:extLst>
                <a:ext uri="{FF2B5EF4-FFF2-40B4-BE49-F238E27FC236}">
                  <a16:creationId xmlns:a16="http://schemas.microsoft.com/office/drawing/2014/main" id="{AD0BA49A-7F09-526A-7919-F61EDFA9F9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7754" y="54959"/>
              <a:ext cx="313746" cy="313746"/>
            </a:xfrm>
            <a:prstGeom prst="rect">
              <a:avLst/>
            </a:prstGeom>
          </p:spPr>
        </p:pic>
      </p:grpSp>
      <p:sp>
        <p:nvSpPr>
          <p:cNvPr id="167" name="文本框 166">
            <a:extLst>
              <a:ext uri="{FF2B5EF4-FFF2-40B4-BE49-F238E27FC236}">
                <a16:creationId xmlns:a16="http://schemas.microsoft.com/office/drawing/2014/main" id="{D18B3BD7-600D-4551-4AAE-5A9741D713CD}"/>
              </a:ext>
            </a:extLst>
          </p:cNvPr>
          <p:cNvSpPr txBox="1"/>
          <p:nvPr/>
        </p:nvSpPr>
        <p:spPr>
          <a:xfrm>
            <a:off x="7601248" y="16203"/>
            <a:ext cx="1847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75" name="组合 174">
            <a:extLst>
              <a:ext uri="{FF2B5EF4-FFF2-40B4-BE49-F238E27FC236}">
                <a16:creationId xmlns:a16="http://schemas.microsoft.com/office/drawing/2014/main" id="{DDD0420C-6896-90AD-2D16-CD541B066297}"/>
              </a:ext>
            </a:extLst>
          </p:cNvPr>
          <p:cNvGrpSpPr/>
          <p:nvPr/>
        </p:nvGrpSpPr>
        <p:grpSpPr>
          <a:xfrm>
            <a:off x="8140497" y="13642"/>
            <a:ext cx="821036" cy="400110"/>
            <a:chOff x="1526333" y="4012"/>
            <a:chExt cx="821036" cy="400110"/>
          </a:xfrm>
        </p:grpSpPr>
        <p:sp>
          <p:nvSpPr>
            <p:cNvPr id="176" name="矩形: 圆角 175">
              <a:extLst>
                <a:ext uri="{FF2B5EF4-FFF2-40B4-BE49-F238E27FC236}">
                  <a16:creationId xmlns:a16="http://schemas.microsoft.com/office/drawing/2014/main" id="{7CE92CEB-9408-05CB-9724-48C4817EBCBF}"/>
                </a:ext>
              </a:extLst>
            </p:cNvPr>
            <p:cNvSpPr/>
            <p:nvPr/>
          </p:nvSpPr>
          <p:spPr>
            <a:xfrm flipH="1">
              <a:off x="1526333" y="54864"/>
              <a:ext cx="753551" cy="329184"/>
            </a:xfrm>
            <a:prstGeom prst="roundRect">
              <a:avLst>
                <a:gd name="adj" fmla="val 1882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7" name="文本框 176">
              <a:extLst>
                <a:ext uri="{FF2B5EF4-FFF2-40B4-BE49-F238E27FC236}">
                  <a16:creationId xmlns:a16="http://schemas.microsoft.com/office/drawing/2014/main" id="{C02C0743-7302-D498-3CFE-0771206E91B2}"/>
                </a:ext>
              </a:extLst>
            </p:cNvPr>
            <p:cNvSpPr txBox="1"/>
            <p:nvPr/>
          </p:nvSpPr>
          <p:spPr>
            <a:xfrm>
              <a:off x="1792890" y="4012"/>
              <a:ext cx="5544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latin typeface="黑体" panose="02010609060101010101" pitchFamily="49" charset="-122"/>
                  <a:ea typeface="黑体" panose="02010609060101010101" pitchFamily="49" charset="-122"/>
                </a:rPr>
                <a:t>号线</a:t>
              </a:r>
              <a:endPara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r>
                <a:rPr lang="en-US" altLang="zh-CN" sz="800" dirty="0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 Line</a:t>
              </a:r>
              <a:endParaRPr lang="zh-CN" altLang="en-US" sz="800" dirty="0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endParaRPr>
            </a:p>
          </p:txBody>
        </p:sp>
        <p:sp>
          <p:nvSpPr>
            <p:cNvPr id="178" name="矩形: 圆角 177">
              <a:extLst>
                <a:ext uri="{FF2B5EF4-FFF2-40B4-BE49-F238E27FC236}">
                  <a16:creationId xmlns:a16="http://schemas.microsoft.com/office/drawing/2014/main" id="{B86F106C-03E9-F512-70D3-6DE1A61A1DCB}"/>
                </a:ext>
              </a:extLst>
            </p:cNvPr>
            <p:cNvSpPr/>
            <p:nvPr/>
          </p:nvSpPr>
          <p:spPr>
            <a:xfrm flipH="1">
              <a:off x="1557516" y="75456"/>
              <a:ext cx="288000" cy="288000"/>
            </a:xfrm>
            <a:prstGeom prst="roundRect">
              <a:avLst>
                <a:gd name="adj" fmla="val 18827"/>
              </a:avLst>
            </a:prstGeom>
            <a:solidFill>
              <a:srgbClr val="E6001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9" name="文本框 178">
              <a:extLst>
                <a:ext uri="{FF2B5EF4-FFF2-40B4-BE49-F238E27FC236}">
                  <a16:creationId xmlns:a16="http://schemas.microsoft.com/office/drawing/2014/main" id="{525A77EF-BCE9-C729-0878-972EFD54BB00}"/>
                </a:ext>
              </a:extLst>
            </p:cNvPr>
            <p:cNvSpPr txBox="1"/>
            <p:nvPr/>
          </p:nvSpPr>
          <p:spPr>
            <a:xfrm>
              <a:off x="1542658" y="34790"/>
              <a:ext cx="317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1</a:t>
              </a:r>
              <a:endParaRPr lang="zh-CN" altLang="en-US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sp>
        <p:nvSpPr>
          <p:cNvPr id="181" name="矩形: 圆角 180">
            <a:extLst>
              <a:ext uri="{FF2B5EF4-FFF2-40B4-BE49-F238E27FC236}">
                <a16:creationId xmlns:a16="http://schemas.microsoft.com/office/drawing/2014/main" id="{C83C789D-6E01-A553-CA4B-C1F48F593E78}"/>
              </a:ext>
            </a:extLst>
          </p:cNvPr>
          <p:cNvSpPr/>
          <p:nvPr/>
        </p:nvSpPr>
        <p:spPr>
          <a:xfrm flipH="1">
            <a:off x="7121513" y="62216"/>
            <a:ext cx="959469" cy="329184"/>
          </a:xfrm>
          <a:prstGeom prst="roundRect">
            <a:avLst>
              <a:gd name="adj" fmla="val 188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6" name="文本框 185">
            <a:extLst>
              <a:ext uri="{FF2B5EF4-FFF2-40B4-BE49-F238E27FC236}">
                <a16:creationId xmlns:a16="http://schemas.microsoft.com/office/drawing/2014/main" id="{1ACA3FAC-1C26-ECD1-5C02-DA5DA7743EDE}"/>
              </a:ext>
            </a:extLst>
          </p:cNvPr>
          <p:cNvSpPr txBox="1"/>
          <p:nvPr/>
        </p:nvSpPr>
        <p:spPr>
          <a:xfrm>
            <a:off x="7075351" y="24834"/>
            <a:ext cx="10502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dirty="0">
                <a:latin typeface="黑体" panose="02010609060101010101" pitchFamily="49" charset="-122"/>
                <a:ea typeface="黑体" panose="02010609060101010101" pitchFamily="49" charset="-122"/>
              </a:rPr>
              <a:t>终点站</a:t>
            </a:r>
            <a:r>
              <a:rPr lang="en-US" altLang="zh-CN" sz="900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900" dirty="0">
                <a:latin typeface="黑体" panose="02010609060101010101" pitchFamily="49" charset="-122"/>
                <a:ea typeface="黑体" panose="02010609060101010101" pitchFamily="49" charset="-122"/>
              </a:rPr>
              <a:t>天海北站</a:t>
            </a:r>
          </a:p>
        </p:txBody>
      </p:sp>
      <p:pic>
        <p:nvPicPr>
          <p:cNvPr id="189" name="图片 188">
            <a:extLst>
              <a:ext uri="{FF2B5EF4-FFF2-40B4-BE49-F238E27FC236}">
                <a16:creationId xmlns:a16="http://schemas.microsoft.com/office/drawing/2014/main" id="{EBCF1DAE-886C-D079-FBE7-6A6F2B94E0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5821" y="196261"/>
            <a:ext cx="789348" cy="228967"/>
          </a:xfrm>
          <a:prstGeom prst="rect">
            <a:avLst/>
          </a:prstGeom>
        </p:spPr>
      </p:pic>
      <p:sp>
        <p:nvSpPr>
          <p:cNvPr id="461" name="文本框 460">
            <a:extLst>
              <a:ext uri="{FF2B5EF4-FFF2-40B4-BE49-F238E27FC236}">
                <a16:creationId xmlns:a16="http://schemas.microsoft.com/office/drawing/2014/main" id="{9CCEC426-4129-1647-B83D-249C38F1C806}"/>
              </a:ext>
            </a:extLst>
          </p:cNvPr>
          <p:cNvSpPr txBox="1"/>
          <p:nvPr/>
        </p:nvSpPr>
        <p:spPr>
          <a:xfrm>
            <a:off x="3521089" y="34532"/>
            <a:ext cx="22621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注意脚下 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Mind Your Step.</a:t>
            </a:r>
            <a:endParaRPr lang="zh-CN" altLang="en-US" sz="1200" dirty="0">
              <a:latin typeface="Cascadia Code" panose="020B0609020000020004" pitchFamily="49" charset="0"/>
              <a:ea typeface="黑体" panose="02010609060101010101" pitchFamily="49" charset="-122"/>
              <a:cs typeface="Cascadia Code" panose="020B0609020000020004" pitchFamily="49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E87D42E-388A-90B3-0761-8F341A45EDC1}"/>
              </a:ext>
            </a:extLst>
          </p:cNvPr>
          <p:cNvSpPr txBox="1"/>
          <p:nvPr/>
        </p:nvSpPr>
        <p:spPr>
          <a:xfrm>
            <a:off x="7381727" y="1067114"/>
            <a:ext cx="1130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本侧开门</a:t>
            </a:r>
            <a:endParaRPr lang="en-US" altLang="zh-CN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zh-CN" sz="800" dirty="0"/>
              <a:t>This Side Doors Open</a:t>
            </a:r>
          </a:p>
        </p:txBody>
      </p:sp>
      <p:sp>
        <p:nvSpPr>
          <p:cNvPr id="600" name="文本框 599">
            <a:extLst>
              <a:ext uri="{FF2B5EF4-FFF2-40B4-BE49-F238E27FC236}">
                <a16:creationId xmlns:a16="http://schemas.microsoft.com/office/drawing/2014/main" id="{BB29E504-55FE-EF99-D3BF-A96686847332}"/>
              </a:ext>
            </a:extLst>
          </p:cNvPr>
          <p:cNvSpPr txBox="1"/>
          <p:nvPr/>
        </p:nvSpPr>
        <p:spPr>
          <a:xfrm>
            <a:off x="3114397" y="902281"/>
            <a:ext cx="2847254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灯闪铃响请勿上下车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zh-CN" sz="800" dirty="0">
                <a:latin typeface="+mn-ea"/>
              </a:rPr>
              <a:t>Flashing Lights and Alarm Sounding: Do Not Board or Alight</a:t>
            </a:r>
            <a:endParaRPr lang="en-US" altLang="zh-CN" sz="800" dirty="0">
              <a:latin typeface="+mn-ea"/>
            </a:endParaRPr>
          </a:p>
          <a:p>
            <a:pPr algn="ctr"/>
            <a:endParaRPr lang="zh-CN" altLang="en-US" sz="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12505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81 4.4763E-6 L -1.53466E-6 4.4763E-6 " pathEditMode="relative" rAng="0" ptsTypes="AA">
                                      <p:cBhvr>
                                        <p:cTn id="6" dur="1000" spd="-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2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7862E-6 4.4763E-6 L 0.01782 4.4763E-6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2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9414E-6 8.37927E-7 L 0.77051 -0.00221 " pathEditMode="relative" rAng="0" ptsTypes="AA">
                                      <p:cBhvr>
                                        <p:cTn id="10" dur="1500" fill="hold"/>
                                        <p:tgtEl>
                                          <p:spTgt spid="6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525" y="-1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" presetID="10" presetClass="entr" presetSubtype="0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19" grpId="0" animBg="1"/>
      <p:bldP spid="18" grpId="0" animBg="1"/>
      <p:bldP spid="2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3C835-3FF3-F092-D91F-3EF9A8DF6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1DF249B8-5DA6-D68D-CF14-58851CDD70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550" y="1071848"/>
            <a:ext cx="463118" cy="270278"/>
          </a:xfrm>
          <a:prstGeom prst="rect">
            <a:avLst/>
          </a:prstGeom>
        </p:spPr>
      </p:pic>
      <p:sp>
        <p:nvSpPr>
          <p:cNvPr id="377" name="文本框 376">
            <a:extLst>
              <a:ext uri="{FF2B5EF4-FFF2-40B4-BE49-F238E27FC236}">
                <a16:creationId xmlns:a16="http://schemas.microsoft.com/office/drawing/2014/main" id="{96B9A0DB-329B-2C44-40F4-9DFF1B055FCE}"/>
              </a:ext>
            </a:extLst>
          </p:cNvPr>
          <p:cNvSpPr txBox="1"/>
          <p:nvPr/>
        </p:nvSpPr>
        <p:spPr>
          <a:xfrm>
            <a:off x="1167610" y="483926"/>
            <a:ext cx="8883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人民广场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People’s Square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434" name="任意多边形: 形状 433">
            <a:extLst>
              <a:ext uri="{FF2B5EF4-FFF2-40B4-BE49-F238E27FC236}">
                <a16:creationId xmlns:a16="http://schemas.microsoft.com/office/drawing/2014/main" id="{D2EF7955-9672-7020-0B65-85D9C7C98267}"/>
              </a:ext>
            </a:extLst>
          </p:cNvPr>
          <p:cNvSpPr/>
          <p:nvPr/>
        </p:nvSpPr>
        <p:spPr>
          <a:xfrm rot="5400000">
            <a:off x="8375845" y="972712"/>
            <a:ext cx="146670" cy="54534"/>
          </a:xfrm>
          <a:custGeom>
            <a:avLst/>
            <a:gdLst>
              <a:gd name="csX0" fmla="*/ 0 w 146670"/>
              <a:gd name="csY0" fmla="*/ 54534 h 54534"/>
              <a:gd name="csX1" fmla="*/ 0 w 146670"/>
              <a:gd name="csY1" fmla="*/ 0 h 54534"/>
              <a:gd name="csX2" fmla="*/ 146670 w 146670"/>
              <a:gd name="csY2" fmla="*/ 0 h 54534"/>
              <a:gd name="csX3" fmla="*/ 101130 w 146670"/>
              <a:gd name="csY3" fmla="*/ 54534 h 545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46670" h="54534">
                <a:moveTo>
                  <a:pt x="0" y="54534"/>
                </a:moveTo>
                <a:lnTo>
                  <a:pt x="0" y="0"/>
                </a:lnTo>
                <a:lnTo>
                  <a:pt x="146670" y="0"/>
                </a:lnTo>
                <a:lnTo>
                  <a:pt x="101130" y="54534"/>
                </a:lnTo>
                <a:close/>
              </a:path>
            </a:pathLst>
          </a:custGeom>
          <a:solidFill>
            <a:srgbClr val="52AB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436" name="任意多边形: 形状 435">
            <a:extLst>
              <a:ext uri="{FF2B5EF4-FFF2-40B4-BE49-F238E27FC236}">
                <a16:creationId xmlns:a16="http://schemas.microsoft.com/office/drawing/2014/main" id="{6A54982F-B912-8BB4-4BC9-3F4367071771}"/>
              </a:ext>
            </a:extLst>
          </p:cNvPr>
          <p:cNvSpPr/>
          <p:nvPr/>
        </p:nvSpPr>
        <p:spPr>
          <a:xfrm rot="16200000" flipH="1">
            <a:off x="8430379" y="972712"/>
            <a:ext cx="146670" cy="54534"/>
          </a:xfrm>
          <a:custGeom>
            <a:avLst/>
            <a:gdLst>
              <a:gd name="csX0" fmla="*/ 0 w 146670"/>
              <a:gd name="csY0" fmla="*/ 54534 h 54534"/>
              <a:gd name="csX1" fmla="*/ 0 w 146670"/>
              <a:gd name="csY1" fmla="*/ 0 h 54534"/>
              <a:gd name="csX2" fmla="*/ 146670 w 146670"/>
              <a:gd name="csY2" fmla="*/ 0 h 54534"/>
              <a:gd name="csX3" fmla="*/ 101130 w 146670"/>
              <a:gd name="csY3" fmla="*/ 54534 h 545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46670" h="54534">
                <a:moveTo>
                  <a:pt x="0" y="54534"/>
                </a:moveTo>
                <a:lnTo>
                  <a:pt x="0" y="0"/>
                </a:lnTo>
                <a:lnTo>
                  <a:pt x="146670" y="0"/>
                </a:lnTo>
                <a:lnTo>
                  <a:pt x="101130" y="54534"/>
                </a:lnTo>
                <a:close/>
              </a:path>
            </a:pathLst>
          </a:custGeom>
          <a:solidFill>
            <a:srgbClr val="FFC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419" name="箭头: 五边形 418">
            <a:extLst>
              <a:ext uri="{FF2B5EF4-FFF2-40B4-BE49-F238E27FC236}">
                <a16:creationId xmlns:a16="http://schemas.microsoft.com/office/drawing/2014/main" id="{443E887E-AFCB-ADB1-AB36-9DFA1B639190}"/>
              </a:ext>
            </a:extLst>
          </p:cNvPr>
          <p:cNvSpPr/>
          <p:nvPr/>
        </p:nvSpPr>
        <p:spPr>
          <a:xfrm rot="5400000">
            <a:off x="389462" y="939404"/>
            <a:ext cx="149365" cy="115523"/>
          </a:xfrm>
          <a:prstGeom prst="homePlate">
            <a:avLst>
              <a:gd name="adj" fmla="val 41754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4" name="矩形 343">
            <a:extLst>
              <a:ext uri="{FF2B5EF4-FFF2-40B4-BE49-F238E27FC236}">
                <a16:creationId xmlns:a16="http://schemas.microsoft.com/office/drawing/2014/main" id="{BA7C756B-F4E6-757C-81DB-A59DC1CDDF85}"/>
              </a:ext>
            </a:extLst>
          </p:cNvPr>
          <p:cNvSpPr/>
          <p:nvPr/>
        </p:nvSpPr>
        <p:spPr>
          <a:xfrm>
            <a:off x="446284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5" name="文本框 374">
            <a:extLst>
              <a:ext uri="{FF2B5EF4-FFF2-40B4-BE49-F238E27FC236}">
                <a16:creationId xmlns:a16="http://schemas.microsoft.com/office/drawing/2014/main" id="{25637313-70D5-D52D-1F9F-9DFBFBD0B318}"/>
              </a:ext>
            </a:extLst>
          </p:cNvPr>
          <p:cNvSpPr txBox="1"/>
          <p:nvPr/>
        </p:nvSpPr>
        <p:spPr>
          <a:xfrm>
            <a:off x="691110" y="1018885"/>
            <a:ext cx="7072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镇海路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Zhenhai</a:t>
            </a:r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 Rd.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190" name="椭圆 189">
            <a:extLst>
              <a:ext uri="{FF2B5EF4-FFF2-40B4-BE49-F238E27FC236}">
                <a16:creationId xmlns:a16="http://schemas.microsoft.com/office/drawing/2014/main" id="{4DFB4AE3-EEFF-5642-BCFA-1C132C1C8545}"/>
              </a:ext>
            </a:extLst>
          </p:cNvPr>
          <p:cNvSpPr/>
          <p:nvPr/>
        </p:nvSpPr>
        <p:spPr>
          <a:xfrm>
            <a:off x="396607" y="874625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46" name="矩形 345">
            <a:extLst>
              <a:ext uri="{FF2B5EF4-FFF2-40B4-BE49-F238E27FC236}">
                <a16:creationId xmlns:a16="http://schemas.microsoft.com/office/drawing/2014/main" id="{9647337E-51C9-2379-DA2D-76A518E01790}"/>
              </a:ext>
            </a:extLst>
          </p:cNvPr>
          <p:cNvSpPr/>
          <p:nvPr/>
        </p:nvSpPr>
        <p:spPr>
          <a:xfrm>
            <a:off x="1042208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8" name="矩形 347">
            <a:extLst>
              <a:ext uri="{FF2B5EF4-FFF2-40B4-BE49-F238E27FC236}">
                <a16:creationId xmlns:a16="http://schemas.microsoft.com/office/drawing/2014/main" id="{E21D792A-9B87-9E6E-AB4D-CD6252FD340F}"/>
              </a:ext>
            </a:extLst>
          </p:cNvPr>
          <p:cNvSpPr/>
          <p:nvPr/>
        </p:nvSpPr>
        <p:spPr>
          <a:xfrm>
            <a:off x="1611803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0" name="矩形 349">
            <a:extLst>
              <a:ext uri="{FF2B5EF4-FFF2-40B4-BE49-F238E27FC236}">
                <a16:creationId xmlns:a16="http://schemas.microsoft.com/office/drawing/2014/main" id="{84D9C768-9695-6247-B690-626B38C2048E}"/>
              </a:ext>
            </a:extLst>
          </p:cNvPr>
          <p:cNvSpPr/>
          <p:nvPr/>
        </p:nvSpPr>
        <p:spPr>
          <a:xfrm>
            <a:off x="2204776" y="900114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2" name="矩形 351">
            <a:extLst>
              <a:ext uri="{FF2B5EF4-FFF2-40B4-BE49-F238E27FC236}">
                <a16:creationId xmlns:a16="http://schemas.microsoft.com/office/drawing/2014/main" id="{B02AC032-5260-0ABD-7168-2915EA06F7B7}"/>
              </a:ext>
            </a:extLst>
          </p:cNvPr>
          <p:cNvSpPr/>
          <p:nvPr/>
        </p:nvSpPr>
        <p:spPr>
          <a:xfrm>
            <a:off x="2783501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4" name="矩形 353">
            <a:extLst>
              <a:ext uri="{FF2B5EF4-FFF2-40B4-BE49-F238E27FC236}">
                <a16:creationId xmlns:a16="http://schemas.microsoft.com/office/drawing/2014/main" id="{02805B21-73D9-F2AE-2992-EEF6D66C93BD}"/>
              </a:ext>
            </a:extLst>
          </p:cNvPr>
          <p:cNvSpPr/>
          <p:nvPr/>
        </p:nvSpPr>
        <p:spPr>
          <a:xfrm>
            <a:off x="3320018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6" name="矩形 355">
            <a:extLst>
              <a:ext uri="{FF2B5EF4-FFF2-40B4-BE49-F238E27FC236}">
                <a16:creationId xmlns:a16="http://schemas.microsoft.com/office/drawing/2014/main" id="{E1D3A861-83C3-FE84-D5C4-D7D4881009B3}"/>
              </a:ext>
            </a:extLst>
          </p:cNvPr>
          <p:cNvSpPr/>
          <p:nvPr/>
        </p:nvSpPr>
        <p:spPr>
          <a:xfrm>
            <a:off x="3893516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8" name="矩形 357">
            <a:extLst>
              <a:ext uri="{FF2B5EF4-FFF2-40B4-BE49-F238E27FC236}">
                <a16:creationId xmlns:a16="http://schemas.microsoft.com/office/drawing/2014/main" id="{A49E7AB9-7A14-1D76-53C4-EF731E92E7C6}"/>
              </a:ext>
            </a:extLst>
          </p:cNvPr>
          <p:cNvSpPr/>
          <p:nvPr/>
        </p:nvSpPr>
        <p:spPr>
          <a:xfrm>
            <a:off x="4463780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0" name="矩形 359">
            <a:extLst>
              <a:ext uri="{FF2B5EF4-FFF2-40B4-BE49-F238E27FC236}">
                <a16:creationId xmlns:a16="http://schemas.microsoft.com/office/drawing/2014/main" id="{B57386B9-270C-4E53-9221-C1397FB5F430}"/>
              </a:ext>
            </a:extLst>
          </p:cNvPr>
          <p:cNvSpPr/>
          <p:nvPr/>
        </p:nvSpPr>
        <p:spPr>
          <a:xfrm>
            <a:off x="5034042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2" name="矩形 361">
            <a:extLst>
              <a:ext uri="{FF2B5EF4-FFF2-40B4-BE49-F238E27FC236}">
                <a16:creationId xmlns:a16="http://schemas.microsoft.com/office/drawing/2014/main" id="{59AE7914-A0B7-6CDF-39AC-3A04CACC22A2}"/>
              </a:ext>
            </a:extLst>
          </p:cNvPr>
          <p:cNvSpPr/>
          <p:nvPr/>
        </p:nvSpPr>
        <p:spPr>
          <a:xfrm>
            <a:off x="5603637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4" name="矩形 363">
            <a:extLst>
              <a:ext uri="{FF2B5EF4-FFF2-40B4-BE49-F238E27FC236}">
                <a16:creationId xmlns:a16="http://schemas.microsoft.com/office/drawing/2014/main" id="{DCA40236-86A8-7948-3BA2-80A863447ADC}"/>
              </a:ext>
            </a:extLst>
          </p:cNvPr>
          <p:cNvSpPr/>
          <p:nvPr/>
        </p:nvSpPr>
        <p:spPr>
          <a:xfrm>
            <a:off x="6174566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8" name="矩形 367">
            <a:extLst>
              <a:ext uri="{FF2B5EF4-FFF2-40B4-BE49-F238E27FC236}">
                <a16:creationId xmlns:a16="http://schemas.microsoft.com/office/drawing/2014/main" id="{01A38D35-FB43-2522-8777-F71AE990C73B}"/>
              </a:ext>
            </a:extLst>
          </p:cNvPr>
          <p:cNvSpPr/>
          <p:nvPr/>
        </p:nvSpPr>
        <p:spPr>
          <a:xfrm>
            <a:off x="6744161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0" name="矩形 369">
            <a:extLst>
              <a:ext uri="{FF2B5EF4-FFF2-40B4-BE49-F238E27FC236}">
                <a16:creationId xmlns:a16="http://schemas.microsoft.com/office/drawing/2014/main" id="{4F3D633E-4F2B-69A5-CD6C-404D1A2596E7}"/>
              </a:ext>
            </a:extLst>
          </p:cNvPr>
          <p:cNvSpPr/>
          <p:nvPr/>
        </p:nvSpPr>
        <p:spPr>
          <a:xfrm>
            <a:off x="7313756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2" name="矩形 371">
            <a:extLst>
              <a:ext uri="{FF2B5EF4-FFF2-40B4-BE49-F238E27FC236}">
                <a16:creationId xmlns:a16="http://schemas.microsoft.com/office/drawing/2014/main" id="{D818F5D5-595B-34BC-3E86-A3298A2210BE}"/>
              </a:ext>
            </a:extLst>
          </p:cNvPr>
          <p:cNvSpPr/>
          <p:nvPr/>
        </p:nvSpPr>
        <p:spPr>
          <a:xfrm>
            <a:off x="7880639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95A79D4-FB26-EFC7-C640-EC6D546F17C1}"/>
              </a:ext>
            </a:extLst>
          </p:cNvPr>
          <p:cNvSpPr/>
          <p:nvPr/>
        </p:nvSpPr>
        <p:spPr>
          <a:xfrm>
            <a:off x="0" y="0"/>
            <a:ext cx="8999538" cy="438912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62FE048B-AE85-4E18-4468-69C84A211AC6}"/>
              </a:ext>
            </a:extLst>
          </p:cNvPr>
          <p:cNvSpPr/>
          <p:nvPr/>
        </p:nvSpPr>
        <p:spPr>
          <a:xfrm>
            <a:off x="2408841" y="54864"/>
            <a:ext cx="4181856" cy="329184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53" name="组合 152">
            <a:extLst>
              <a:ext uri="{FF2B5EF4-FFF2-40B4-BE49-F238E27FC236}">
                <a16:creationId xmlns:a16="http://schemas.microsoft.com/office/drawing/2014/main" id="{543EC408-2CDE-180E-5FCA-587ECF6BF9E3}"/>
              </a:ext>
            </a:extLst>
          </p:cNvPr>
          <p:cNvGrpSpPr/>
          <p:nvPr/>
        </p:nvGrpSpPr>
        <p:grpSpPr>
          <a:xfrm>
            <a:off x="390597" y="4959"/>
            <a:ext cx="1280134" cy="431250"/>
            <a:chOff x="188770" y="-11103"/>
            <a:chExt cx="1280134" cy="431250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1C4E633E-27A5-291B-6B03-EAFB5708BA81}"/>
                </a:ext>
              </a:extLst>
            </p:cNvPr>
            <p:cNvSpPr/>
            <p:nvPr/>
          </p:nvSpPr>
          <p:spPr>
            <a:xfrm>
              <a:off x="188770" y="47240"/>
              <a:ext cx="1221882" cy="329184"/>
            </a:xfrm>
            <a:prstGeom prst="roundRect">
              <a:avLst>
                <a:gd name="adj" fmla="val 1882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8" name="文本框 147">
              <a:extLst>
                <a:ext uri="{FF2B5EF4-FFF2-40B4-BE49-F238E27FC236}">
                  <a16:creationId xmlns:a16="http://schemas.microsoft.com/office/drawing/2014/main" id="{5B5457E7-E6D7-5B64-48F0-1C9424FFAEC8}"/>
                </a:ext>
              </a:extLst>
            </p:cNvPr>
            <p:cNvSpPr txBox="1"/>
            <p:nvPr/>
          </p:nvSpPr>
          <p:spPr>
            <a:xfrm>
              <a:off x="496280" y="-11103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黑体" panose="02010609060101010101" pitchFamily="49" charset="-122"/>
                  <a:ea typeface="黑体" panose="02010609060101010101" pitchFamily="49" charset="-122"/>
                </a:rPr>
                <a:t>天海地铁</a:t>
              </a:r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FAFE0E5F-A8C1-4E88-E712-A7417AA48B4D}"/>
                </a:ext>
              </a:extLst>
            </p:cNvPr>
            <p:cNvSpPr txBox="1"/>
            <p:nvPr/>
          </p:nvSpPr>
          <p:spPr>
            <a:xfrm>
              <a:off x="500369" y="204703"/>
              <a:ext cx="96853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00" dirty="0" err="1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Tianhai</a:t>
              </a:r>
              <a:r>
                <a:rPr lang="en-US" altLang="zh-CN" sz="800" dirty="0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 Metro</a:t>
              </a:r>
              <a:endParaRPr lang="zh-CN" altLang="en-US" sz="800" dirty="0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endParaRPr>
            </a:p>
          </p:txBody>
        </p:sp>
        <p:pic>
          <p:nvPicPr>
            <p:cNvPr id="152" name="图片 151">
              <a:extLst>
                <a:ext uri="{FF2B5EF4-FFF2-40B4-BE49-F238E27FC236}">
                  <a16:creationId xmlns:a16="http://schemas.microsoft.com/office/drawing/2014/main" id="{D1C588AC-861C-27F5-007C-A92EC39F97E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7754" y="54959"/>
              <a:ext cx="313746" cy="313746"/>
            </a:xfrm>
            <a:prstGeom prst="rect">
              <a:avLst/>
            </a:prstGeom>
          </p:spPr>
        </p:pic>
      </p:grpSp>
      <p:sp>
        <p:nvSpPr>
          <p:cNvPr id="167" name="文本框 166">
            <a:extLst>
              <a:ext uri="{FF2B5EF4-FFF2-40B4-BE49-F238E27FC236}">
                <a16:creationId xmlns:a16="http://schemas.microsoft.com/office/drawing/2014/main" id="{69A28DB8-186A-6E76-FF19-A6D81A48DCD5}"/>
              </a:ext>
            </a:extLst>
          </p:cNvPr>
          <p:cNvSpPr txBox="1"/>
          <p:nvPr/>
        </p:nvSpPr>
        <p:spPr>
          <a:xfrm>
            <a:off x="7601248" y="16203"/>
            <a:ext cx="1847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75" name="组合 174">
            <a:extLst>
              <a:ext uri="{FF2B5EF4-FFF2-40B4-BE49-F238E27FC236}">
                <a16:creationId xmlns:a16="http://schemas.microsoft.com/office/drawing/2014/main" id="{919B33F6-E172-63EA-B582-81C5C4C0987B}"/>
              </a:ext>
            </a:extLst>
          </p:cNvPr>
          <p:cNvGrpSpPr/>
          <p:nvPr/>
        </p:nvGrpSpPr>
        <p:grpSpPr>
          <a:xfrm>
            <a:off x="8140497" y="13642"/>
            <a:ext cx="821036" cy="400110"/>
            <a:chOff x="1526333" y="4012"/>
            <a:chExt cx="821036" cy="400110"/>
          </a:xfrm>
        </p:grpSpPr>
        <p:sp>
          <p:nvSpPr>
            <p:cNvPr id="176" name="矩形: 圆角 175">
              <a:extLst>
                <a:ext uri="{FF2B5EF4-FFF2-40B4-BE49-F238E27FC236}">
                  <a16:creationId xmlns:a16="http://schemas.microsoft.com/office/drawing/2014/main" id="{22D1F9A7-76D8-E38B-1B68-DA165648E64D}"/>
                </a:ext>
              </a:extLst>
            </p:cNvPr>
            <p:cNvSpPr/>
            <p:nvPr/>
          </p:nvSpPr>
          <p:spPr>
            <a:xfrm flipH="1">
              <a:off x="1526333" y="54864"/>
              <a:ext cx="753551" cy="329184"/>
            </a:xfrm>
            <a:prstGeom prst="roundRect">
              <a:avLst>
                <a:gd name="adj" fmla="val 1882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7" name="文本框 176">
              <a:extLst>
                <a:ext uri="{FF2B5EF4-FFF2-40B4-BE49-F238E27FC236}">
                  <a16:creationId xmlns:a16="http://schemas.microsoft.com/office/drawing/2014/main" id="{F080BE5E-E178-AAA8-AB0A-9C3A40F34866}"/>
                </a:ext>
              </a:extLst>
            </p:cNvPr>
            <p:cNvSpPr txBox="1"/>
            <p:nvPr/>
          </p:nvSpPr>
          <p:spPr>
            <a:xfrm>
              <a:off x="1792890" y="4012"/>
              <a:ext cx="5544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latin typeface="黑体" panose="02010609060101010101" pitchFamily="49" charset="-122"/>
                  <a:ea typeface="黑体" panose="02010609060101010101" pitchFamily="49" charset="-122"/>
                </a:rPr>
                <a:t>号线</a:t>
              </a:r>
              <a:endPara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r>
                <a:rPr lang="en-US" altLang="zh-CN" sz="800" dirty="0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 Line</a:t>
              </a:r>
              <a:endParaRPr lang="zh-CN" altLang="en-US" sz="800" dirty="0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endParaRPr>
            </a:p>
          </p:txBody>
        </p:sp>
        <p:sp>
          <p:nvSpPr>
            <p:cNvPr id="178" name="矩形: 圆角 177">
              <a:extLst>
                <a:ext uri="{FF2B5EF4-FFF2-40B4-BE49-F238E27FC236}">
                  <a16:creationId xmlns:a16="http://schemas.microsoft.com/office/drawing/2014/main" id="{37719B1F-BD5C-8F80-4A85-CA6B2ECD5D05}"/>
                </a:ext>
              </a:extLst>
            </p:cNvPr>
            <p:cNvSpPr/>
            <p:nvPr/>
          </p:nvSpPr>
          <p:spPr>
            <a:xfrm flipH="1">
              <a:off x="1557516" y="75456"/>
              <a:ext cx="288000" cy="288000"/>
            </a:xfrm>
            <a:prstGeom prst="roundRect">
              <a:avLst>
                <a:gd name="adj" fmla="val 18827"/>
              </a:avLst>
            </a:prstGeom>
            <a:solidFill>
              <a:srgbClr val="E6001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9" name="文本框 178">
              <a:extLst>
                <a:ext uri="{FF2B5EF4-FFF2-40B4-BE49-F238E27FC236}">
                  <a16:creationId xmlns:a16="http://schemas.microsoft.com/office/drawing/2014/main" id="{E5AEBBCE-8BF7-E493-EEBA-A4D1492853E0}"/>
                </a:ext>
              </a:extLst>
            </p:cNvPr>
            <p:cNvSpPr txBox="1"/>
            <p:nvPr/>
          </p:nvSpPr>
          <p:spPr>
            <a:xfrm>
              <a:off x="1542658" y="34790"/>
              <a:ext cx="317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1</a:t>
              </a:r>
              <a:endParaRPr lang="zh-CN" altLang="en-US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sp>
        <p:nvSpPr>
          <p:cNvPr id="181" name="矩形: 圆角 180">
            <a:extLst>
              <a:ext uri="{FF2B5EF4-FFF2-40B4-BE49-F238E27FC236}">
                <a16:creationId xmlns:a16="http://schemas.microsoft.com/office/drawing/2014/main" id="{01BC6C15-9EF6-B370-19E1-C5DCFAE17FFD}"/>
              </a:ext>
            </a:extLst>
          </p:cNvPr>
          <p:cNvSpPr/>
          <p:nvPr/>
        </p:nvSpPr>
        <p:spPr>
          <a:xfrm flipH="1">
            <a:off x="7121513" y="62216"/>
            <a:ext cx="959469" cy="329184"/>
          </a:xfrm>
          <a:prstGeom prst="roundRect">
            <a:avLst>
              <a:gd name="adj" fmla="val 188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6" name="文本框 185">
            <a:extLst>
              <a:ext uri="{FF2B5EF4-FFF2-40B4-BE49-F238E27FC236}">
                <a16:creationId xmlns:a16="http://schemas.microsoft.com/office/drawing/2014/main" id="{5E19D1DE-CD05-513A-0480-807A46806926}"/>
              </a:ext>
            </a:extLst>
          </p:cNvPr>
          <p:cNvSpPr txBox="1"/>
          <p:nvPr/>
        </p:nvSpPr>
        <p:spPr>
          <a:xfrm>
            <a:off x="7075351" y="24834"/>
            <a:ext cx="10502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dirty="0">
                <a:latin typeface="黑体" panose="02010609060101010101" pitchFamily="49" charset="-122"/>
                <a:ea typeface="黑体" panose="02010609060101010101" pitchFamily="49" charset="-122"/>
              </a:rPr>
              <a:t>终点站</a:t>
            </a:r>
            <a:r>
              <a:rPr lang="en-US" altLang="zh-CN" sz="900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900" dirty="0">
                <a:latin typeface="黑体" panose="02010609060101010101" pitchFamily="49" charset="-122"/>
                <a:ea typeface="黑体" panose="02010609060101010101" pitchFamily="49" charset="-122"/>
              </a:rPr>
              <a:t>天海北站</a:t>
            </a:r>
          </a:p>
        </p:txBody>
      </p:sp>
      <p:pic>
        <p:nvPicPr>
          <p:cNvPr id="189" name="图片 188">
            <a:extLst>
              <a:ext uri="{FF2B5EF4-FFF2-40B4-BE49-F238E27FC236}">
                <a16:creationId xmlns:a16="http://schemas.microsoft.com/office/drawing/2014/main" id="{B5F5C356-EDFA-45B9-11B9-43147AF193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5821" y="196261"/>
            <a:ext cx="789348" cy="228967"/>
          </a:xfrm>
          <a:prstGeom prst="rect">
            <a:avLst/>
          </a:prstGeom>
        </p:spPr>
      </p:pic>
      <p:sp>
        <p:nvSpPr>
          <p:cNvPr id="316" name="椭圆 315">
            <a:extLst>
              <a:ext uri="{FF2B5EF4-FFF2-40B4-BE49-F238E27FC236}">
                <a16:creationId xmlns:a16="http://schemas.microsoft.com/office/drawing/2014/main" id="{9A567145-849C-7FA3-939A-02D246F297F8}"/>
              </a:ext>
            </a:extLst>
          </p:cNvPr>
          <p:cNvSpPr/>
          <p:nvPr/>
        </p:nvSpPr>
        <p:spPr>
          <a:xfrm>
            <a:off x="979216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18" name="椭圆 317">
            <a:extLst>
              <a:ext uri="{FF2B5EF4-FFF2-40B4-BE49-F238E27FC236}">
                <a16:creationId xmlns:a16="http://schemas.microsoft.com/office/drawing/2014/main" id="{3CC0769B-EDBD-7AD3-577D-7DACFEF08D24}"/>
              </a:ext>
            </a:extLst>
          </p:cNvPr>
          <p:cNvSpPr/>
          <p:nvPr/>
        </p:nvSpPr>
        <p:spPr>
          <a:xfrm>
            <a:off x="1549478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0" name="椭圆 319">
            <a:extLst>
              <a:ext uri="{FF2B5EF4-FFF2-40B4-BE49-F238E27FC236}">
                <a16:creationId xmlns:a16="http://schemas.microsoft.com/office/drawing/2014/main" id="{BBB8881C-8569-F80E-ABC7-AC643B555187}"/>
              </a:ext>
            </a:extLst>
          </p:cNvPr>
          <p:cNvSpPr/>
          <p:nvPr/>
        </p:nvSpPr>
        <p:spPr>
          <a:xfrm>
            <a:off x="2119740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2" name="椭圆 321">
            <a:extLst>
              <a:ext uri="{FF2B5EF4-FFF2-40B4-BE49-F238E27FC236}">
                <a16:creationId xmlns:a16="http://schemas.microsoft.com/office/drawing/2014/main" id="{C0EB98FE-A4A8-B418-D731-ED4B55D8C4A3}"/>
              </a:ext>
            </a:extLst>
          </p:cNvPr>
          <p:cNvSpPr/>
          <p:nvPr/>
        </p:nvSpPr>
        <p:spPr>
          <a:xfrm>
            <a:off x="2690002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4" name="椭圆 323">
            <a:extLst>
              <a:ext uri="{FF2B5EF4-FFF2-40B4-BE49-F238E27FC236}">
                <a16:creationId xmlns:a16="http://schemas.microsoft.com/office/drawing/2014/main" id="{2E331206-E487-CC36-21AC-BDC51225C3AB}"/>
              </a:ext>
            </a:extLst>
          </p:cNvPr>
          <p:cNvSpPr/>
          <p:nvPr/>
        </p:nvSpPr>
        <p:spPr>
          <a:xfrm>
            <a:off x="3260264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6" name="椭圆 325">
            <a:extLst>
              <a:ext uri="{FF2B5EF4-FFF2-40B4-BE49-F238E27FC236}">
                <a16:creationId xmlns:a16="http://schemas.microsoft.com/office/drawing/2014/main" id="{E8E0CBDD-49FC-28A0-0AA3-49A6DB9D56F0}"/>
              </a:ext>
            </a:extLst>
          </p:cNvPr>
          <p:cNvSpPr/>
          <p:nvPr/>
        </p:nvSpPr>
        <p:spPr>
          <a:xfrm>
            <a:off x="3830526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" name="椭圆 327">
            <a:extLst>
              <a:ext uri="{FF2B5EF4-FFF2-40B4-BE49-F238E27FC236}">
                <a16:creationId xmlns:a16="http://schemas.microsoft.com/office/drawing/2014/main" id="{29890095-8EDD-271A-488F-807A2DF04941}"/>
              </a:ext>
            </a:extLst>
          </p:cNvPr>
          <p:cNvSpPr/>
          <p:nvPr/>
        </p:nvSpPr>
        <p:spPr>
          <a:xfrm>
            <a:off x="4400788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0" name="椭圆 329">
            <a:extLst>
              <a:ext uri="{FF2B5EF4-FFF2-40B4-BE49-F238E27FC236}">
                <a16:creationId xmlns:a16="http://schemas.microsoft.com/office/drawing/2014/main" id="{A34F9206-D427-A8A7-6AF1-1E03D1A5886F}"/>
              </a:ext>
            </a:extLst>
          </p:cNvPr>
          <p:cNvSpPr/>
          <p:nvPr/>
        </p:nvSpPr>
        <p:spPr>
          <a:xfrm>
            <a:off x="4971050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2" name="椭圆 331">
            <a:extLst>
              <a:ext uri="{FF2B5EF4-FFF2-40B4-BE49-F238E27FC236}">
                <a16:creationId xmlns:a16="http://schemas.microsoft.com/office/drawing/2014/main" id="{8FFE2A61-B819-0B47-4607-5B677802794C}"/>
              </a:ext>
            </a:extLst>
          </p:cNvPr>
          <p:cNvSpPr/>
          <p:nvPr/>
        </p:nvSpPr>
        <p:spPr>
          <a:xfrm>
            <a:off x="5541312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4" name="椭圆 333">
            <a:extLst>
              <a:ext uri="{FF2B5EF4-FFF2-40B4-BE49-F238E27FC236}">
                <a16:creationId xmlns:a16="http://schemas.microsoft.com/office/drawing/2014/main" id="{8FEDF6CF-B067-6F9F-9BFD-C0A4978EF5DE}"/>
              </a:ext>
            </a:extLst>
          </p:cNvPr>
          <p:cNvSpPr/>
          <p:nvPr/>
        </p:nvSpPr>
        <p:spPr>
          <a:xfrm>
            <a:off x="6111574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6" name="椭圆 335">
            <a:extLst>
              <a:ext uri="{FF2B5EF4-FFF2-40B4-BE49-F238E27FC236}">
                <a16:creationId xmlns:a16="http://schemas.microsoft.com/office/drawing/2014/main" id="{BD910BAE-1D71-3EE7-766B-CF328092E949}"/>
              </a:ext>
            </a:extLst>
          </p:cNvPr>
          <p:cNvSpPr/>
          <p:nvPr/>
        </p:nvSpPr>
        <p:spPr>
          <a:xfrm>
            <a:off x="6681836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8" name="椭圆 337">
            <a:extLst>
              <a:ext uri="{FF2B5EF4-FFF2-40B4-BE49-F238E27FC236}">
                <a16:creationId xmlns:a16="http://schemas.microsoft.com/office/drawing/2014/main" id="{66D020C7-28B2-4205-F786-50FAF6ADE418}"/>
              </a:ext>
            </a:extLst>
          </p:cNvPr>
          <p:cNvSpPr/>
          <p:nvPr/>
        </p:nvSpPr>
        <p:spPr>
          <a:xfrm>
            <a:off x="7252098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0" name="椭圆 339">
            <a:extLst>
              <a:ext uri="{FF2B5EF4-FFF2-40B4-BE49-F238E27FC236}">
                <a16:creationId xmlns:a16="http://schemas.microsoft.com/office/drawing/2014/main" id="{C1BDFA0E-C17D-097A-09D3-E3670A3AA26F}"/>
              </a:ext>
            </a:extLst>
          </p:cNvPr>
          <p:cNvSpPr/>
          <p:nvPr/>
        </p:nvSpPr>
        <p:spPr>
          <a:xfrm>
            <a:off x="7818314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2" name="椭圆 341">
            <a:extLst>
              <a:ext uri="{FF2B5EF4-FFF2-40B4-BE49-F238E27FC236}">
                <a16:creationId xmlns:a16="http://schemas.microsoft.com/office/drawing/2014/main" id="{2AB2AF56-8264-CC39-8E6D-D0CC17F9D340}"/>
              </a:ext>
            </a:extLst>
          </p:cNvPr>
          <p:cNvSpPr/>
          <p:nvPr/>
        </p:nvSpPr>
        <p:spPr>
          <a:xfrm>
            <a:off x="8414500" y="874625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9" name="文本框 378">
            <a:extLst>
              <a:ext uri="{FF2B5EF4-FFF2-40B4-BE49-F238E27FC236}">
                <a16:creationId xmlns:a16="http://schemas.microsoft.com/office/drawing/2014/main" id="{C063E833-3BF2-46CA-CB0B-79D7D27167C9}"/>
              </a:ext>
            </a:extLst>
          </p:cNvPr>
          <p:cNvSpPr txBox="1"/>
          <p:nvPr/>
        </p:nvSpPr>
        <p:spPr>
          <a:xfrm>
            <a:off x="2500995" y="483926"/>
            <a:ext cx="4988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金山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Jinshan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81" name="文本框 380">
            <a:extLst>
              <a:ext uri="{FF2B5EF4-FFF2-40B4-BE49-F238E27FC236}">
                <a16:creationId xmlns:a16="http://schemas.microsoft.com/office/drawing/2014/main" id="{1BD55200-68A3-B2DD-9EF5-E4B9C46E8ADB}"/>
              </a:ext>
            </a:extLst>
          </p:cNvPr>
          <p:cNvSpPr txBox="1"/>
          <p:nvPr/>
        </p:nvSpPr>
        <p:spPr>
          <a:xfrm>
            <a:off x="1751205" y="1019030"/>
            <a:ext cx="8595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中央大道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Central Avenue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83" name="文本框 382">
            <a:extLst>
              <a:ext uri="{FF2B5EF4-FFF2-40B4-BE49-F238E27FC236}">
                <a16:creationId xmlns:a16="http://schemas.microsoft.com/office/drawing/2014/main" id="{617EAF71-6AAC-4DBC-83B7-E44C9104458E}"/>
              </a:ext>
            </a:extLst>
          </p:cNvPr>
          <p:cNvSpPr txBox="1"/>
          <p:nvPr/>
        </p:nvSpPr>
        <p:spPr>
          <a:xfrm>
            <a:off x="2788605" y="1019030"/>
            <a:ext cx="10631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吕岭北站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Lvling</a:t>
            </a:r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 North Station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87" name="文本框 386">
            <a:extLst>
              <a:ext uri="{FF2B5EF4-FFF2-40B4-BE49-F238E27FC236}">
                <a16:creationId xmlns:a16="http://schemas.microsoft.com/office/drawing/2014/main" id="{DBCC747F-AE22-6692-2240-65E283F85BBF}"/>
              </a:ext>
            </a:extLst>
          </p:cNvPr>
          <p:cNvSpPr txBox="1"/>
          <p:nvPr/>
        </p:nvSpPr>
        <p:spPr>
          <a:xfrm>
            <a:off x="3711944" y="1019030"/>
            <a:ext cx="1502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海宁行政中心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Haining Administrative Center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89" name="文本框 388">
            <a:extLst>
              <a:ext uri="{FF2B5EF4-FFF2-40B4-BE49-F238E27FC236}">
                <a16:creationId xmlns:a16="http://schemas.microsoft.com/office/drawing/2014/main" id="{D44E0360-5D00-7E62-C189-E9595A53A0B6}"/>
              </a:ext>
            </a:extLst>
          </p:cNvPr>
          <p:cNvSpPr txBox="1"/>
          <p:nvPr/>
        </p:nvSpPr>
        <p:spPr>
          <a:xfrm>
            <a:off x="4411249" y="483926"/>
            <a:ext cx="12442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海宁商务中心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Haining Business Center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91" name="文本框 390">
            <a:extLst>
              <a:ext uri="{FF2B5EF4-FFF2-40B4-BE49-F238E27FC236}">
                <a16:creationId xmlns:a16="http://schemas.microsoft.com/office/drawing/2014/main" id="{9CB749A1-5769-0644-7A57-91581D1CC641}"/>
              </a:ext>
            </a:extLst>
          </p:cNvPr>
          <p:cNvSpPr txBox="1"/>
          <p:nvPr/>
        </p:nvSpPr>
        <p:spPr>
          <a:xfrm>
            <a:off x="5332712" y="1019030"/>
            <a:ext cx="5421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五通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latin typeface="+mn-ea"/>
                <a:cs typeface="Cascadia Code" panose="020B0609020000020004" pitchFamily="49" charset="0"/>
              </a:rPr>
              <a:t>Wutong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93" name="文本框 392">
            <a:extLst>
              <a:ext uri="{FF2B5EF4-FFF2-40B4-BE49-F238E27FC236}">
                <a16:creationId xmlns:a16="http://schemas.microsoft.com/office/drawing/2014/main" id="{72A2549A-B217-9F11-EAB7-BBCFEEE04373}"/>
              </a:ext>
            </a:extLst>
          </p:cNvPr>
          <p:cNvSpPr txBox="1"/>
          <p:nvPr/>
        </p:nvSpPr>
        <p:spPr>
          <a:xfrm>
            <a:off x="5768561" y="483926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体育中心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Sports Center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95" name="文本框 394">
            <a:extLst>
              <a:ext uri="{FF2B5EF4-FFF2-40B4-BE49-F238E27FC236}">
                <a16:creationId xmlns:a16="http://schemas.microsoft.com/office/drawing/2014/main" id="{DC7CD953-6FE7-4450-6FFC-B7BA69614515}"/>
              </a:ext>
            </a:extLst>
          </p:cNvPr>
          <p:cNvSpPr txBox="1"/>
          <p:nvPr/>
        </p:nvSpPr>
        <p:spPr>
          <a:xfrm>
            <a:off x="6497136" y="1019030"/>
            <a:ext cx="4940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弋浔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latin typeface="+mn-ea"/>
                <a:cs typeface="Cascadia Code" panose="020B0609020000020004" pitchFamily="49" charset="0"/>
              </a:rPr>
              <a:t>Yixun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97" name="文本框 396">
            <a:extLst>
              <a:ext uri="{FF2B5EF4-FFF2-40B4-BE49-F238E27FC236}">
                <a16:creationId xmlns:a16="http://schemas.microsoft.com/office/drawing/2014/main" id="{B3603679-56B8-ED82-D7B0-56F061BB6836}"/>
              </a:ext>
            </a:extLst>
          </p:cNvPr>
          <p:cNvSpPr txBox="1"/>
          <p:nvPr/>
        </p:nvSpPr>
        <p:spPr>
          <a:xfrm>
            <a:off x="6745332" y="483926"/>
            <a:ext cx="11368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迁安人民公园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latin typeface="+mn-ea"/>
                <a:cs typeface="Cascadia Code" panose="020B0609020000020004" pitchFamily="49" charset="0"/>
              </a:rPr>
              <a:t>Qian’an</a:t>
            </a:r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 People’s Park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99" name="文本框 398">
            <a:extLst>
              <a:ext uri="{FF2B5EF4-FFF2-40B4-BE49-F238E27FC236}">
                <a16:creationId xmlns:a16="http://schemas.microsoft.com/office/drawing/2014/main" id="{E4C1A54C-65C4-B7A1-6A13-13572EC45C73}"/>
              </a:ext>
            </a:extLst>
          </p:cNvPr>
          <p:cNvSpPr txBox="1"/>
          <p:nvPr/>
        </p:nvSpPr>
        <p:spPr>
          <a:xfrm>
            <a:off x="7435645" y="972461"/>
            <a:ext cx="88998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00" b="1" dirty="0">
                <a:latin typeface="宋体" panose="02010600030101010101" pitchFamily="2" charset="-122"/>
                <a:ea typeface="宋体" panose="02010600030101010101" pitchFamily="2" charset="-122"/>
              </a:rPr>
              <a:t>北站西广场</a:t>
            </a:r>
            <a:endParaRPr lang="en-US" altLang="zh-CN" sz="11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Railway Station</a:t>
            </a: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West Square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403" name="文本框 402">
            <a:extLst>
              <a:ext uri="{FF2B5EF4-FFF2-40B4-BE49-F238E27FC236}">
                <a16:creationId xmlns:a16="http://schemas.microsoft.com/office/drawing/2014/main" id="{FCC280EE-F909-B217-3946-FEFF726F1DF0}"/>
              </a:ext>
            </a:extLst>
          </p:cNvPr>
          <p:cNvSpPr txBox="1"/>
          <p:nvPr/>
        </p:nvSpPr>
        <p:spPr>
          <a:xfrm>
            <a:off x="8036326" y="411621"/>
            <a:ext cx="8467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00" b="1" dirty="0">
                <a:latin typeface="宋体" panose="02010600030101010101" pitchFamily="2" charset="-122"/>
                <a:ea typeface="宋体" panose="02010600030101010101" pitchFamily="2" charset="-122"/>
              </a:rPr>
              <a:t>天海北站</a:t>
            </a:r>
            <a:endParaRPr lang="en-US" altLang="zh-CN" sz="11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latin typeface="+mn-ea"/>
                <a:cs typeface="Cascadia Code" panose="020B0609020000020004" pitchFamily="49" charset="0"/>
              </a:rPr>
              <a:t>Tianhai</a:t>
            </a:r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 North</a:t>
            </a: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Railway Station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grpSp>
        <p:nvGrpSpPr>
          <p:cNvPr id="408" name="组合 407">
            <a:extLst>
              <a:ext uri="{FF2B5EF4-FFF2-40B4-BE49-F238E27FC236}">
                <a16:creationId xmlns:a16="http://schemas.microsoft.com/office/drawing/2014/main" id="{FDF352A5-4990-F23D-1FF3-DD54EE4429D6}"/>
              </a:ext>
            </a:extLst>
          </p:cNvPr>
          <p:cNvGrpSpPr/>
          <p:nvPr/>
        </p:nvGrpSpPr>
        <p:grpSpPr>
          <a:xfrm flipH="1">
            <a:off x="416338" y="893731"/>
            <a:ext cx="86486" cy="88006"/>
            <a:chOff x="3384914" y="1617979"/>
            <a:chExt cx="790846" cy="825340"/>
          </a:xfrm>
        </p:grpSpPr>
        <p:sp>
          <p:nvSpPr>
            <p:cNvPr id="405" name="箭头: 环形 404">
              <a:extLst>
                <a:ext uri="{FF2B5EF4-FFF2-40B4-BE49-F238E27FC236}">
                  <a16:creationId xmlns:a16="http://schemas.microsoft.com/office/drawing/2014/main" id="{F16D2F51-633E-299E-7761-033819D1E4B7}"/>
                </a:ext>
              </a:extLst>
            </p:cNvPr>
            <p:cNvSpPr/>
            <p:nvPr/>
          </p:nvSpPr>
          <p:spPr>
            <a:xfrm>
              <a:off x="3384914" y="1617979"/>
              <a:ext cx="790846" cy="797055"/>
            </a:xfrm>
            <a:prstGeom prst="circular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07" name="箭头: 环形 406">
              <a:extLst>
                <a:ext uri="{FF2B5EF4-FFF2-40B4-BE49-F238E27FC236}">
                  <a16:creationId xmlns:a16="http://schemas.microsoft.com/office/drawing/2014/main" id="{DF807BCF-40E8-ECF0-82EC-2E6F169954B8}"/>
                </a:ext>
              </a:extLst>
            </p:cNvPr>
            <p:cNvSpPr/>
            <p:nvPr/>
          </p:nvSpPr>
          <p:spPr>
            <a:xfrm flipH="1" flipV="1">
              <a:off x="3384914" y="1646263"/>
              <a:ext cx="790846" cy="797056"/>
            </a:xfrm>
            <a:prstGeom prst="circularArrow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444" name="图片 443">
            <a:extLst>
              <a:ext uri="{FF2B5EF4-FFF2-40B4-BE49-F238E27FC236}">
                <a16:creationId xmlns:a16="http://schemas.microsoft.com/office/drawing/2014/main" id="{73C22066-9A21-0515-B997-84F5E9AC404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783" y="1232304"/>
            <a:ext cx="332273" cy="193917"/>
          </a:xfrm>
          <a:prstGeom prst="rect">
            <a:avLst/>
          </a:prstGeom>
        </p:spPr>
      </p:pic>
      <p:pic>
        <p:nvPicPr>
          <p:cNvPr id="452" name="图片 451">
            <a:extLst>
              <a:ext uri="{FF2B5EF4-FFF2-40B4-BE49-F238E27FC236}">
                <a16:creationId xmlns:a16="http://schemas.microsoft.com/office/drawing/2014/main" id="{47C841D1-4A45-8DDA-7875-1D5BB1E5E60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5845" y="1079839"/>
            <a:ext cx="334150" cy="193917"/>
          </a:xfrm>
          <a:prstGeom prst="rect">
            <a:avLst/>
          </a:prstGeom>
        </p:spPr>
      </p:pic>
      <p:grpSp>
        <p:nvGrpSpPr>
          <p:cNvPr id="460" name="组合 459">
            <a:extLst>
              <a:ext uri="{FF2B5EF4-FFF2-40B4-BE49-F238E27FC236}">
                <a16:creationId xmlns:a16="http://schemas.microsoft.com/office/drawing/2014/main" id="{E029F506-35A9-364B-637C-74952C014D1C}"/>
              </a:ext>
            </a:extLst>
          </p:cNvPr>
          <p:cNvGrpSpPr/>
          <p:nvPr/>
        </p:nvGrpSpPr>
        <p:grpSpPr>
          <a:xfrm rot="1951028">
            <a:off x="8427983" y="890552"/>
            <a:ext cx="94574" cy="94923"/>
            <a:chOff x="1440520" y="1462484"/>
            <a:chExt cx="461631" cy="463336"/>
          </a:xfrm>
        </p:grpSpPr>
        <p:sp>
          <p:nvSpPr>
            <p:cNvPr id="456" name="箭头: 环形 455">
              <a:extLst>
                <a:ext uri="{FF2B5EF4-FFF2-40B4-BE49-F238E27FC236}">
                  <a16:creationId xmlns:a16="http://schemas.microsoft.com/office/drawing/2014/main" id="{D67E851D-8710-6BC6-A1E4-3CBC6A450DEC}"/>
                </a:ext>
              </a:extLst>
            </p:cNvPr>
            <p:cNvSpPr/>
            <p:nvPr/>
          </p:nvSpPr>
          <p:spPr>
            <a:xfrm rot="338721" flipH="1">
              <a:off x="1446104" y="1476765"/>
              <a:ext cx="456047" cy="448158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13769514"/>
                <a:gd name="adj5" fmla="val 1250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57" name="箭头: 环形 456">
              <a:extLst>
                <a:ext uri="{FF2B5EF4-FFF2-40B4-BE49-F238E27FC236}">
                  <a16:creationId xmlns:a16="http://schemas.microsoft.com/office/drawing/2014/main" id="{4101691A-1B3B-A8BF-AF34-2EED9FF46418}"/>
                </a:ext>
              </a:extLst>
            </p:cNvPr>
            <p:cNvSpPr/>
            <p:nvPr/>
          </p:nvSpPr>
          <p:spPr>
            <a:xfrm rot="19710149" flipV="1">
              <a:off x="1446103" y="1477662"/>
              <a:ext cx="456047" cy="448158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15559861"/>
                <a:gd name="adj5" fmla="val 12500"/>
              </a:avLst>
            </a:prstGeom>
            <a:solidFill>
              <a:srgbClr val="FFC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59" name="箭头: 环形 458">
              <a:extLst>
                <a:ext uri="{FF2B5EF4-FFF2-40B4-BE49-F238E27FC236}">
                  <a16:creationId xmlns:a16="http://schemas.microsoft.com/office/drawing/2014/main" id="{69CFD4A2-D8F3-6174-3DAA-89717605F8F6}"/>
                </a:ext>
              </a:extLst>
            </p:cNvPr>
            <p:cNvSpPr/>
            <p:nvPr/>
          </p:nvSpPr>
          <p:spPr>
            <a:xfrm rot="4784427" flipV="1">
              <a:off x="1436575" y="1466429"/>
              <a:ext cx="456047" cy="448158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15892767"/>
                <a:gd name="adj5" fmla="val 12500"/>
              </a:avLst>
            </a:prstGeom>
            <a:solidFill>
              <a:srgbClr val="52AB4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61" name="文本框 460">
            <a:extLst>
              <a:ext uri="{FF2B5EF4-FFF2-40B4-BE49-F238E27FC236}">
                <a16:creationId xmlns:a16="http://schemas.microsoft.com/office/drawing/2014/main" id="{0092BDD3-3519-F191-915D-4B31A98E3804}"/>
              </a:ext>
            </a:extLst>
          </p:cNvPr>
          <p:cNvSpPr txBox="1"/>
          <p:nvPr/>
        </p:nvSpPr>
        <p:spPr>
          <a:xfrm>
            <a:off x="3084157" y="-50044"/>
            <a:ext cx="28312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下一站：海宁行政中心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  <a:p>
            <a:pPr algn="ctr"/>
            <a:r>
              <a:rPr lang="en-US" altLang="zh-CN" sz="800" dirty="0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rPr>
              <a:t>Next Station: Haining Administrative Center.</a:t>
            </a:r>
            <a:endParaRPr lang="zh-CN" altLang="en-US" sz="800" dirty="0">
              <a:latin typeface="Cascadia Code" panose="020B0609020000020004" pitchFamily="49" charset="0"/>
              <a:ea typeface="黑体" panose="02010609060101010101" pitchFamily="49" charset="-122"/>
              <a:cs typeface="Cascadia Code" panose="020B0609020000020004" pitchFamily="49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2C4ED452-B099-9101-9AFC-F7857F84344F}"/>
              </a:ext>
            </a:extLst>
          </p:cNvPr>
          <p:cNvGrpSpPr/>
          <p:nvPr/>
        </p:nvGrpSpPr>
        <p:grpSpPr>
          <a:xfrm>
            <a:off x="3913248" y="806304"/>
            <a:ext cx="261017" cy="259843"/>
            <a:chOff x="501595" y="804920"/>
            <a:chExt cx="261017" cy="259843"/>
          </a:xfrm>
        </p:grpSpPr>
        <p:sp>
          <p:nvSpPr>
            <p:cNvPr id="2" name="箭头: V 形 1">
              <a:extLst>
                <a:ext uri="{FF2B5EF4-FFF2-40B4-BE49-F238E27FC236}">
                  <a16:creationId xmlns:a16="http://schemas.microsoft.com/office/drawing/2014/main" id="{0BA155B0-54E3-43D7-3E55-A075F49713D0}"/>
                </a:ext>
              </a:extLst>
            </p:cNvPr>
            <p:cNvSpPr/>
            <p:nvPr/>
          </p:nvSpPr>
          <p:spPr>
            <a:xfrm>
              <a:off x="501595" y="804920"/>
              <a:ext cx="153399" cy="259843"/>
            </a:xfrm>
            <a:prstGeom prst="chevron">
              <a:avLst>
                <a:gd name="adj" fmla="val 5528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箭头: V 形 5">
              <a:extLst>
                <a:ext uri="{FF2B5EF4-FFF2-40B4-BE49-F238E27FC236}">
                  <a16:creationId xmlns:a16="http://schemas.microsoft.com/office/drawing/2014/main" id="{22193631-68D3-B580-FC9F-391A37DFFD2D}"/>
                </a:ext>
              </a:extLst>
            </p:cNvPr>
            <p:cNvSpPr/>
            <p:nvPr/>
          </p:nvSpPr>
          <p:spPr>
            <a:xfrm>
              <a:off x="609213" y="804920"/>
              <a:ext cx="153399" cy="259843"/>
            </a:xfrm>
            <a:prstGeom prst="chevron">
              <a:avLst>
                <a:gd name="adj" fmla="val 5528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73" name="文本框 372">
            <a:extLst>
              <a:ext uri="{FF2B5EF4-FFF2-40B4-BE49-F238E27FC236}">
                <a16:creationId xmlns:a16="http://schemas.microsoft.com/office/drawing/2014/main" id="{5BC89349-DADE-3386-B851-B7E653C07F94}"/>
              </a:ext>
            </a:extLst>
          </p:cNvPr>
          <p:cNvSpPr txBox="1"/>
          <p:nvPr/>
        </p:nvSpPr>
        <p:spPr>
          <a:xfrm>
            <a:off x="114082" y="483926"/>
            <a:ext cx="7088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天海港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Tianhai</a:t>
            </a:r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 Port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85" name="文本框 384">
            <a:extLst>
              <a:ext uri="{FF2B5EF4-FFF2-40B4-BE49-F238E27FC236}">
                <a16:creationId xmlns:a16="http://schemas.microsoft.com/office/drawing/2014/main" id="{6D2F84F8-4047-B565-C320-B694FC6F00EF}"/>
              </a:ext>
            </a:extLst>
          </p:cNvPr>
          <p:cNvSpPr txBox="1"/>
          <p:nvPr/>
        </p:nvSpPr>
        <p:spPr>
          <a:xfrm>
            <a:off x="3497972" y="483926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海宁公园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Haining Park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74246E63-EE64-0464-F326-8C8A2F725995}"/>
              </a:ext>
            </a:extLst>
          </p:cNvPr>
          <p:cNvSpPr/>
          <p:nvPr/>
        </p:nvSpPr>
        <p:spPr>
          <a:xfrm rot="16200000" flipV="1">
            <a:off x="3252467" y="802397"/>
            <a:ext cx="149365" cy="115523"/>
          </a:xfrm>
          <a:prstGeom prst="homePlate">
            <a:avLst>
              <a:gd name="adj" fmla="val 41754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4FCF0A34-0948-4989-37C7-9BE2DA23D810}"/>
              </a:ext>
            </a:extLst>
          </p:cNvPr>
          <p:cNvSpPr/>
          <p:nvPr/>
        </p:nvSpPr>
        <p:spPr>
          <a:xfrm>
            <a:off x="3262857" y="879787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7164749-B125-7AA1-EFBC-3E4BF0E013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2449" y="546366"/>
            <a:ext cx="463118" cy="270278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99C00575-9805-C805-1AF4-A058E2B7BD8C}"/>
              </a:ext>
            </a:extLst>
          </p:cNvPr>
          <p:cNvGrpSpPr/>
          <p:nvPr/>
        </p:nvGrpSpPr>
        <p:grpSpPr>
          <a:xfrm flipH="1">
            <a:off x="3287580" y="895239"/>
            <a:ext cx="86486" cy="88006"/>
            <a:chOff x="3384914" y="1617979"/>
            <a:chExt cx="790846" cy="825340"/>
          </a:xfrm>
        </p:grpSpPr>
        <p:sp>
          <p:nvSpPr>
            <p:cNvPr id="11" name="箭头: 环形 10">
              <a:extLst>
                <a:ext uri="{FF2B5EF4-FFF2-40B4-BE49-F238E27FC236}">
                  <a16:creationId xmlns:a16="http://schemas.microsoft.com/office/drawing/2014/main" id="{BE747335-744E-C458-C5D8-41C476017584}"/>
                </a:ext>
              </a:extLst>
            </p:cNvPr>
            <p:cNvSpPr/>
            <p:nvPr/>
          </p:nvSpPr>
          <p:spPr>
            <a:xfrm>
              <a:off x="3384914" y="1617979"/>
              <a:ext cx="790846" cy="797055"/>
            </a:xfrm>
            <a:prstGeom prst="circular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箭头: 环形 11">
              <a:extLst>
                <a:ext uri="{FF2B5EF4-FFF2-40B4-BE49-F238E27FC236}">
                  <a16:creationId xmlns:a16="http://schemas.microsoft.com/office/drawing/2014/main" id="{F94F67FB-7CC0-B685-4A4F-4AAF61DDB888}"/>
                </a:ext>
              </a:extLst>
            </p:cNvPr>
            <p:cNvSpPr/>
            <p:nvPr/>
          </p:nvSpPr>
          <p:spPr>
            <a:xfrm flipH="1" flipV="1">
              <a:off x="3384914" y="1646263"/>
              <a:ext cx="790846" cy="797056"/>
            </a:xfrm>
            <a:prstGeom prst="circularArrow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96930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1000" fill="hold"/>
                                        <p:tgtEl>
                                          <p:spTgt spid="4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63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1171E-6 3.85888E-6 L 0.02346 -0.00111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64" y="-11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00EA4-4C63-4809-E868-EA3CE6894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>
            <a:extLst>
              <a:ext uri="{FF2B5EF4-FFF2-40B4-BE49-F238E27FC236}">
                <a16:creationId xmlns:a16="http://schemas.microsoft.com/office/drawing/2014/main" id="{66DAF082-06DE-5F8F-4407-CF0185197D98}"/>
              </a:ext>
            </a:extLst>
          </p:cNvPr>
          <p:cNvSpPr txBox="1"/>
          <p:nvPr/>
        </p:nvSpPr>
        <p:spPr>
          <a:xfrm>
            <a:off x="43251" y="511684"/>
            <a:ext cx="2646878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海宁行政中心</a:t>
            </a:r>
            <a:endParaRPr lang="en-US" altLang="zh-CN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1400" dirty="0">
                <a:latin typeface="+mn-ea"/>
              </a:rPr>
              <a:t>Haining Administrative Center.</a:t>
            </a:r>
            <a:endParaRPr lang="zh-CN" altLang="en-US" sz="1400" dirty="0">
              <a:latin typeface="+mn-ea"/>
            </a:endParaRPr>
          </a:p>
        </p:txBody>
      </p:sp>
      <p:grpSp>
        <p:nvGrpSpPr>
          <p:cNvPr id="648" name="组合 647">
            <a:extLst>
              <a:ext uri="{FF2B5EF4-FFF2-40B4-BE49-F238E27FC236}">
                <a16:creationId xmlns:a16="http://schemas.microsoft.com/office/drawing/2014/main" id="{4E1F1538-1D22-7ECE-D787-F36C1FF06E92}"/>
              </a:ext>
            </a:extLst>
          </p:cNvPr>
          <p:cNvGrpSpPr/>
          <p:nvPr/>
        </p:nvGrpSpPr>
        <p:grpSpPr>
          <a:xfrm>
            <a:off x="-4835331" y="564611"/>
            <a:ext cx="4713780" cy="347183"/>
            <a:chOff x="2180050" y="555098"/>
            <a:chExt cx="4713780" cy="347183"/>
          </a:xfrm>
        </p:grpSpPr>
        <p:grpSp>
          <p:nvGrpSpPr>
            <p:cNvPr id="631" name="组合 630">
              <a:extLst>
                <a:ext uri="{FF2B5EF4-FFF2-40B4-BE49-F238E27FC236}">
                  <a16:creationId xmlns:a16="http://schemas.microsoft.com/office/drawing/2014/main" id="{70EF434D-0D1A-B30B-B0B9-BE71B82DF4BF}"/>
                </a:ext>
              </a:extLst>
            </p:cNvPr>
            <p:cNvGrpSpPr/>
            <p:nvPr/>
          </p:nvGrpSpPr>
          <p:grpSpPr>
            <a:xfrm>
              <a:off x="3758078" y="601135"/>
              <a:ext cx="771789" cy="230164"/>
              <a:chOff x="2969309" y="601138"/>
              <a:chExt cx="771789" cy="230164"/>
            </a:xfrm>
          </p:grpSpPr>
          <p:sp>
            <p:nvSpPr>
              <p:cNvPr id="632" name="矩形 631">
                <a:extLst>
                  <a:ext uri="{FF2B5EF4-FFF2-40B4-BE49-F238E27FC236}">
                    <a16:creationId xmlns:a16="http://schemas.microsoft.com/office/drawing/2014/main" id="{BABD4EA6-0D1A-87C1-8EFD-094FDFD4F597}"/>
                  </a:ext>
                </a:extLst>
              </p:cNvPr>
              <p:cNvSpPr/>
              <p:nvPr/>
            </p:nvSpPr>
            <p:spPr>
              <a:xfrm>
                <a:off x="2969309" y="601138"/>
                <a:ext cx="769621" cy="2301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3" name="矩形: 圆角 632">
                <a:extLst>
                  <a:ext uri="{FF2B5EF4-FFF2-40B4-BE49-F238E27FC236}">
                    <a16:creationId xmlns:a16="http://schemas.microsoft.com/office/drawing/2014/main" id="{45E7B1B4-50B1-57D5-929B-E20CFBE95D17}"/>
                  </a:ext>
                </a:extLst>
              </p:cNvPr>
              <p:cNvSpPr/>
              <p:nvPr/>
            </p:nvSpPr>
            <p:spPr>
              <a:xfrm>
                <a:off x="2971478" y="633445"/>
                <a:ext cx="769620" cy="97294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634" name="直接连接符 633">
                <a:extLst>
                  <a:ext uri="{FF2B5EF4-FFF2-40B4-BE49-F238E27FC236}">
                    <a16:creationId xmlns:a16="http://schemas.microsoft.com/office/drawing/2014/main" id="{6AABD812-6855-1A00-3FF8-E377553F1C1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478" y="76426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5" name="直接连接符 634">
                <a:extLst>
                  <a:ext uri="{FF2B5EF4-FFF2-40B4-BE49-F238E27FC236}">
                    <a16:creationId xmlns:a16="http://schemas.microsoft.com/office/drawing/2014/main" id="{8E053430-3FD9-BC98-762E-036FCC4203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36399" y="63344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03" name="组合 602">
              <a:extLst>
                <a:ext uri="{FF2B5EF4-FFF2-40B4-BE49-F238E27FC236}">
                  <a16:creationId xmlns:a16="http://schemas.microsoft.com/office/drawing/2014/main" id="{0F4F5CF5-A552-C419-ED55-AFB0D1F0BA72}"/>
                </a:ext>
              </a:extLst>
            </p:cNvPr>
            <p:cNvGrpSpPr/>
            <p:nvPr/>
          </p:nvGrpSpPr>
          <p:grpSpPr>
            <a:xfrm>
              <a:off x="2969309" y="601138"/>
              <a:ext cx="771789" cy="230164"/>
              <a:chOff x="2969309" y="601138"/>
              <a:chExt cx="771789" cy="230164"/>
            </a:xfrm>
          </p:grpSpPr>
          <p:sp>
            <p:nvSpPr>
              <p:cNvPr id="602" name="矩形 601">
                <a:extLst>
                  <a:ext uri="{FF2B5EF4-FFF2-40B4-BE49-F238E27FC236}">
                    <a16:creationId xmlns:a16="http://schemas.microsoft.com/office/drawing/2014/main" id="{00EA82DE-0537-2E0B-8327-0A9AAFB37C7B}"/>
                  </a:ext>
                </a:extLst>
              </p:cNvPr>
              <p:cNvSpPr/>
              <p:nvPr/>
            </p:nvSpPr>
            <p:spPr>
              <a:xfrm>
                <a:off x="2969309" y="601138"/>
                <a:ext cx="769621" cy="2301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5" name="矩形: 圆角 134">
                <a:extLst>
                  <a:ext uri="{FF2B5EF4-FFF2-40B4-BE49-F238E27FC236}">
                    <a16:creationId xmlns:a16="http://schemas.microsoft.com/office/drawing/2014/main" id="{E2228D4C-5020-A5AF-C0D9-4C9D7D6A5A94}"/>
                  </a:ext>
                </a:extLst>
              </p:cNvPr>
              <p:cNvSpPr/>
              <p:nvPr/>
            </p:nvSpPr>
            <p:spPr>
              <a:xfrm>
                <a:off x="2971478" y="633445"/>
                <a:ext cx="769620" cy="97294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36" name="直接连接符 135">
                <a:extLst>
                  <a:ext uri="{FF2B5EF4-FFF2-40B4-BE49-F238E27FC236}">
                    <a16:creationId xmlns:a16="http://schemas.microsoft.com/office/drawing/2014/main" id="{866EF803-470C-CF7F-D5DD-D985DAC477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478" y="76426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直接连接符 136">
                <a:extLst>
                  <a:ext uri="{FF2B5EF4-FFF2-40B4-BE49-F238E27FC236}">
                    <a16:creationId xmlns:a16="http://schemas.microsoft.com/office/drawing/2014/main" id="{FB6CF178-61B9-D2B4-B5D2-1B7C33A21E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36399" y="63344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4" name="组合 183">
              <a:extLst>
                <a:ext uri="{FF2B5EF4-FFF2-40B4-BE49-F238E27FC236}">
                  <a16:creationId xmlns:a16="http://schemas.microsoft.com/office/drawing/2014/main" id="{40C68CAF-A3E5-375D-CE0A-C25A1645CBF6}"/>
                </a:ext>
              </a:extLst>
            </p:cNvPr>
            <p:cNvGrpSpPr/>
            <p:nvPr/>
          </p:nvGrpSpPr>
          <p:grpSpPr>
            <a:xfrm flipH="1">
              <a:off x="6096902" y="601138"/>
              <a:ext cx="796928" cy="230167"/>
              <a:chOff x="2533557" y="715860"/>
              <a:chExt cx="796928" cy="230167"/>
            </a:xfrm>
          </p:grpSpPr>
          <p:sp>
            <p:nvSpPr>
              <p:cNvPr id="187" name="矩形: 圆角 186">
                <a:extLst>
                  <a:ext uri="{FF2B5EF4-FFF2-40B4-BE49-F238E27FC236}">
                    <a16:creationId xmlns:a16="http://schemas.microsoft.com/office/drawing/2014/main" id="{D49381B1-0C4D-1F23-B462-52082F8733B0}"/>
                  </a:ext>
                </a:extLst>
              </p:cNvPr>
              <p:cNvSpPr/>
              <p:nvPr/>
            </p:nvSpPr>
            <p:spPr>
              <a:xfrm>
                <a:off x="2533557" y="715860"/>
                <a:ext cx="783274" cy="230167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8" name="矩形: 圆角 187">
                <a:extLst>
                  <a:ext uri="{FF2B5EF4-FFF2-40B4-BE49-F238E27FC236}">
                    <a16:creationId xmlns:a16="http://schemas.microsoft.com/office/drawing/2014/main" id="{577A5F6B-FFF9-C666-901A-6D1164A6E3E6}"/>
                  </a:ext>
                </a:extLst>
              </p:cNvPr>
              <p:cNvSpPr/>
              <p:nvPr/>
            </p:nvSpPr>
            <p:spPr>
              <a:xfrm>
                <a:off x="2601967" y="748165"/>
                <a:ext cx="728518" cy="97294"/>
              </a:xfrm>
              <a:prstGeom prst="roundRect">
                <a:avLst>
                  <a:gd name="adj" fmla="val 2937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91" name="直接连接符 190">
                <a:extLst>
                  <a:ext uri="{FF2B5EF4-FFF2-40B4-BE49-F238E27FC236}">
                    <a16:creationId xmlns:a16="http://schemas.microsoft.com/office/drawing/2014/main" id="{212AEF03-C8AD-15AD-22CF-1B119FC7A2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41223" y="87898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" name="直接连接符 255">
                <a:extLst>
                  <a:ext uri="{FF2B5EF4-FFF2-40B4-BE49-F238E27FC236}">
                    <a16:creationId xmlns:a16="http://schemas.microsoft.com/office/drawing/2014/main" id="{F3E5DD1B-04EC-1879-A75A-3A49A8ACF2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06144" y="74816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09" name="组合 608">
              <a:extLst>
                <a:ext uri="{FF2B5EF4-FFF2-40B4-BE49-F238E27FC236}">
                  <a16:creationId xmlns:a16="http://schemas.microsoft.com/office/drawing/2014/main" id="{453239BA-C201-0260-D83B-9A3E3B78C5C8}"/>
                </a:ext>
              </a:extLst>
            </p:cNvPr>
            <p:cNvGrpSpPr/>
            <p:nvPr/>
          </p:nvGrpSpPr>
          <p:grpSpPr>
            <a:xfrm>
              <a:off x="2180050" y="568597"/>
              <a:ext cx="836837" cy="295251"/>
              <a:chOff x="2180050" y="568597"/>
              <a:chExt cx="836837" cy="295251"/>
            </a:xfrm>
          </p:grpSpPr>
          <p:sp>
            <p:nvSpPr>
              <p:cNvPr id="601" name="矩形: 单圆角 600">
                <a:extLst>
                  <a:ext uri="{FF2B5EF4-FFF2-40B4-BE49-F238E27FC236}">
                    <a16:creationId xmlns:a16="http://schemas.microsoft.com/office/drawing/2014/main" id="{A7E6F7E9-A0F8-4948-7F79-7B90BA386DC3}"/>
                  </a:ext>
                </a:extLst>
              </p:cNvPr>
              <p:cNvSpPr/>
              <p:nvPr/>
            </p:nvSpPr>
            <p:spPr>
              <a:xfrm flipH="1">
                <a:off x="2180050" y="601138"/>
                <a:ext cx="779683" cy="230167"/>
              </a:xfrm>
              <a:prstGeom prst="round1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8" name="矩形: 圆角 507">
                <a:extLst>
                  <a:ext uri="{FF2B5EF4-FFF2-40B4-BE49-F238E27FC236}">
                    <a16:creationId xmlns:a16="http://schemas.microsoft.com/office/drawing/2014/main" id="{9559CDDD-E1B8-E8BF-9E37-3887A2AFAB12}"/>
                  </a:ext>
                </a:extLst>
              </p:cNvPr>
              <p:cNvSpPr/>
              <p:nvPr/>
            </p:nvSpPr>
            <p:spPr>
              <a:xfrm>
                <a:off x="2248948" y="633445"/>
                <a:ext cx="767939" cy="97294"/>
              </a:xfrm>
              <a:prstGeom prst="roundRect">
                <a:avLst>
                  <a:gd name="adj" fmla="val 2937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509" name="直接连接符 508">
                <a:extLst>
                  <a:ext uri="{FF2B5EF4-FFF2-40B4-BE49-F238E27FC236}">
                    <a16:creationId xmlns:a16="http://schemas.microsoft.com/office/drawing/2014/main" id="{A4FA2491-F0A5-D5DA-24F9-2EA7C3D58E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88205" y="76426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0" name="直接连接符 509">
                <a:extLst>
                  <a:ext uri="{FF2B5EF4-FFF2-40B4-BE49-F238E27FC236}">
                    <a16:creationId xmlns:a16="http://schemas.microsoft.com/office/drawing/2014/main" id="{3E7DA049-5BD2-73E9-EED9-E39FE8C8F81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53126" y="63344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6" name="直接连接符 505">
                <a:extLst>
                  <a:ext uri="{FF2B5EF4-FFF2-40B4-BE49-F238E27FC236}">
                    <a16:creationId xmlns:a16="http://schemas.microsoft.com/office/drawing/2014/main" id="{59474E37-405B-2D8E-4CD4-6F21664EB1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63813" y="568597"/>
                <a:ext cx="0" cy="295251"/>
              </a:xfrm>
              <a:prstGeom prst="line">
                <a:avLst/>
              </a:prstGeom>
              <a:ln w="254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2" name="矩形 161">
              <a:extLst>
                <a:ext uri="{FF2B5EF4-FFF2-40B4-BE49-F238E27FC236}">
                  <a16:creationId xmlns:a16="http://schemas.microsoft.com/office/drawing/2014/main" id="{66082589-3DAE-83C6-8CBD-42EB95F057AB}"/>
                </a:ext>
              </a:extLst>
            </p:cNvPr>
            <p:cNvSpPr/>
            <p:nvPr/>
          </p:nvSpPr>
          <p:spPr>
            <a:xfrm>
              <a:off x="3758981" y="555098"/>
              <a:ext cx="790456" cy="347183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b="1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当前车厢</a:t>
              </a:r>
              <a:endParaRPr lang="en-US" altLang="zh-CN" sz="11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ctr"/>
              <a:r>
                <a:rPr lang="zh-CN" altLang="zh-CN" sz="800" dirty="0"/>
                <a:t>Current Car</a:t>
              </a:r>
            </a:p>
          </p:txBody>
        </p:sp>
        <p:sp>
          <p:nvSpPr>
            <p:cNvPr id="611" name="矩形: 单圆角 610">
              <a:extLst>
                <a:ext uri="{FF2B5EF4-FFF2-40B4-BE49-F238E27FC236}">
                  <a16:creationId xmlns:a16="http://schemas.microsoft.com/office/drawing/2014/main" id="{3ED051AF-BCC1-4833-D9FA-DA666C11098A}"/>
                </a:ext>
              </a:extLst>
            </p:cNvPr>
            <p:cNvSpPr/>
            <p:nvPr/>
          </p:nvSpPr>
          <p:spPr>
            <a:xfrm>
              <a:off x="6108241" y="601135"/>
              <a:ext cx="779683" cy="230167"/>
            </a:xfrm>
            <a:prstGeom prst="round1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2" name="矩形: 圆角 611">
              <a:extLst>
                <a:ext uri="{FF2B5EF4-FFF2-40B4-BE49-F238E27FC236}">
                  <a16:creationId xmlns:a16="http://schemas.microsoft.com/office/drawing/2014/main" id="{588EC921-06F2-5A55-9392-04B622227548}"/>
                </a:ext>
              </a:extLst>
            </p:cNvPr>
            <p:cNvSpPr/>
            <p:nvPr/>
          </p:nvSpPr>
          <p:spPr>
            <a:xfrm flipH="1">
              <a:off x="6051087" y="633442"/>
              <a:ext cx="767939" cy="97294"/>
            </a:xfrm>
            <a:prstGeom prst="roundRect">
              <a:avLst>
                <a:gd name="adj" fmla="val 2937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13" name="直接连接符 612">
              <a:extLst>
                <a:ext uri="{FF2B5EF4-FFF2-40B4-BE49-F238E27FC236}">
                  <a16:creationId xmlns:a16="http://schemas.microsoft.com/office/drawing/2014/main" id="{D3CC7190-AA48-089B-B160-54C5ADFC0DD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11828" y="764259"/>
              <a:ext cx="767941" cy="0"/>
            </a:xfrm>
            <a:prstGeom prst="line">
              <a:avLst/>
            </a:prstGeom>
            <a:ln>
              <a:solidFill>
                <a:srgbClr val="E6001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4" name="直接连接符 613">
              <a:extLst>
                <a:ext uri="{FF2B5EF4-FFF2-40B4-BE49-F238E27FC236}">
                  <a16:creationId xmlns:a16="http://schemas.microsoft.com/office/drawing/2014/main" id="{ED239817-DBBB-7680-28D1-125F45E327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14848" y="633442"/>
              <a:ext cx="0" cy="9729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0E19C4C2-EBD5-574D-B3B4-45C1020017F7}"/>
                </a:ext>
              </a:extLst>
            </p:cNvPr>
            <p:cNvCxnSpPr>
              <a:cxnSpLocks/>
            </p:cNvCxnSpPr>
            <p:nvPr/>
          </p:nvCxnSpPr>
          <p:spPr>
            <a:xfrm>
              <a:off x="3747086" y="568597"/>
              <a:ext cx="0" cy="295251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36" name="组合 635">
              <a:extLst>
                <a:ext uri="{FF2B5EF4-FFF2-40B4-BE49-F238E27FC236}">
                  <a16:creationId xmlns:a16="http://schemas.microsoft.com/office/drawing/2014/main" id="{7CD5664B-F61C-CF7B-EA70-DC852A0A856E}"/>
                </a:ext>
              </a:extLst>
            </p:cNvPr>
            <p:cNvGrpSpPr/>
            <p:nvPr/>
          </p:nvGrpSpPr>
          <p:grpSpPr>
            <a:xfrm>
              <a:off x="4548425" y="601135"/>
              <a:ext cx="771789" cy="230164"/>
              <a:chOff x="2969309" y="601138"/>
              <a:chExt cx="771789" cy="230164"/>
            </a:xfrm>
          </p:grpSpPr>
          <p:sp>
            <p:nvSpPr>
              <p:cNvPr id="637" name="矩形 636">
                <a:extLst>
                  <a:ext uri="{FF2B5EF4-FFF2-40B4-BE49-F238E27FC236}">
                    <a16:creationId xmlns:a16="http://schemas.microsoft.com/office/drawing/2014/main" id="{CE7564A7-3B53-3254-9950-C7010ABC99B4}"/>
                  </a:ext>
                </a:extLst>
              </p:cNvPr>
              <p:cNvSpPr/>
              <p:nvPr/>
            </p:nvSpPr>
            <p:spPr>
              <a:xfrm>
                <a:off x="2969309" y="601138"/>
                <a:ext cx="769621" cy="2301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8" name="矩形: 圆角 637">
                <a:extLst>
                  <a:ext uri="{FF2B5EF4-FFF2-40B4-BE49-F238E27FC236}">
                    <a16:creationId xmlns:a16="http://schemas.microsoft.com/office/drawing/2014/main" id="{5B9BDC6E-CBEA-C539-CC00-9442DD1F76FE}"/>
                  </a:ext>
                </a:extLst>
              </p:cNvPr>
              <p:cNvSpPr/>
              <p:nvPr/>
            </p:nvSpPr>
            <p:spPr>
              <a:xfrm>
                <a:off x="2971478" y="633445"/>
                <a:ext cx="769620" cy="97294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639" name="直接连接符 638">
                <a:extLst>
                  <a:ext uri="{FF2B5EF4-FFF2-40B4-BE49-F238E27FC236}">
                    <a16:creationId xmlns:a16="http://schemas.microsoft.com/office/drawing/2014/main" id="{01EA08F3-B853-6A7E-709D-2951394E2A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478" y="76426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0" name="直接连接符 639">
                <a:extLst>
                  <a:ext uri="{FF2B5EF4-FFF2-40B4-BE49-F238E27FC236}">
                    <a16:creationId xmlns:a16="http://schemas.microsoft.com/office/drawing/2014/main" id="{6A9B50F9-B4A0-B5C1-5BE1-BFBAE0AF7F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36399" y="63344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41" name="直接连接符 640">
              <a:extLst>
                <a:ext uri="{FF2B5EF4-FFF2-40B4-BE49-F238E27FC236}">
                  <a16:creationId xmlns:a16="http://schemas.microsoft.com/office/drawing/2014/main" id="{AE357DA1-FE96-BE89-8A60-7E87495E5D8E}"/>
                </a:ext>
              </a:extLst>
            </p:cNvPr>
            <p:cNvCxnSpPr>
              <a:cxnSpLocks/>
            </p:cNvCxnSpPr>
            <p:nvPr/>
          </p:nvCxnSpPr>
          <p:spPr>
            <a:xfrm>
              <a:off x="4537433" y="568597"/>
              <a:ext cx="0" cy="295251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42" name="组合 641">
              <a:extLst>
                <a:ext uri="{FF2B5EF4-FFF2-40B4-BE49-F238E27FC236}">
                  <a16:creationId xmlns:a16="http://schemas.microsoft.com/office/drawing/2014/main" id="{29068558-BA84-21D1-84A9-9983C9B2F4B1}"/>
                </a:ext>
              </a:extLst>
            </p:cNvPr>
            <p:cNvGrpSpPr/>
            <p:nvPr/>
          </p:nvGrpSpPr>
          <p:grpSpPr>
            <a:xfrm>
              <a:off x="5330874" y="601132"/>
              <a:ext cx="771789" cy="230164"/>
              <a:chOff x="2969309" y="601138"/>
              <a:chExt cx="771789" cy="230164"/>
            </a:xfrm>
          </p:grpSpPr>
          <p:sp>
            <p:nvSpPr>
              <p:cNvPr id="643" name="矩形 642">
                <a:extLst>
                  <a:ext uri="{FF2B5EF4-FFF2-40B4-BE49-F238E27FC236}">
                    <a16:creationId xmlns:a16="http://schemas.microsoft.com/office/drawing/2014/main" id="{3F09F1EB-964A-89EF-D112-17D16A788BC3}"/>
                  </a:ext>
                </a:extLst>
              </p:cNvPr>
              <p:cNvSpPr/>
              <p:nvPr/>
            </p:nvSpPr>
            <p:spPr>
              <a:xfrm>
                <a:off x="2969309" y="601138"/>
                <a:ext cx="769621" cy="2301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4" name="矩形: 圆角 643">
                <a:extLst>
                  <a:ext uri="{FF2B5EF4-FFF2-40B4-BE49-F238E27FC236}">
                    <a16:creationId xmlns:a16="http://schemas.microsoft.com/office/drawing/2014/main" id="{1FF1A07F-706B-08B4-4368-59528F56B9F9}"/>
                  </a:ext>
                </a:extLst>
              </p:cNvPr>
              <p:cNvSpPr/>
              <p:nvPr/>
            </p:nvSpPr>
            <p:spPr>
              <a:xfrm>
                <a:off x="2971478" y="633445"/>
                <a:ext cx="769620" cy="97294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645" name="直接连接符 644">
                <a:extLst>
                  <a:ext uri="{FF2B5EF4-FFF2-40B4-BE49-F238E27FC236}">
                    <a16:creationId xmlns:a16="http://schemas.microsoft.com/office/drawing/2014/main" id="{1C2430B7-1854-9A55-4DCF-08565085DF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478" y="76426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6" name="直接连接符 645">
                <a:extLst>
                  <a:ext uri="{FF2B5EF4-FFF2-40B4-BE49-F238E27FC236}">
                    <a16:creationId xmlns:a16="http://schemas.microsoft.com/office/drawing/2014/main" id="{F6A525FF-5DF0-6C76-64F0-CA0D0DB843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36399" y="63344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47" name="直接连接符 646">
              <a:extLst>
                <a:ext uri="{FF2B5EF4-FFF2-40B4-BE49-F238E27FC236}">
                  <a16:creationId xmlns:a16="http://schemas.microsoft.com/office/drawing/2014/main" id="{0754D4E7-B5E0-81C9-45C2-2335B09615C0}"/>
                </a:ext>
              </a:extLst>
            </p:cNvPr>
            <p:cNvCxnSpPr>
              <a:cxnSpLocks/>
            </p:cNvCxnSpPr>
            <p:nvPr/>
          </p:nvCxnSpPr>
          <p:spPr>
            <a:xfrm>
              <a:off x="5319882" y="568594"/>
              <a:ext cx="0" cy="295251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5" name="直接连接符 614">
              <a:extLst>
                <a:ext uri="{FF2B5EF4-FFF2-40B4-BE49-F238E27FC236}">
                  <a16:creationId xmlns:a16="http://schemas.microsoft.com/office/drawing/2014/main" id="{65E77DE1-AF19-4E3F-DACA-84A5453CA1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4161" y="568594"/>
              <a:ext cx="0" cy="295251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A1D06D16-3D30-21D8-5656-CC7DC46C1CD6}"/>
              </a:ext>
            </a:extLst>
          </p:cNvPr>
          <p:cNvSpPr/>
          <p:nvPr/>
        </p:nvSpPr>
        <p:spPr>
          <a:xfrm>
            <a:off x="7671197" y="486678"/>
            <a:ext cx="275749" cy="622300"/>
          </a:xfrm>
          <a:custGeom>
            <a:avLst/>
            <a:gdLst>
              <a:gd name="csX0" fmla="*/ 43894 w 275749"/>
              <a:gd name="csY0" fmla="*/ 63500 h 622300"/>
              <a:gd name="csX1" fmla="*/ 43894 w 275749"/>
              <a:gd name="csY1" fmla="*/ 251460 h 622300"/>
              <a:gd name="csX2" fmla="*/ 231854 w 275749"/>
              <a:gd name="csY2" fmla="*/ 251460 h 622300"/>
              <a:gd name="csX3" fmla="*/ 231854 w 275749"/>
              <a:gd name="csY3" fmla="*/ 63500 h 622300"/>
              <a:gd name="csX4" fmla="*/ 0 w 275749"/>
              <a:gd name="csY4" fmla="*/ 0 h 622300"/>
              <a:gd name="csX5" fmla="*/ 275749 w 275749"/>
              <a:gd name="csY5" fmla="*/ 0 h 622300"/>
              <a:gd name="csX6" fmla="*/ 275749 w 275749"/>
              <a:gd name="csY6" fmla="*/ 622300 h 622300"/>
              <a:gd name="csX7" fmla="*/ 0 w 275749"/>
              <a:gd name="csY7" fmla="*/ 622300 h 6223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75749" h="622300">
                <a:moveTo>
                  <a:pt x="43894" y="63500"/>
                </a:moveTo>
                <a:lnTo>
                  <a:pt x="43894" y="251460"/>
                </a:lnTo>
                <a:lnTo>
                  <a:pt x="231854" y="251460"/>
                </a:lnTo>
                <a:lnTo>
                  <a:pt x="231854" y="63500"/>
                </a:lnTo>
                <a:close/>
                <a:moveTo>
                  <a:pt x="0" y="0"/>
                </a:moveTo>
                <a:lnTo>
                  <a:pt x="275749" y="0"/>
                </a:lnTo>
                <a:lnTo>
                  <a:pt x="275749" y="622300"/>
                </a:lnTo>
                <a:lnTo>
                  <a:pt x="0" y="62230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FB582AA5-5395-AC0F-7DE1-A5DC75FAF8D4}"/>
              </a:ext>
            </a:extLst>
          </p:cNvPr>
          <p:cNvSpPr/>
          <p:nvPr/>
        </p:nvSpPr>
        <p:spPr>
          <a:xfrm>
            <a:off x="7946946" y="486678"/>
            <a:ext cx="275749" cy="622300"/>
          </a:xfrm>
          <a:custGeom>
            <a:avLst/>
            <a:gdLst>
              <a:gd name="csX0" fmla="*/ 43894 w 275749"/>
              <a:gd name="csY0" fmla="*/ 63500 h 622300"/>
              <a:gd name="csX1" fmla="*/ 43894 w 275749"/>
              <a:gd name="csY1" fmla="*/ 251460 h 622300"/>
              <a:gd name="csX2" fmla="*/ 231854 w 275749"/>
              <a:gd name="csY2" fmla="*/ 251460 h 622300"/>
              <a:gd name="csX3" fmla="*/ 231854 w 275749"/>
              <a:gd name="csY3" fmla="*/ 63500 h 622300"/>
              <a:gd name="csX4" fmla="*/ 0 w 275749"/>
              <a:gd name="csY4" fmla="*/ 0 h 622300"/>
              <a:gd name="csX5" fmla="*/ 275749 w 275749"/>
              <a:gd name="csY5" fmla="*/ 0 h 622300"/>
              <a:gd name="csX6" fmla="*/ 275749 w 275749"/>
              <a:gd name="csY6" fmla="*/ 622300 h 622300"/>
              <a:gd name="csX7" fmla="*/ 0 w 275749"/>
              <a:gd name="csY7" fmla="*/ 622300 h 6223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75749" h="622300">
                <a:moveTo>
                  <a:pt x="43894" y="63500"/>
                </a:moveTo>
                <a:lnTo>
                  <a:pt x="43894" y="251460"/>
                </a:lnTo>
                <a:lnTo>
                  <a:pt x="231854" y="251460"/>
                </a:lnTo>
                <a:lnTo>
                  <a:pt x="231854" y="63500"/>
                </a:lnTo>
                <a:close/>
                <a:moveTo>
                  <a:pt x="0" y="0"/>
                </a:moveTo>
                <a:lnTo>
                  <a:pt x="275749" y="0"/>
                </a:lnTo>
                <a:lnTo>
                  <a:pt x="275749" y="622300"/>
                </a:lnTo>
                <a:lnTo>
                  <a:pt x="0" y="62230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20" name="箭头: 上 19">
            <a:extLst>
              <a:ext uri="{FF2B5EF4-FFF2-40B4-BE49-F238E27FC236}">
                <a16:creationId xmlns:a16="http://schemas.microsoft.com/office/drawing/2014/main" id="{2990DDB5-C24F-72D0-4D93-D97C8CC9DC19}"/>
              </a:ext>
            </a:extLst>
          </p:cNvPr>
          <p:cNvSpPr/>
          <p:nvPr/>
        </p:nvSpPr>
        <p:spPr>
          <a:xfrm>
            <a:off x="7802166" y="882994"/>
            <a:ext cx="289560" cy="281940"/>
          </a:xfrm>
          <a:prstGeom prst="upArrow">
            <a:avLst>
              <a:gd name="adj1" fmla="val 53947"/>
              <a:gd name="adj2" fmla="val 5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scene3d>
            <a:camera prst="orthographicFront">
              <a:rot lat="3600003" lon="21599986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3D92B49-980B-7633-81F5-5B4A522563BE}"/>
              </a:ext>
            </a:extLst>
          </p:cNvPr>
          <p:cNvSpPr/>
          <p:nvPr/>
        </p:nvSpPr>
        <p:spPr>
          <a:xfrm>
            <a:off x="0" y="0"/>
            <a:ext cx="8999538" cy="438912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E6AE3171-B7A5-136B-A153-7B17DBA0119A}"/>
              </a:ext>
            </a:extLst>
          </p:cNvPr>
          <p:cNvSpPr/>
          <p:nvPr/>
        </p:nvSpPr>
        <p:spPr>
          <a:xfrm>
            <a:off x="2408841" y="54864"/>
            <a:ext cx="4181856" cy="329184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53" name="组合 152">
            <a:extLst>
              <a:ext uri="{FF2B5EF4-FFF2-40B4-BE49-F238E27FC236}">
                <a16:creationId xmlns:a16="http://schemas.microsoft.com/office/drawing/2014/main" id="{94D67C2F-CC80-BAD3-D39E-8250B6B9D7E0}"/>
              </a:ext>
            </a:extLst>
          </p:cNvPr>
          <p:cNvGrpSpPr/>
          <p:nvPr/>
        </p:nvGrpSpPr>
        <p:grpSpPr>
          <a:xfrm>
            <a:off x="390597" y="4959"/>
            <a:ext cx="1280134" cy="431250"/>
            <a:chOff x="188770" y="-11103"/>
            <a:chExt cx="1280134" cy="431250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B0F3057B-EE0C-4D81-4E77-59FCB8F1EDB5}"/>
                </a:ext>
              </a:extLst>
            </p:cNvPr>
            <p:cNvSpPr/>
            <p:nvPr/>
          </p:nvSpPr>
          <p:spPr>
            <a:xfrm>
              <a:off x="188770" y="47240"/>
              <a:ext cx="1221882" cy="329184"/>
            </a:xfrm>
            <a:prstGeom prst="roundRect">
              <a:avLst>
                <a:gd name="adj" fmla="val 1882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8" name="文本框 147">
              <a:extLst>
                <a:ext uri="{FF2B5EF4-FFF2-40B4-BE49-F238E27FC236}">
                  <a16:creationId xmlns:a16="http://schemas.microsoft.com/office/drawing/2014/main" id="{94F91F53-04FE-95B5-00F6-86FC80E43131}"/>
                </a:ext>
              </a:extLst>
            </p:cNvPr>
            <p:cNvSpPr txBox="1"/>
            <p:nvPr/>
          </p:nvSpPr>
          <p:spPr>
            <a:xfrm>
              <a:off x="496280" y="-11103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黑体" panose="02010609060101010101" pitchFamily="49" charset="-122"/>
                  <a:ea typeface="黑体" panose="02010609060101010101" pitchFamily="49" charset="-122"/>
                </a:rPr>
                <a:t>天海地铁</a:t>
              </a:r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9500EE78-6651-4BBE-C381-A88782A0F520}"/>
                </a:ext>
              </a:extLst>
            </p:cNvPr>
            <p:cNvSpPr txBox="1"/>
            <p:nvPr/>
          </p:nvSpPr>
          <p:spPr>
            <a:xfrm>
              <a:off x="500369" y="204703"/>
              <a:ext cx="96853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00" dirty="0" err="1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Tianhai</a:t>
              </a:r>
              <a:r>
                <a:rPr lang="en-US" altLang="zh-CN" sz="800" dirty="0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 Metro</a:t>
              </a:r>
              <a:endParaRPr lang="zh-CN" altLang="en-US" sz="800" dirty="0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endParaRPr>
            </a:p>
          </p:txBody>
        </p:sp>
        <p:pic>
          <p:nvPicPr>
            <p:cNvPr id="152" name="图片 151">
              <a:extLst>
                <a:ext uri="{FF2B5EF4-FFF2-40B4-BE49-F238E27FC236}">
                  <a16:creationId xmlns:a16="http://schemas.microsoft.com/office/drawing/2014/main" id="{2522A0E8-C763-95A7-F981-9EF0B3B64C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7754" y="54959"/>
              <a:ext cx="313746" cy="313746"/>
            </a:xfrm>
            <a:prstGeom prst="rect">
              <a:avLst/>
            </a:prstGeom>
          </p:spPr>
        </p:pic>
      </p:grpSp>
      <p:sp>
        <p:nvSpPr>
          <p:cNvPr id="167" name="文本框 166">
            <a:extLst>
              <a:ext uri="{FF2B5EF4-FFF2-40B4-BE49-F238E27FC236}">
                <a16:creationId xmlns:a16="http://schemas.microsoft.com/office/drawing/2014/main" id="{47B0A603-DB13-03EC-FB62-9E820EDA7F9B}"/>
              </a:ext>
            </a:extLst>
          </p:cNvPr>
          <p:cNvSpPr txBox="1"/>
          <p:nvPr/>
        </p:nvSpPr>
        <p:spPr>
          <a:xfrm>
            <a:off x="7601248" y="16203"/>
            <a:ext cx="1847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75" name="组合 174">
            <a:extLst>
              <a:ext uri="{FF2B5EF4-FFF2-40B4-BE49-F238E27FC236}">
                <a16:creationId xmlns:a16="http://schemas.microsoft.com/office/drawing/2014/main" id="{247A578C-E76D-3B4D-496A-62BB8AB3FCB0}"/>
              </a:ext>
            </a:extLst>
          </p:cNvPr>
          <p:cNvGrpSpPr/>
          <p:nvPr/>
        </p:nvGrpSpPr>
        <p:grpSpPr>
          <a:xfrm>
            <a:off x="8140497" y="13642"/>
            <a:ext cx="821036" cy="400110"/>
            <a:chOff x="1526333" y="4012"/>
            <a:chExt cx="821036" cy="400110"/>
          </a:xfrm>
        </p:grpSpPr>
        <p:sp>
          <p:nvSpPr>
            <p:cNvPr id="176" name="矩形: 圆角 175">
              <a:extLst>
                <a:ext uri="{FF2B5EF4-FFF2-40B4-BE49-F238E27FC236}">
                  <a16:creationId xmlns:a16="http://schemas.microsoft.com/office/drawing/2014/main" id="{69D82DB8-F63C-4ABA-F265-30FE2AEE8EE4}"/>
                </a:ext>
              </a:extLst>
            </p:cNvPr>
            <p:cNvSpPr/>
            <p:nvPr/>
          </p:nvSpPr>
          <p:spPr>
            <a:xfrm flipH="1">
              <a:off x="1526333" y="54864"/>
              <a:ext cx="753551" cy="329184"/>
            </a:xfrm>
            <a:prstGeom prst="roundRect">
              <a:avLst>
                <a:gd name="adj" fmla="val 1882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7" name="文本框 176">
              <a:extLst>
                <a:ext uri="{FF2B5EF4-FFF2-40B4-BE49-F238E27FC236}">
                  <a16:creationId xmlns:a16="http://schemas.microsoft.com/office/drawing/2014/main" id="{0F321BCC-7B4D-C9E1-FE2A-D2FCA8381B32}"/>
                </a:ext>
              </a:extLst>
            </p:cNvPr>
            <p:cNvSpPr txBox="1"/>
            <p:nvPr/>
          </p:nvSpPr>
          <p:spPr>
            <a:xfrm>
              <a:off x="1792890" y="4012"/>
              <a:ext cx="5544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latin typeface="黑体" panose="02010609060101010101" pitchFamily="49" charset="-122"/>
                  <a:ea typeface="黑体" panose="02010609060101010101" pitchFamily="49" charset="-122"/>
                </a:rPr>
                <a:t>号线</a:t>
              </a:r>
              <a:endPara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r>
                <a:rPr lang="en-US" altLang="zh-CN" sz="800" dirty="0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 Line</a:t>
              </a:r>
              <a:endParaRPr lang="zh-CN" altLang="en-US" sz="800" dirty="0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endParaRPr>
            </a:p>
          </p:txBody>
        </p:sp>
        <p:sp>
          <p:nvSpPr>
            <p:cNvPr id="178" name="矩形: 圆角 177">
              <a:extLst>
                <a:ext uri="{FF2B5EF4-FFF2-40B4-BE49-F238E27FC236}">
                  <a16:creationId xmlns:a16="http://schemas.microsoft.com/office/drawing/2014/main" id="{CEB7E805-BBA5-0CDA-8292-8E7F2A7D26FD}"/>
                </a:ext>
              </a:extLst>
            </p:cNvPr>
            <p:cNvSpPr/>
            <p:nvPr/>
          </p:nvSpPr>
          <p:spPr>
            <a:xfrm flipH="1">
              <a:off x="1557516" y="75456"/>
              <a:ext cx="288000" cy="288000"/>
            </a:xfrm>
            <a:prstGeom prst="roundRect">
              <a:avLst>
                <a:gd name="adj" fmla="val 18827"/>
              </a:avLst>
            </a:prstGeom>
            <a:solidFill>
              <a:srgbClr val="E6001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9" name="文本框 178">
              <a:extLst>
                <a:ext uri="{FF2B5EF4-FFF2-40B4-BE49-F238E27FC236}">
                  <a16:creationId xmlns:a16="http://schemas.microsoft.com/office/drawing/2014/main" id="{7CA26178-62F3-E482-7CCF-10E9A38F95FD}"/>
                </a:ext>
              </a:extLst>
            </p:cNvPr>
            <p:cNvSpPr txBox="1"/>
            <p:nvPr/>
          </p:nvSpPr>
          <p:spPr>
            <a:xfrm>
              <a:off x="1542658" y="34790"/>
              <a:ext cx="317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1</a:t>
              </a:r>
              <a:endParaRPr lang="zh-CN" altLang="en-US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sp>
        <p:nvSpPr>
          <p:cNvPr id="181" name="矩形: 圆角 180">
            <a:extLst>
              <a:ext uri="{FF2B5EF4-FFF2-40B4-BE49-F238E27FC236}">
                <a16:creationId xmlns:a16="http://schemas.microsoft.com/office/drawing/2014/main" id="{5D0D7C23-1FBE-070C-45E5-3C878E84D156}"/>
              </a:ext>
            </a:extLst>
          </p:cNvPr>
          <p:cNvSpPr/>
          <p:nvPr/>
        </p:nvSpPr>
        <p:spPr>
          <a:xfrm flipH="1">
            <a:off x="7121513" y="62216"/>
            <a:ext cx="959469" cy="329184"/>
          </a:xfrm>
          <a:prstGeom prst="roundRect">
            <a:avLst>
              <a:gd name="adj" fmla="val 188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6" name="文本框 185">
            <a:extLst>
              <a:ext uri="{FF2B5EF4-FFF2-40B4-BE49-F238E27FC236}">
                <a16:creationId xmlns:a16="http://schemas.microsoft.com/office/drawing/2014/main" id="{DC0242B8-F933-2F3B-5439-7255297BB594}"/>
              </a:ext>
            </a:extLst>
          </p:cNvPr>
          <p:cNvSpPr txBox="1"/>
          <p:nvPr/>
        </p:nvSpPr>
        <p:spPr>
          <a:xfrm>
            <a:off x="7075351" y="24834"/>
            <a:ext cx="10502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dirty="0">
                <a:latin typeface="黑体" panose="02010609060101010101" pitchFamily="49" charset="-122"/>
                <a:ea typeface="黑体" panose="02010609060101010101" pitchFamily="49" charset="-122"/>
              </a:rPr>
              <a:t>终点站</a:t>
            </a:r>
            <a:r>
              <a:rPr lang="en-US" altLang="zh-CN" sz="900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900" dirty="0">
                <a:latin typeface="黑体" panose="02010609060101010101" pitchFamily="49" charset="-122"/>
                <a:ea typeface="黑体" panose="02010609060101010101" pitchFamily="49" charset="-122"/>
              </a:rPr>
              <a:t>天海北站</a:t>
            </a:r>
          </a:p>
        </p:txBody>
      </p:sp>
      <p:pic>
        <p:nvPicPr>
          <p:cNvPr id="189" name="图片 188">
            <a:extLst>
              <a:ext uri="{FF2B5EF4-FFF2-40B4-BE49-F238E27FC236}">
                <a16:creationId xmlns:a16="http://schemas.microsoft.com/office/drawing/2014/main" id="{767643B9-10D8-765A-F785-E1F91A5204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5821" y="196261"/>
            <a:ext cx="789348" cy="228967"/>
          </a:xfrm>
          <a:prstGeom prst="rect">
            <a:avLst/>
          </a:prstGeom>
        </p:spPr>
      </p:pic>
      <p:sp>
        <p:nvSpPr>
          <p:cNvPr id="461" name="文本框 460">
            <a:extLst>
              <a:ext uri="{FF2B5EF4-FFF2-40B4-BE49-F238E27FC236}">
                <a16:creationId xmlns:a16="http://schemas.microsoft.com/office/drawing/2014/main" id="{79A7BA3F-B62A-A424-29E0-F023C455E5A7}"/>
              </a:ext>
            </a:extLst>
          </p:cNvPr>
          <p:cNvSpPr txBox="1"/>
          <p:nvPr/>
        </p:nvSpPr>
        <p:spPr>
          <a:xfrm>
            <a:off x="3521089" y="34532"/>
            <a:ext cx="22621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注意脚下 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Mind Your Step.</a:t>
            </a:r>
            <a:endParaRPr lang="zh-CN" altLang="en-US" sz="1200" dirty="0">
              <a:latin typeface="Cascadia Code" panose="020B0609020000020004" pitchFamily="49" charset="0"/>
              <a:ea typeface="黑体" panose="02010609060101010101" pitchFamily="49" charset="-122"/>
              <a:cs typeface="Cascadia Code" panose="020B0609020000020004" pitchFamily="49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189765E-E345-CE00-D3CB-A8E2E2245DAC}"/>
              </a:ext>
            </a:extLst>
          </p:cNvPr>
          <p:cNvSpPr txBox="1"/>
          <p:nvPr/>
        </p:nvSpPr>
        <p:spPr>
          <a:xfrm>
            <a:off x="7381727" y="1067114"/>
            <a:ext cx="1130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本侧开门</a:t>
            </a:r>
            <a:endParaRPr lang="en-US" altLang="zh-CN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zh-CN" sz="800" dirty="0"/>
              <a:t>This Side Doors Open</a:t>
            </a:r>
          </a:p>
        </p:txBody>
      </p:sp>
      <p:sp>
        <p:nvSpPr>
          <p:cNvPr id="600" name="文本框 599">
            <a:extLst>
              <a:ext uri="{FF2B5EF4-FFF2-40B4-BE49-F238E27FC236}">
                <a16:creationId xmlns:a16="http://schemas.microsoft.com/office/drawing/2014/main" id="{002B41D4-4D10-56D0-646B-2E8B87BBC2E7}"/>
              </a:ext>
            </a:extLst>
          </p:cNvPr>
          <p:cNvSpPr txBox="1"/>
          <p:nvPr/>
        </p:nvSpPr>
        <p:spPr>
          <a:xfrm>
            <a:off x="3114397" y="902281"/>
            <a:ext cx="2847254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灯闪铃响请勿上下车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zh-CN" sz="800" dirty="0">
                <a:latin typeface="+mn-ea"/>
              </a:rPr>
              <a:t>Flashing Lights and Alarm Sounding: Do Not Board or Alight</a:t>
            </a:r>
            <a:endParaRPr lang="en-US" altLang="zh-CN" sz="800" dirty="0">
              <a:latin typeface="+mn-ea"/>
            </a:endParaRPr>
          </a:p>
          <a:p>
            <a:pPr algn="ctr"/>
            <a:endParaRPr lang="zh-CN" altLang="en-US" sz="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77997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81 4.4763E-6 L -1.53466E-6 4.4763E-6 " pathEditMode="relative" rAng="0" ptsTypes="AA">
                                      <p:cBhvr>
                                        <p:cTn id="6" dur="1000" spd="-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2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7862E-6 4.4763E-6 L 0.01782 4.4763E-6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2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9414E-6 8.37927E-7 L 0.83313 0.0011 " pathEditMode="relative" rAng="0" ptsTypes="AA">
                                      <p:cBhvr>
                                        <p:cTn id="10" dur="1500" fill="hold"/>
                                        <p:tgtEl>
                                          <p:spTgt spid="6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64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" presetID="10" presetClass="entr" presetSubtype="0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19" grpId="0" animBg="1"/>
      <p:bldP spid="18" grpId="0" animBg="1"/>
      <p:bldP spid="2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645FB-F849-28FB-B127-8F01799D5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388FED61-191F-396E-56BE-CC1144A909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550" y="1071848"/>
            <a:ext cx="463118" cy="270278"/>
          </a:xfrm>
          <a:prstGeom prst="rect">
            <a:avLst/>
          </a:prstGeom>
        </p:spPr>
      </p:pic>
      <p:sp>
        <p:nvSpPr>
          <p:cNvPr id="377" name="文本框 376">
            <a:extLst>
              <a:ext uri="{FF2B5EF4-FFF2-40B4-BE49-F238E27FC236}">
                <a16:creationId xmlns:a16="http://schemas.microsoft.com/office/drawing/2014/main" id="{68FD7F99-6405-D8DE-2E87-683411E86F45}"/>
              </a:ext>
            </a:extLst>
          </p:cNvPr>
          <p:cNvSpPr txBox="1"/>
          <p:nvPr/>
        </p:nvSpPr>
        <p:spPr>
          <a:xfrm>
            <a:off x="1167610" y="483926"/>
            <a:ext cx="8883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人民广场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People’s Square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434" name="任意多边形: 形状 433">
            <a:extLst>
              <a:ext uri="{FF2B5EF4-FFF2-40B4-BE49-F238E27FC236}">
                <a16:creationId xmlns:a16="http://schemas.microsoft.com/office/drawing/2014/main" id="{562CC562-21F0-2D56-A20C-048B22FCCF82}"/>
              </a:ext>
            </a:extLst>
          </p:cNvPr>
          <p:cNvSpPr/>
          <p:nvPr/>
        </p:nvSpPr>
        <p:spPr>
          <a:xfrm rot="5400000">
            <a:off x="8375845" y="972712"/>
            <a:ext cx="146670" cy="54534"/>
          </a:xfrm>
          <a:custGeom>
            <a:avLst/>
            <a:gdLst>
              <a:gd name="csX0" fmla="*/ 0 w 146670"/>
              <a:gd name="csY0" fmla="*/ 54534 h 54534"/>
              <a:gd name="csX1" fmla="*/ 0 w 146670"/>
              <a:gd name="csY1" fmla="*/ 0 h 54534"/>
              <a:gd name="csX2" fmla="*/ 146670 w 146670"/>
              <a:gd name="csY2" fmla="*/ 0 h 54534"/>
              <a:gd name="csX3" fmla="*/ 101130 w 146670"/>
              <a:gd name="csY3" fmla="*/ 54534 h 545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46670" h="54534">
                <a:moveTo>
                  <a:pt x="0" y="54534"/>
                </a:moveTo>
                <a:lnTo>
                  <a:pt x="0" y="0"/>
                </a:lnTo>
                <a:lnTo>
                  <a:pt x="146670" y="0"/>
                </a:lnTo>
                <a:lnTo>
                  <a:pt x="101130" y="54534"/>
                </a:lnTo>
                <a:close/>
              </a:path>
            </a:pathLst>
          </a:custGeom>
          <a:solidFill>
            <a:srgbClr val="52AB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436" name="任意多边形: 形状 435">
            <a:extLst>
              <a:ext uri="{FF2B5EF4-FFF2-40B4-BE49-F238E27FC236}">
                <a16:creationId xmlns:a16="http://schemas.microsoft.com/office/drawing/2014/main" id="{C7255733-F1B8-17B0-2387-5DFBAAEB8320}"/>
              </a:ext>
            </a:extLst>
          </p:cNvPr>
          <p:cNvSpPr/>
          <p:nvPr/>
        </p:nvSpPr>
        <p:spPr>
          <a:xfrm rot="16200000" flipH="1">
            <a:off x="8430379" y="972712"/>
            <a:ext cx="146670" cy="54534"/>
          </a:xfrm>
          <a:custGeom>
            <a:avLst/>
            <a:gdLst>
              <a:gd name="csX0" fmla="*/ 0 w 146670"/>
              <a:gd name="csY0" fmla="*/ 54534 h 54534"/>
              <a:gd name="csX1" fmla="*/ 0 w 146670"/>
              <a:gd name="csY1" fmla="*/ 0 h 54534"/>
              <a:gd name="csX2" fmla="*/ 146670 w 146670"/>
              <a:gd name="csY2" fmla="*/ 0 h 54534"/>
              <a:gd name="csX3" fmla="*/ 101130 w 146670"/>
              <a:gd name="csY3" fmla="*/ 54534 h 545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46670" h="54534">
                <a:moveTo>
                  <a:pt x="0" y="54534"/>
                </a:moveTo>
                <a:lnTo>
                  <a:pt x="0" y="0"/>
                </a:lnTo>
                <a:lnTo>
                  <a:pt x="146670" y="0"/>
                </a:lnTo>
                <a:lnTo>
                  <a:pt x="101130" y="54534"/>
                </a:lnTo>
                <a:close/>
              </a:path>
            </a:pathLst>
          </a:custGeom>
          <a:solidFill>
            <a:srgbClr val="FFC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419" name="箭头: 五边形 418">
            <a:extLst>
              <a:ext uri="{FF2B5EF4-FFF2-40B4-BE49-F238E27FC236}">
                <a16:creationId xmlns:a16="http://schemas.microsoft.com/office/drawing/2014/main" id="{A27DAEED-D103-CF2C-7C34-88381AE89819}"/>
              </a:ext>
            </a:extLst>
          </p:cNvPr>
          <p:cNvSpPr/>
          <p:nvPr/>
        </p:nvSpPr>
        <p:spPr>
          <a:xfrm rot="5400000">
            <a:off x="389462" y="939404"/>
            <a:ext cx="149365" cy="115523"/>
          </a:xfrm>
          <a:prstGeom prst="homePlate">
            <a:avLst>
              <a:gd name="adj" fmla="val 41754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4" name="矩形 343">
            <a:extLst>
              <a:ext uri="{FF2B5EF4-FFF2-40B4-BE49-F238E27FC236}">
                <a16:creationId xmlns:a16="http://schemas.microsoft.com/office/drawing/2014/main" id="{F4D98282-E2A1-2F70-E97D-9FE090C36B47}"/>
              </a:ext>
            </a:extLst>
          </p:cNvPr>
          <p:cNvSpPr/>
          <p:nvPr/>
        </p:nvSpPr>
        <p:spPr>
          <a:xfrm>
            <a:off x="446284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5" name="文本框 374">
            <a:extLst>
              <a:ext uri="{FF2B5EF4-FFF2-40B4-BE49-F238E27FC236}">
                <a16:creationId xmlns:a16="http://schemas.microsoft.com/office/drawing/2014/main" id="{9340D465-8F69-865D-AB08-254363A7E493}"/>
              </a:ext>
            </a:extLst>
          </p:cNvPr>
          <p:cNvSpPr txBox="1"/>
          <p:nvPr/>
        </p:nvSpPr>
        <p:spPr>
          <a:xfrm>
            <a:off x="691110" y="1018885"/>
            <a:ext cx="7072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镇海路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Zhenhai</a:t>
            </a:r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 Rd.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190" name="椭圆 189">
            <a:extLst>
              <a:ext uri="{FF2B5EF4-FFF2-40B4-BE49-F238E27FC236}">
                <a16:creationId xmlns:a16="http://schemas.microsoft.com/office/drawing/2014/main" id="{C0FA1703-CE90-C42C-04A0-0A5029625093}"/>
              </a:ext>
            </a:extLst>
          </p:cNvPr>
          <p:cNvSpPr/>
          <p:nvPr/>
        </p:nvSpPr>
        <p:spPr>
          <a:xfrm>
            <a:off x="396607" y="874625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46" name="矩形 345">
            <a:extLst>
              <a:ext uri="{FF2B5EF4-FFF2-40B4-BE49-F238E27FC236}">
                <a16:creationId xmlns:a16="http://schemas.microsoft.com/office/drawing/2014/main" id="{F8B47957-CF11-5735-3B6A-8D605DC7DEBA}"/>
              </a:ext>
            </a:extLst>
          </p:cNvPr>
          <p:cNvSpPr/>
          <p:nvPr/>
        </p:nvSpPr>
        <p:spPr>
          <a:xfrm>
            <a:off x="1042208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8" name="矩形 347">
            <a:extLst>
              <a:ext uri="{FF2B5EF4-FFF2-40B4-BE49-F238E27FC236}">
                <a16:creationId xmlns:a16="http://schemas.microsoft.com/office/drawing/2014/main" id="{2904BFCB-A360-B607-B846-199B4A6254C3}"/>
              </a:ext>
            </a:extLst>
          </p:cNvPr>
          <p:cNvSpPr/>
          <p:nvPr/>
        </p:nvSpPr>
        <p:spPr>
          <a:xfrm>
            <a:off x="1611803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0" name="矩形 349">
            <a:extLst>
              <a:ext uri="{FF2B5EF4-FFF2-40B4-BE49-F238E27FC236}">
                <a16:creationId xmlns:a16="http://schemas.microsoft.com/office/drawing/2014/main" id="{2EFCBFE7-9B62-69B2-4C12-33E6353A81C7}"/>
              </a:ext>
            </a:extLst>
          </p:cNvPr>
          <p:cNvSpPr/>
          <p:nvPr/>
        </p:nvSpPr>
        <p:spPr>
          <a:xfrm>
            <a:off x="2204776" y="900114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2" name="矩形 351">
            <a:extLst>
              <a:ext uri="{FF2B5EF4-FFF2-40B4-BE49-F238E27FC236}">
                <a16:creationId xmlns:a16="http://schemas.microsoft.com/office/drawing/2014/main" id="{F36D919E-FF2D-DB00-2E9B-2915CC139219}"/>
              </a:ext>
            </a:extLst>
          </p:cNvPr>
          <p:cNvSpPr/>
          <p:nvPr/>
        </p:nvSpPr>
        <p:spPr>
          <a:xfrm>
            <a:off x="2783501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4" name="矩形 353">
            <a:extLst>
              <a:ext uri="{FF2B5EF4-FFF2-40B4-BE49-F238E27FC236}">
                <a16:creationId xmlns:a16="http://schemas.microsoft.com/office/drawing/2014/main" id="{30EB8576-E88F-D663-FCC4-17FB891F47FD}"/>
              </a:ext>
            </a:extLst>
          </p:cNvPr>
          <p:cNvSpPr/>
          <p:nvPr/>
        </p:nvSpPr>
        <p:spPr>
          <a:xfrm>
            <a:off x="3320018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6" name="矩形 355">
            <a:extLst>
              <a:ext uri="{FF2B5EF4-FFF2-40B4-BE49-F238E27FC236}">
                <a16:creationId xmlns:a16="http://schemas.microsoft.com/office/drawing/2014/main" id="{CE2EFABE-BFDB-B1FD-0810-7E1B5E064E78}"/>
              </a:ext>
            </a:extLst>
          </p:cNvPr>
          <p:cNvSpPr/>
          <p:nvPr/>
        </p:nvSpPr>
        <p:spPr>
          <a:xfrm>
            <a:off x="3893516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8" name="矩形 357">
            <a:extLst>
              <a:ext uri="{FF2B5EF4-FFF2-40B4-BE49-F238E27FC236}">
                <a16:creationId xmlns:a16="http://schemas.microsoft.com/office/drawing/2014/main" id="{F86E9916-3FF4-A2BF-57BF-BEA7B9DA87EE}"/>
              </a:ext>
            </a:extLst>
          </p:cNvPr>
          <p:cNvSpPr/>
          <p:nvPr/>
        </p:nvSpPr>
        <p:spPr>
          <a:xfrm>
            <a:off x="4463780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0" name="矩形 359">
            <a:extLst>
              <a:ext uri="{FF2B5EF4-FFF2-40B4-BE49-F238E27FC236}">
                <a16:creationId xmlns:a16="http://schemas.microsoft.com/office/drawing/2014/main" id="{AD230E8F-EFC9-B462-CBC5-F158F9A82044}"/>
              </a:ext>
            </a:extLst>
          </p:cNvPr>
          <p:cNvSpPr/>
          <p:nvPr/>
        </p:nvSpPr>
        <p:spPr>
          <a:xfrm>
            <a:off x="5034042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2" name="矩形 361">
            <a:extLst>
              <a:ext uri="{FF2B5EF4-FFF2-40B4-BE49-F238E27FC236}">
                <a16:creationId xmlns:a16="http://schemas.microsoft.com/office/drawing/2014/main" id="{11F80736-37F6-0CFF-23FD-A532B0FA8460}"/>
              </a:ext>
            </a:extLst>
          </p:cNvPr>
          <p:cNvSpPr/>
          <p:nvPr/>
        </p:nvSpPr>
        <p:spPr>
          <a:xfrm>
            <a:off x="5603637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4" name="矩形 363">
            <a:extLst>
              <a:ext uri="{FF2B5EF4-FFF2-40B4-BE49-F238E27FC236}">
                <a16:creationId xmlns:a16="http://schemas.microsoft.com/office/drawing/2014/main" id="{EFD5EC37-558C-FBDE-D939-39B9BFAA0309}"/>
              </a:ext>
            </a:extLst>
          </p:cNvPr>
          <p:cNvSpPr/>
          <p:nvPr/>
        </p:nvSpPr>
        <p:spPr>
          <a:xfrm>
            <a:off x="6174566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8" name="矩形 367">
            <a:extLst>
              <a:ext uri="{FF2B5EF4-FFF2-40B4-BE49-F238E27FC236}">
                <a16:creationId xmlns:a16="http://schemas.microsoft.com/office/drawing/2014/main" id="{34B8DCFD-C0BF-BBEA-7F54-DD9880837D8A}"/>
              </a:ext>
            </a:extLst>
          </p:cNvPr>
          <p:cNvSpPr/>
          <p:nvPr/>
        </p:nvSpPr>
        <p:spPr>
          <a:xfrm>
            <a:off x="6744161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0" name="矩形 369">
            <a:extLst>
              <a:ext uri="{FF2B5EF4-FFF2-40B4-BE49-F238E27FC236}">
                <a16:creationId xmlns:a16="http://schemas.microsoft.com/office/drawing/2014/main" id="{BE8B672B-BFB1-FE5E-B3EC-54229C402110}"/>
              </a:ext>
            </a:extLst>
          </p:cNvPr>
          <p:cNvSpPr/>
          <p:nvPr/>
        </p:nvSpPr>
        <p:spPr>
          <a:xfrm>
            <a:off x="7313756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2" name="矩形 371">
            <a:extLst>
              <a:ext uri="{FF2B5EF4-FFF2-40B4-BE49-F238E27FC236}">
                <a16:creationId xmlns:a16="http://schemas.microsoft.com/office/drawing/2014/main" id="{1F406431-DC7E-888E-4F30-30AB4F22A3CF}"/>
              </a:ext>
            </a:extLst>
          </p:cNvPr>
          <p:cNvSpPr/>
          <p:nvPr/>
        </p:nvSpPr>
        <p:spPr>
          <a:xfrm>
            <a:off x="7880639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F0E05EF-0575-D4E2-7B5C-839E39D1AE53}"/>
              </a:ext>
            </a:extLst>
          </p:cNvPr>
          <p:cNvSpPr/>
          <p:nvPr/>
        </p:nvSpPr>
        <p:spPr>
          <a:xfrm>
            <a:off x="0" y="0"/>
            <a:ext cx="8999538" cy="438912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8C6F012A-1B0D-C05A-31EB-719EAEEC93DA}"/>
              </a:ext>
            </a:extLst>
          </p:cNvPr>
          <p:cNvSpPr/>
          <p:nvPr/>
        </p:nvSpPr>
        <p:spPr>
          <a:xfrm>
            <a:off x="2408841" y="54864"/>
            <a:ext cx="4181856" cy="329184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53" name="组合 152">
            <a:extLst>
              <a:ext uri="{FF2B5EF4-FFF2-40B4-BE49-F238E27FC236}">
                <a16:creationId xmlns:a16="http://schemas.microsoft.com/office/drawing/2014/main" id="{25F7EDDF-38D9-A38F-0E6B-688D618C5EEE}"/>
              </a:ext>
            </a:extLst>
          </p:cNvPr>
          <p:cNvGrpSpPr/>
          <p:nvPr/>
        </p:nvGrpSpPr>
        <p:grpSpPr>
          <a:xfrm>
            <a:off x="390597" y="4959"/>
            <a:ext cx="1280134" cy="431250"/>
            <a:chOff x="188770" y="-11103"/>
            <a:chExt cx="1280134" cy="431250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8963E39B-1C32-A958-F00D-7DEEDE16D992}"/>
                </a:ext>
              </a:extLst>
            </p:cNvPr>
            <p:cNvSpPr/>
            <p:nvPr/>
          </p:nvSpPr>
          <p:spPr>
            <a:xfrm>
              <a:off x="188770" y="47240"/>
              <a:ext cx="1221882" cy="329184"/>
            </a:xfrm>
            <a:prstGeom prst="roundRect">
              <a:avLst>
                <a:gd name="adj" fmla="val 1882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8" name="文本框 147">
              <a:extLst>
                <a:ext uri="{FF2B5EF4-FFF2-40B4-BE49-F238E27FC236}">
                  <a16:creationId xmlns:a16="http://schemas.microsoft.com/office/drawing/2014/main" id="{10AB32FA-2EAC-7308-C769-702B0335B37D}"/>
                </a:ext>
              </a:extLst>
            </p:cNvPr>
            <p:cNvSpPr txBox="1"/>
            <p:nvPr/>
          </p:nvSpPr>
          <p:spPr>
            <a:xfrm>
              <a:off x="496280" y="-11103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黑体" panose="02010609060101010101" pitchFamily="49" charset="-122"/>
                  <a:ea typeface="黑体" panose="02010609060101010101" pitchFamily="49" charset="-122"/>
                </a:rPr>
                <a:t>天海地铁</a:t>
              </a:r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D775867D-0CAC-14CB-94F3-0C1B8FB42D76}"/>
                </a:ext>
              </a:extLst>
            </p:cNvPr>
            <p:cNvSpPr txBox="1"/>
            <p:nvPr/>
          </p:nvSpPr>
          <p:spPr>
            <a:xfrm>
              <a:off x="500369" y="204703"/>
              <a:ext cx="96853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00" dirty="0" err="1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Tianhai</a:t>
              </a:r>
              <a:r>
                <a:rPr lang="en-US" altLang="zh-CN" sz="800" dirty="0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 Metro</a:t>
              </a:r>
              <a:endParaRPr lang="zh-CN" altLang="en-US" sz="800" dirty="0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endParaRPr>
            </a:p>
          </p:txBody>
        </p:sp>
        <p:pic>
          <p:nvPicPr>
            <p:cNvPr id="152" name="图片 151">
              <a:extLst>
                <a:ext uri="{FF2B5EF4-FFF2-40B4-BE49-F238E27FC236}">
                  <a16:creationId xmlns:a16="http://schemas.microsoft.com/office/drawing/2014/main" id="{FC8F6D60-1151-777F-B53F-A7B668AED2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7754" y="54959"/>
              <a:ext cx="313746" cy="313746"/>
            </a:xfrm>
            <a:prstGeom prst="rect">
              <a:avLst/>
            </a:prstGeom>
          </p:spPr>
        </p:pic>
      </p:grpSp>
      <p:sp>
        <p:nvSpPr>
          <p:cNvPr id="167" name="文本框 166">
            <a:extLst>
              <a:ext uri="{FF2B5EF4-FFF2-40B4-BE49-F238E27FC236}">
                <a16:creationId xmlns:a16="http://schemas.microsoft.com/office/drawing/2014/main" id="{3DFC0F44-103C-87CD-648B-6574DB0D0E18}"/>
              </a:ext>
            </a:extLst>
          </p:cNvPr>
          <p:cNvSpPr txBox="1"/>
          <p:nvPr/>
        </p:nvSpPr>
        <p:spPr>
          <a:xfrm>
            <a:off x="7601248" y="16203"/>
            <a:ext cx="1847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75" name="组合 174">
            <a:extLst>
              <a:ext uri="{FF2B5EF4-FFF2-40B4-BE49-F238E27FC236}">
                <a16:creationId xmlns:a16="http://schemas.microsoft.com/office/drawing/2014/main" id="{BCA7C0AB-FE8D-7FAB-3FFD-BE8249C71FC8}"/>
              </a:ext>
            </a:extLst>
          </p:cNvPr>
          <p:cNvGrpSpPr/>
          <p:nvPr/>
        </p:nvGrpSpPr>
        <p:grpSpPr>
          <a:xfrm>
            <a:off x="8140497" y="13642"/>
            <a:ext cx="821036" cy="400110"/>
            <a:chOff x="1526333" y="4012"/>
            <a:chExt cx="821036" cy="400110"/>
          </a:xfrm>
        </p:grpSpPr>
        <p:sp>
          <p:nvSpPr>
            <p:cNvPr id="176" name="矩形: 圆角 175">
              <a:extLst>
                <a:ext uri="{FF2B5EF4-FFF2-40B4-BE49-F238E27FC236}">
                  <a16:creationId xmlns:a16="http://schemas.microsoft.com/office/drawing/2014/main" id="{5FAE0111-E61C-131F-CF04-C9B4E72B3BB4}"/>
                </a:ext>
              </a:extLst>
            </p:cNvPr>
            <p:cNvSpPr/>
            <p:nvPr/>
          </p:nvSpPr>
          <p:spPr>
            <a:xfrm flipH="1">
              <a:off x="1526333" y="54864"/>
              <a:ext cx="753551" cy="329184"/>
            </a:xfrm>
            <a:prstGeom prst="roundRect">
              <a:avLst>
                <a:gd name="adj" fmla="val 1882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7" name="文本框 176">
              <a:extLst>
                <a:ext uri="{FF2B5EF4-FFF2-40B4-BE49-F238E27FC236}">
                  <a16:creationId xmlns:a16="http://schemas.microsoft.com/office/drawing/2014/main" id="{60135C4E-4248-A43A-E296-114C6F185E0B}"/>
                </a:ext>
              </a:extLst>
            </p:cNvPr>
            <p:cNvSpPr txBox="1"/>
            <p:nvPr/>
          </p:nvSpPr>
          <p:spPr>
            <a:xfrm>
              <a:off x="1792890" y="4012"/>
              <a:ext cx="5544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latin typeface="黑体" panose="02010609060101010101" pitchFamily="49" charset="-122"/>
                  <a:ea typeface="黑体" panose="02010609060101010101" pitchFamily="49" charset="-122"/>
                </a:rPr>
                <a:t>号线</a:t>
              </a:r>
              <a:endPara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r>
                <a:rPr lang="en-US" altLang="zh-CN" sz="800" dirty="0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 Line</a:t>
              </a:r>
              <a:endParaRPr lang="zh-CN" altLang="en-US" sz="800" dirty="0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endParaRPr>
            </a:p>
          </p:txBody>
        </p:sp>
        <p:sp>
          <p:nvSpPr>
            <p:cNvPr id="178" name="矩形: 圆角 177">
              <a:extLst>
                <a:ext uri="{FF2B5EF4-FFF2-40B4-BE49-F238E27FC236}">
                  <a16:creationId xmlns:a16="http://schemas.microsoft.com/office/drawing/2014/main" id="{4EF87D29-AE34-A1CB-6641-5E23F996ECDC}"/>
                </a:ext>
              </a:extLst>
            </p:cNvPr>
            <p:cNvSpPr/>
            <p:nvPr/>
          </p:nvSpPr>
          <p:spPr>
            <a:xfrm flipH="1">
              <a:off x="1557516" y="75456"/>
              <a:ext cx="288000" cy="288000"/>
            </a:xfrm>
            <a:prstGeom prst="roundRect">
              <a:avLst>
                <a:gd name="adj" fmla="val 18827"/>
              </a:avLst>
            </a:prstGeom>
            <a:solidFill>
              <a:srgbClr val="E6001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9" name="文本框 178">
              <a:extLst>
                <a:ext uri="{FF2B5EF4-FFF2-40B4-BE49-F238E27FC236}">
                  <a16:creationId xmlns:a16="http://schemas.microsoft.com/office/drawing/2014/main" id="{4B58E079-4DF3-117F-8998-DE72666CB5B2}"/>
                </a:ext>
              </a:extLst>
            </p:cNvPr>
            <p:cNvSpPr txBox="1"/>
            <p:nvPr/>
          </p:nvSpPr>
          <p:spPr>
            <a:xfrm>
              <a:off x="1542658" y="34790"/>
              <a:ext cx="317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1</a:t>
              </a:r>
              <a:endParaRPr lang="zh-CN" altLang="en-US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sp>
        <p:nvSpPr>
          <p:cNvPr id="181" name="矩形: 圆角 180">
            <a:extLst>
              <a:ext uri="{FF2B5EF4-FFF2-40B4-BE49-F238E27FC236}">
                <a16:creationId xmlns:a16="http://schemas.microsoft.com/office/drawing/2014/main" id="{B1A809C2-3402-4803-F9CF-A1271343A130}"/>
              </a:ext>
            </a:extLst>
          </p:cNvPr>
          <p:cNvSpPr/>
          <p:nvPr/>
        </p:nvSpPr>
        <p:spPr>
          <a:xfrm flipH="1">
            <a:off x="7121513" y="62216"/>
            <a:ext cx="959469" cy="329184"/>
          </a:xfrm>
          <a:prstGeom prst="roundRect">
            <a:avLst>
              <a:gd name="adj" fmla="val 188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6" name="文本框 185">
            <a:extLst>
              <a:ext uri="{FF2B5EF4-FFF2-40B4-BE49-F238E27FC236}">
                <a16:creationId xmlns:a16="http://schemas.microsoft.com/office/drawing/2014/main" id="{7062729F-201B-0B1A-7FC8-283F1F649630}"/>
              </a:ext>
            </a:extLst>
          </p:cNvPr>
          <p:cNvSpPr txBox="1"/>
          <p:nvPr/>
        </p:nvSpPr>
        <p:spPr>
          <a:xfrm>
            <a:off x="7075351" y="24834"/>
            <a:ext cx="10502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dirty="0">
                <a:latin typeface="黑体" panose="02010609060101010101" pitchFamily="49" charset="-122"/>
                <a:ea typeface="黑体" panose="02010609060101010101" pitchFamily="49" charset="-122"/>
              </a:rPr>
              <a:t>终点站</a:t>
            </a:r>
            <a:r>
              <a:rPr lang="en-US" altLang="zh-CN" sz="900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900" dirty="0">
                <a:latin typeface="黑体" panose="02010609060101010101" pitchFamily="49" charset="-122"/>
                <a:ea typeface="黑体" panose="02010609060101010101" pitchFamily="49" charset="-122"/>
              </a:rPr>
              <a:t>天海北站</a:t>
            </a:r>
          </a:p>
        </p:txBody>
      </p:sp>
      <p:pic>
        <p:nvPicPr>
          <p:cNvPr id="189" name="图片 188">
            <a:extLst>
              <a:ext uri="{FF2B5EF4-FFF2-40B4-BE49-F238E27FC236}">
                <a16:creationId xmlns:a16="http://schemas.microsoft.com/office/drawing/2014/main" id="{26AA9864-F9AD-FAA5-FAD8-410BDB75BD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5821" y="196261"/>
            <a:ext cx="789348" cy="228967"/>
          </a:xfrm>
          <a:prstGeom prst="rect">
            <a:avLst/>
          </a:prstGeom>
        </p:spPr>
      </p:pic>
      <p:sp>
        <p:nvSpPr>
          <p:cNvPr id="316" name="椭圆 315">
            <a:extLst>
              <a:ext uri="{FF2B5EF4-FFF2-40B4-BE49-F238E27FC236}">
                <a16:creationId xmlns:a16="http://schemas.microsoft.com/office/drawing/2014/main" id="{D4C135D4-A059-2DCE-3582-E70456EC2516}"/>
              </a:ext>
            </a:extLst>
          </p:cNvPr>
          <p:cNvSpPr/>
          <p:nvPr/>
        </p:nvSpPr>
        <p:spPr>
          <a:xfrm>
            <a:off x="979216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18" name="椭圆 317">
            <a:extLst>
              <a:ext uri="{FF2B5EF4-FFF2-40B4-BE49-F238E27FC236}">
                <a16:creationId xmlns:a16="http://schemas.microsoft.com/office/drawing/2014/main" id="{06096727-5BFA-EEAB-DD4D-6A917C914BC6}"/>
              </a:ext>
            </a:extLst>
          </p:cNvPr>
          <p:cNvSpPr/>
          <p:nvPr/>
        </p:nvSpPr>
        <p:spPr>
          <a:xfrm>
            <a:off x="1549478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0" name="椭圆 319">
            <a:extLst>
              <a:ext uri="{FF2B5EF4-FFF2-40B4-BE49-F238E27FC236}">
                <a16:creationId xmlns:a16="http://schemas.microsoft.com/office/drawing/2014/main" id="{1EDC657C-A137-9ACF-000C-BBE4BA6868AC}"/>
              </a:ext>
            </a:extLst>
          </p:cNvPr>
          <p:cNvSpPr/>
          <p:nvPr/>
        </p:nvSpPr>
        <p:spPr>
          <a:xfrm>
            <a:off x="2119740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2" name="椭圆 321">
            <a:extLst>
              <a:ext uri="{FF2B5EF4-FFF2-40B4-BE49-F238E27FC236}">
                <a16:creationId xmlns:a16="http://schemas.microsoft.com/office/drawing/2014/main" id="{3AB5E595-039B-981C-56F5-37CC387E13D2}"/>
              </a:ext>
            </a:extLst>
          </p:cNvPr>
          <p:cNvSpPr/>
          <p:nvPr/>
        </p:nvSpPr>
        <p:spPr>
          <a:xfrm>
            <a:off x="2690002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4" name="椭圆 323">
            <a:extLst>
              <a:ext uri="{FF2B5EF4-FFF2-40B4-BE49-F238E27FC236}">
                <a16:creationId xmlns:a16="http://schemas.microsoft.com/office/drawing/2014/main" id="{214B33DB-BFB6-6394-7C9F-1B0EDA472BBE}"/>
              </a:ext>
            </a:extLst>
          </p:cNvPr>
          <p:cNvSpPr/>
          <p:nvPr/>
        </p:nvSpPr>
        <p:spPr>
          <a:xfrm>
            <a:off x="3260264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6" name="椭圆 325">
            <a:extLst>
              <a:ext uri="{FF2B5EF4-FFF2-40B4-BE49-F238E27FC236}">
                <a16:creationId xmlns:a16="http://schemas.microsoft.com/office/drawing/2014/main" id="{80BCE39C-CA5F-3107-E57D-22A0C7403256}"/>
              </a:ext>
            </a:extLst>
          </p:cNvPr>
          <p:cNvSpPr/>
          <p:nvPr/>
        </p:nvSpPr>
        <p:spPr>
          <a:xfrm>
            <a:off x="3830526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" name="椭圆 327">
            <a:extLst>
              <a:ext uri="{FF2B5EF4-FFF2-40B4-BE49-F238E27FC236}">
                <a16:creationId xmlns:a16="http://schemas.microsoft.com/office/drawing/2014/main" id="{0CB65822-119B-30FC-2374-5410AD1BA594}"/>
              </a:ext>
            </a:extLst>
          </p:cNvPr>
          <p:cNvSpPr/>
          <p:nvPr/>
        </p:nvSpPr>
        <p:spPr>
          <a:xfrm>
            <a:off x="4400788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30" name="椭圆 329">
            <a:extLst>
              <a:ext uri="{FF2B5EF4-FFF2-40B4-BE49-F238E27FC236}">
                <a16:creationId xmlns:a16="http://schemas.microsoft.com/office/drawing/2014/main" id="{C67D12A5-CBB8-9995-C654-70BC123554CA}"/>
              </a:ext>
            </a:extLst>
          </p:cNvPr>
          <p:cNvSpPr/>
          <p:nvPr/>
        </p:nvSpPr>
        <p:spPr>
          <a:xfrm>
            <a:off x="4971050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2" name="椭圆 331">
            <a:extLst>
              <a:ext uri="{FF2B5EF4-FFF2-40B4-BE49-F238E27FC236}">
                <a16:creationId xmlns:a16="http://schemas.microsoft.com/office/drawing/2014/main" id="{C5CFC2F6-6D92-EFE4-3051-9D84E181A6A0}"/>
              </a:ext>
            </a:extLst>
          </p:cNvPr>
          <p:cNvSpPr/>
          <p:nvPr/>
        </p:nvSpPr>
        <p:spPr>
          <a:xfrm>
            <a:off x="5541312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4" name="椭圆 333">
            <a:extLst>
              <a:ext uri="{FF2B5EF4-FFF2-40B4-BE49-F238E27FC236}">
                <a16:creationId xmlns:a16="http://schemas.microsoft.com/office/drawing/2014/main" id="{F7C08F0D-C8F0-302F-7720-A1F73536D913}"/>
              </a:ext>
            </a:extLst>
          </p:cNvPr>
          <p:cNvSpPr/>
          <p:nvPr/>
        </p:nvSpPr>
        <p:spPr>
          <a:xfrm>
            <a:off x="6111574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6" name="椭圆 335">
            <a:extLst>
              <a:ext uri="{FF2B5EF4-FFF2-40B4-BE49-F238E27FC236}">
                <a16:creationId xmlns:a16="http://schemas.microsoft.com/office/drawing/2014/main" id="{BC252BCA-1323-7C5B-F855-80329B2E8165}"/>
              </a:ext>
            </a:extLst>
          </p:cNvPr>
          <p:cNvSpPr/>
          <p:nvPr/>
        </p:nvSpPr>
        <p:spPr>
          <a:xfrm>
            <a:off x="6681836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8" name="椭圆 337">
            <a:extLst>
              <a:ext uri="{FF2B5EF4-FFF2-40B4-BE49-F238E27FC236}">
                <a16:creationId xmlns:a16="http://schemas.microsoft.com/office/drawing/2014/main" id="{B18E7505-1741-AFAC-AB9E-B630E7A09BD3}"/>
              </a:ext>
            </a:extLst>
          </p:cNvPr>
          <p:cNvSpPr/>
          <p:nvPr/>
        </p:nvSpPr>
        <p:spPr>
          <a:xfrm>
            <a:off x="7252098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0" name="椭圆 339">
            <a:extLst>
              <a:ext uri="{FF2B5EF4-FFF2-40B4-BE49-F238E27FC236}">
                <a16:creationId xmlns:a16="http://schemas.microsoft.com/office/drawing/2014/main" id="{0C35BAC5-7013-3871-AB67-B8B9F5A12F72}"/>
              </a:ext>
            </a:extLst>
          </p:cNvPr>
          <p:cNvSpPr/>
          <p:nvPr/>
        </p:nvSpPr>
        <p:spPr>
          <a:xfrm>
            <a:off x="7818314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2" name="椭圆 341">
            <a:extLst>
              <a:ext uri="{FF2B5EF4-FFF2-40B4-BE49-F238E27FC236}">
                <a16:creationId xmlns:a16="http://schemas.microsoft.com/office/drawing/2014/main" id="{BC50C42A-5FD3-F7B3-6101-A85EF6B200D8}"/>
              </a:ext>
            </a:extLst>
          </p:cNvPr>
          <p:cNvSpPr/>
          <p:nvPr/>
        </p:nvSpPr>
        <p:spPr>
          <a:xfrm>
            <a:off x="8414500" y="874625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9" name="文本框 378">
            <a:extLst>
              <a:ext uri="{FF2B5EF4-FFF2-40B4-BE49-F238E27FC236}">
                <a16:creationId xmlns:a16="http://schemas.microsoft.com/office/drawing/2014/main" id="{D0A403F0-F3D2-C31D-6D22-B904BECD087A}"/>
              </a:ext>
            </a:extLst>
          </p:cNvPr>
          <p:cNvSpPr txBox="1"/>
          <p:nvPr/>
        </p:nvSpPr>
        <p:spPr>
          <a:xfrm>
            <a:off x="2500995" y="483926"/>
            <a:ext cx="4988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金山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Jinshan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81" name="文本框 380">
            <a:extLst>
              <a:ext uri="{FF2B5EF4-FFF2-40B4-BE49-F238E27FC236}">
                <a16:creationId xmlns:a16="http://schemas.microsoft.com/office/drawing/2014/main" id="{1C5FEF44-D442-5B37-6C91-BE602A0E895D}"/>
              </a:ext>
            </a:extLst>
          </p:cNvPr>
          <p:cNvSpPr txBox="1"/>
          <p:nvPr/>
        </p:nvSpPr>
        <p:spPr>
          <a:xfrm>
            <a:off x="1751205" y="1019030"/>
            <a:ext cx="8595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中央大道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Central Avenue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83" name="文本框 382">
            <a:extLst>
              <a:ext uri="{FF2B5EF4-FFF2-40B4-BE49-F238E27FC236}">
                <a16:creationId xmlns:a16="http://schemas.microsoft.com/office/drawing/2014/main" id="{EC768211-0136-65DC-F46F-6B18EBF76E78}"/>
              </a:ext>
            </a:extLst>
          </p:cNvPr>
          <p:cNvSpPr txBox="1"/>
          <p:nvPr/>
        </p:nvSpPr>
        <p:spPr>
          <a:xfrm>
            <a:off x="2788605" y="1019030"/>
            <a:ext cx="10631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吕岭北站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Lvling</a:t>
            </a:r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 North Station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85" name="文本框 384">
            <a:extLst>
              <a:ext uri="{FF2B5EF4-FFF2-40B4-BE49-F238E27FC236}">
                <a16:creationId xmlns:a16="http://schemas.microsoft.com/office/drawing/2014/main" id="{AB97B444-5A94-A469-7395-FBBF5DCDA0D8}"/>
              </a:ext>
            </a:extLst>
          </p:cNvPr>
          <p:cNvSpPr txBox="1"/>
          <p:nvPr/>
        </p:nvSpPr>
        <p:spPr>
          <a:xfrm>
            <a:off x="3497972" y="483926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海宁公园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Haining Park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87" name="文本框 386">
            <a:extLst>
              <a:ext uri="{FF2B5EF4-FFF2-40B4-BE49-F238E27FC236}">
                <a16:creationId xmlns:a16="http://schemas.microsoft.com/office/drawing/2014/main" id="{700ED77B-973D-1861-B2A7-54C352EA92E2}"/>
              </a:ext>
            </a:extLst>
          </p:cNvPr>
          <p:cNvSpPr txBox="1"/>
          <p:nvPr/>
        </p:nvSpPr>
        <p:spPr>
          <a:xfrm>
            <a:off x="3711944" y="1019030"/>
            <a:ext cx="1502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海宁行政中心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Haining Administrative Center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91" name="文本框 390">
            <a:extLst>
              <a:ext uri="{FF2B5EF4-FFF2-40B4-BE49-F238E27FC236}">
                <a16:creationId xmlns:a16="http://schemas.microsoft.com/office/drawing/2014/main" id="{E29102BF-7209-79C1-EE34-4B1400E794DD}"/>
              </a:ext>
            </a:extLst>
          </p:cNvPr>
          <p:cNvSpPr txBox="1"/>
          <p:nvPr/>
        </p:nvSpPr>
        <p:spPr>
          <a:xfrm>
            <a:off x="5332712" y="1019030"/>
            <a:ext cx="5421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五通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latin typeface="+mn-ea"/>
                <a:cs typeface="Cascadia Code" panose="020B0609020000020004" pitchFamily="49" charset="0"/>
              </a:rPr>
              <a:t>Wutong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93" name="文本框 392">
            <a:extLst>
              <a:ext uri="{FF2B5EF4-FFF2-40B4-BE49-F238E27FC236}">
                <a16:creationId xmlns:a16="http://schemas.microsoft.com/office/drawing/2014/main" id="{130A4C61-CDC3-A86B-6E7E-5D22B567EE34}"/>
              </a:ext>
            </a:extLst>
          </p:cNvPr>
          <p:cNvSpPr txBox="1"/>
          <p:nvPr/>
        </p:nvSpPr>
        <p:spPr>
          <a:xfrm>
            <a:off x="5768561" y="483926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体育中心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Sports Center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95" name="文本框 394">
            <a:extLst>
              <a:ext uri="{FF2B5EF4-FFF2-40B4-BE49-F238E27FC236}">
                <a16:creationId xmlns:a16="http://schemas.microsoft.com/office/drawing/2014/main" id="{25A58C70-E51C-D50B-6C26-5E3BB8A5221C}"/>
              </a:ext>
            </a:extLst>
          </p:cNvPr>
          <p:cNvSpPr txBox="1"/>
          <p:nvPr/>
        </p:nvSpPr>
        <p:spPr>
          <a:xfrm>
            <a:off x="6497136" y="1019030"/>
            <a:ext cx="4940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弋浔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latin typeface="+mn-ea"/>
                <a:cs typeface="Cascadia Code" panose="020B0609020000020004" pitchFamily="49" charset="0"/>
              </a:rPr>
              <a:t>Yixun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97" name="文本框 396">
            <a:extLst>
              <a:ext uri="{FF2B5EF4-FFF2-40B4-BE49-F238E27FC236}">
                <a16:creationId xmlns:a16="http://schemas.microsoft.com/office/drawing/2014/main" id="{BE1009C2-8153-237A-4360-E56E37E70200}"/>
              </a:ext>
            </a:extLst>
          </p:cNvPr>
          <p:cNvSpPr txBox="1"/>
          <p:nvPr/>
        </p:nvSpPr>
        <p:spPr>
          <a:xfrm>
            <a:off x="6745332" y="483926"/>
            <a:ext cx="11368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迁安人民公园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latin typeface="+mn-ea"/>
                <a:cs typeface="Cascadia Code" panose="020B0609020000020004" pitchFamily="49" charset="0"/>
              </a:rPr>
              <a:t>Qian’an</a:t>
            </a:r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 People’s Park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99" name="文本框 398">
            <a:extLst>
              <a:ext uri="{FF2B5EF4-FFF2-40B4-BE49-F238E27FC236}">
                <a16:creationId xmlns:a16="http://schemas.microsoft.com/office/drawing/2014/main" id="{48E299EE-864E-D018-D00E-6824757FEF30}"/>
              </a:ext>
            </a:extLst>
          </p:cNvPr>
          <p:cNvSpPr txBox="1"/>
          <p:nvPr/>
        </p:nvSpPr>
        <p:spPr>
          <a:xfrm>
            <a:off x="7435645" y="972461"/>
            <a:ext cx="88998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00" b="1" dirty="0">
                <a:latin typeface="宋体" panose="02010600030101010101" pitchFamily="2" charset="-122"/>
                <a:ea typeface="宋体" panose="02010600030101010101" pitchFamily="2" charset="-122"/>
              </a:rPr>
              <a:t>北站西广场</a:t>
            </a:r>
            <a:endParaRPr lang="en-US" altLang="zh-CN" sz="11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Railway Station</a:t>
            </a: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West Square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403" name="文本框 402">
            <a:extLst>
              <a:ext uri="{FF2B5EF4-FFF2-40B4-BE49-F238E27FC236}">
                <a16:creationId xmlns:a16="http://schemas.microsoft.com/office/drawing/2014/main" id="{08668D6C-1A70-DD96-EBF7-65E1AC15B8E4}"/>
              </a:ext>
            </a:extLst>
          </p:cNvPr>
          <p:cNvSpPr txBox="1"/>
          <p:nvPr/>
        </p:nvSpPr>
        <p:spPr>
          <a:xfrm>
            <a:off x="8036326" y="411621"/>
            <a:ext cx="8467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00" b="1" dirty="0">
                <a:latin typeface="宋体" panose="02010600030101010101" pitchFamily="2" charset="-122"/>
                <a:ea typeface="宋体" panose="02010600030101010101" pitchFamily="2" charset="-122"/>
              </a:rPr>
              <a:t>天海北站</a:t>
            </a:r>
            <a:endParaRPr lang="en-US" altLang="zh-CN" sz="11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latin typeface="+mn-ea"/>
                <a:cs typeface="Cascadia Code" panose="020B0609020000020004" pitchFamily="49" charset="0"/>
              </a:rPr>
              <a:t>Tianhai</a:t>
            </a:r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 North</a:t>
            </a: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Railway Station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grpSp>
        <p:nvGrpSpPr>
          <p:cNvPr id="408" name="组合 407">
            <a:extLst>
              <a:ext uri="{FF2B5EF4-FFF2-40B4-BE49-F238E27FC236}">
                <a16:creationId xmlns:a16="http://schemas.microsoft.com/office/drawing/2014/main" id="{89F812B0-6FCD-C4F8-0DD3-AB5C31FF0A9F}"/>
              </a:ext>
            </a:extLst>
          </p:cNvPr>
          <p:cNvGrpSpPr/>
          <p:nvPr/>
        </p:nvGrpSpPr>
        <p:grpSpPr>
          <a:xfrm flipH="1">
            <a:off x="416338" y="893731"/>
            <a:ext cx="86486" cy="88006"/>
            <a:chOff x="3384914" y="1617979"/>
            <a:chExt cx="790846" cy="825340"/>
          </a:xfrm>
        </p:grpSpPr>
        <p:sp>
          <p:nvSpPr>
            <p:cNvPr id="405" name="箭头: 环形 404">
              <a:extLst>
                <a:ext uri="{FF2B5EF4-FFF2-40B4-BE49-F238E27FC236}">
                  <a16:creationId xmlns:a16="http://schemas.microsoft.com/office/drawing/2014/main" id="{840C5654-6E32-CA49-CFED-B9A9BD4774B5}"/>
                </a:ext>
              </a:extLst>
            </p:cNvPr>
            <p:cNvSpPr/>
            <p:nvPr/>
          </p:nvSpPr>
          <p:spPr>
            <a:xfrm>
              <a:off x="3384914" y="1617979"/>
              <a:ext cx="790846" cy="797055"/>
            </a:xfrm>
            <a:prstGeom prst="circular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07" name="箭头: 环形 406">
              <a:extLst>
                <a:ext uri="{FF2B5EF4-FFF2-40B4-BE49-F238E27FC236}">
                  <a16:creationId xmlns:a16="http://schemas.microsoft.com/office/drawing/2014/main" id="{7C568A87-A208-4B61-8396-CC691FD3CFD0}"/>
                </a:ext>
              </a:extLst>
            </p:cNvPr>
            <p:cNvSpPr/>
            <p:nvPr/>
          </p:nvSpPr>
          <p:spPr>
            <a:xfrm flipH="1" flipV="1">
              <a:off x="3384914" y="1646263"/>
              <a:ext cx="790846" cy="797056"/>
            </a:xfrm>
            <a:prstGeom prst="circularArrow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444" name="图片 443">
            <a:extLst>
              <a:ext uri="{FF2B5EF4-FFF2-40B4-BE49-F238E27FC236}">
                <a16:creationId xmlns:a16="http://schemas.microsoft.com/office/drawing/2014/main" id="{88E58BBF-011E-46AC-C1F5-A139A389BDB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783" y="1232304"/>
            <a:ext cx="332273" cy="193917"/>
          </a:xfrm>
          <a:prstGeom prst="rect">
            <a:avLst/>
          </a:prstGeom>
        </p:spPr>
      </p:pic>
      <p:pic>
        <p:nvPicPr>
          <p:cNvPr id="452" name="图片 451">
            <a:extLst>
              <a:ext uri="{FF2B5EF4-FFF2-40B4-BE49-F238E27FC236}">
                <a16:creationId xmlns:a16="http://schemas.microsoft.com/office/drawing/2014/main" id="{2D01418B-11FC-20E8-33B1-40C6C19365D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5845" y="1079839"/>
            <a:ext cx="334150" cy="193917"/>
          </a:xfrm>
          <a:prstGeom prst="rect">
            <a:avLst/>
          </a:prstGeom>
        </p:spPr>
      </p:pic>
      <p:grpSp>
        <p:nvGrpSpPr>
          <p:cNvPr id="460" name="组合 459">
            <a:extLst>
              <a:ext uri="{FF2B5EF4-FFF2-40B4-BE49-F238E27FC236}">
                <a16:creationId xmlns:a16="http://schemas.microsoft.com/office/drawing/2014/main" id="{1B0C2087-4150-CE6B-70CC-AB80AE31D1A8}"/>
              </a:ext>
            </a:extLst>
          </p:cNvPr>
          <p:cNvGrpSpPr/>
          <p:nvPr/>
        </p:nvGrpSpPr>
        <p:grpSpPr>
          <a:xfrm rot="1951028">
            <a:off x="8427983" y="890552"/>
            <a:ext cx="94574" cy="94923"/>
            <a:chOff x="1440520" y="1462484"/>
            <a:chExt cx="461631" cy="463336"/>
          </a:xfrm>
        </p:grpSpPr>
        <p:sp>
          <p:nvSpPr>
            <p:cNvPr id="456" name="箭头: 环形 455">
              <a:extLst>
                <a:ext uri="{FF2B5EF4-FFF2-40B4-BE49-F238E27FC236}">
                  <a16:creationId xmlns:a16="http://schemas.microsoft.com/office/drawing/2014/main" id="{9214BAEA-CD36-C38B-6A90-33FD99932D79}"/>
                </a:ext>
              </a:extLst>
            </p:cNvPr>
            <p:cNvSpPr/>
            <p:nvPr/>
          </p:nvSpPr>
          <p:spPr>
            <a:xfrm rot="338721" flipH="1">
              <a:off x="1446104" y="1476765"/>
              <a:ext cx="456047" cy="448158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13769514"/>
                <a:gd name="adj5" fmla="val 1250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57" name="箭头: 环形 456">
              <a:extLst>
                <a:ext uri="{FF2B5EF4-FFF2-40B4-BE49-F238E27FC236}">
                  <a16:creationId xmlns:a16="http://schemas.microsoft.com/office/drawing/2014/main" id="{CDF5832E-5C2D-8CCD-454B-AD3C22890FF2}"/>
                </a:ext>
              </a:extLst>
            </p:cNvPr>
            <p:cNvSpPr/>
            <p:nvPr/>
          </p:nvSpPr>
          <p:spPr>
            <a:xfrm rot="19710149" flipV="1">
              <a:off x="1446103" y="1477662"/>
              <a:ext cx="456047" cy="448158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15559861"/>
                <a:gd name="adj5" fmla="val 12500"/>
              </a:avLst>
            </a:prstGeom>
            <a:solidFill>
              <a:srgbClr val="FFC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59" name="箭头: 环形 458">
              <a:extLst>
                <a:ext uri="{FF2B5EF4-FFF2-40B4-BE49-F238E27FC236}">
                  <a16:creationId xmlns:a16="http://schemas.microsoft.com/office/drawing/2014/main" id="{A062FBE8-B05F-3BFB-360E-1F5E7C7BA995}"/>
                </a:ext>
              </a:extLst>
            </p:cNvPr>
            <p:cNvSpPr/>
            <p:nvPr/>
          </p:nvSpPr>
          <p:spPr>
            <a:xfrm rot="4784427" flipV="1">
              <a:off x="1436575" y="1466429"/>
              <a:ext cx="456047" cy="448158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15892767"/>
                <a:gd name="adj5" fmla="val 12500"/>
              </a:avLst>
            </a:prstGeom>
            <a:solidFill>
              <a:srgbClr val="52AB4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61" name="文本框 460">
            <a:extLst>
              <a:ext uri="{FF2B5EF4-FFF2-40B4-BE49-F238E27FC236}">
                <a16:creationId xmlns:a16="http://schemas.microsoft.com/office/drawing/2014/main" id="{A6A0390E-9C93-1B1A-1DF8-65CB6086716E}"/>
              </a:ext>
            </a:extLst>
          </p:cNvPr>
          <p:cNvSpPr txBox="1"/>
          <p:nvPr/>
        </p:nvSpPr>
        <p:spPr>
          <a:xfrm>
            <a:off x="2345995" y="75197"/>
            <a:ext cx="43588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下一站：海宁商务中心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900" dirty="0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rPr>
              <a:t>Next Station: Haining Business Center.</a:t>
            </a:r>
            <a:endParaRPr lang="zh-CN" altLang="en-US" sz="900" dirty="0">
              <a:latin typeface="Cascadia Code" panose="020B0609020000020004" pitchFamily="49" charset="0"/>
              <a:ea typeface="黑体" panose="02010609060101010101" pitchFamily="49" charset="-122"/>
              <a:cs typeface="Cascadia Code" panose="020B0609020000020004" pitchFamily="49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C129A688-BCFD-3624-B2C5-95C12C5C5D5D}"/>
              </a:ext>
            </a:extLst>
          </p:cNvPr>
          <p:cNvGrpSpPr/>
          <p:nvPr/>
        </p:nvGrpSpPr>
        <p:grpSpPr>
          <a:xfrm>
            <a:off x="4480876" y="806304"/>
            <a:ext cx="261017" cy="259843"/>
            <a:chOff x="501595" y="804920"/>
            <a:chExt cx="261017" cy="259843"/>
          </a:xfrm>
        </p:grpSpPr>
        <p:sp>
          <p:nvSpPr>
            <p:cNvPr id="2" name="箭头: V 形 1">
              <a:extLst>
                <a:ext uri="{FF2B5EF4-FFF2-40B4-BE49-F238E27FC236}">
                  <a16:creationId xmlns:a16="http://schemas.microsoft.com/office/drawing/2014/main" id="{B6F059A4-0EE7-CB15-D657-E84A334469F3}"/>
                </a:ext>
              </a:extLst>
            </p:cNvPr>
            <p:cNvSpPr/>
            <p:nvPr/>
          </p:nvSpPr>
          <p:spPr>
            <a:xfrm>
              <a:off x="501595" y="804920"/>
              <a:ext cx="153399" cy="259843"/>
            </a:xfrm>
            <a:prstGeom prst="chevron">
              <a:avLst>
                <a:gd name="adj" fmla="val 5528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箭头: V 形 5">
              <a:extLst>
                <a:ext uri="{FF2B5EF4-FFF2-40B4-BE49-F238E27FC236}">
                  <a16:creationId xmlns:a16="http://schemas.microsoft.com/office/drawing/2014/main" id="{1D1F9B68-59A1-A289-07DD-BBB7D78DEF54}"/>
                </a:ext>
              </a:extLst>
            </p:cNvPr>
            <p:cNvSpPr/>
            <p:nvPr/>
          </p:nvSpPr>
          <p:spPr>
            <a:xfrm>
              <a:off x="609213" y="804920"/>
              <a:ext cx="153399" cy="259843"/>
            </a:xfrm>
            <a:prstGeom prst="chevron">
              <a:avLst>
                <a:gd name="adj" fmla="val 5528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373" name="文本框 372">
            <a:extLst>
              <a:ext uri="{FF2B5EF4-FFF2-40B4-BE49-F238E27FC236}">
                <a16:creationId xmlns:a16="http://schemas.microsoft.com/office/drawing/2014/main" id="{79EC08F8-4985-D35F-F0EE-4C435761758E}"/>
              </a:ext>
            </a:extLst>
          </p:cNvPr>
          <p:cNvSpPr txBox="1"/>
          <p:nvPr/>
        </p:nvSpPr>
        <p:spPr>
          <a:xfrm>
            <a:off x="114082" y="483926"/>
            <a:ext cx="7088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天海港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Tianhai</a:t>
            </a:r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 Port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89" name="文本框 388">
            <a:extLst>
              <a:ext uri="{FF2B5EF4-FFF2-40B4-BE49-F238E27FC236}">
                <a16:creationId xmlns:a16="http://schemas.microsoft.com/office/drawing/2014/main" id="{0147BD1F-9F42-4A74-7A10-C82842CC40A7}"/>
              </a:ext>
            </a:extLst>
          </p:cNvPr>
          <p:cNvSpPr txBox="1"/>
          <p:nvPr/>
        </p:nvSpPr>
        <p:spPr>
          <a:xfrm>
            <a:off x="4411249" y="483926"/>
            <a:ext cx="12442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海宁商务中心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Haining Business Center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2B26F25F-EB18-F0B4-2868-DA1C931089A3}"/>
              </a:ext>
            </a:extLst>
          </p:cNvPr>
          <p:cNvSpPr/>
          <p:nvPr/>
        </p:nvSpPr>
        <p:spPr>
          <a:xfrm rot="16200000" flipV="1">
            <a:off x="3252467" y="802397"/>
            <a:ext cx="149365" cy="115523"/>
          </a:xfrm>
          <a:prstGeom prst="homePlate">
            <a:avLst>
              <a:gd name="adj" fmla="val 41754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BB3DEDB3-CFDA-08A4-ABEA-D9EB11CFC7B7}"/>
              </a:ext>
            </a:extLst>
          </p:cNvPr>
          <p:cNvSpPr/>
          <p:nvPr/>
        </p:nvSpPr>
        <p:spPr>
          <a:xfrm>
            <a:off x="3262857" y="879787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23E8DBE-EFC7-0F3F-8265-68251089A7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2449" y="546366"/>
            <a:ext cx="463118" cy="270278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393DBB2E-24F9-9320-FB54-C29EDDC41757}"/>
              </a:ext>
            </a:extLst>
          </p:cNvPr>
          <p:cNvGrpSpPr/>
          <p:nvPr/>
        </p:nvGrpSpPr>
        <p:grpSpPr>
          <a:xfrm flipH="1">
            <a:off x="3287580" y="895239"/>
            <a:ext cx="86486" cy="88006"/>
            <a:chOff x="3384914" y="1617979"/>
            <a:chExt cx="790846" cy="825340"/>
          </a:xfrm>
        </p:grpSpPr>
        <p:sp>
          <p:nvSpPr>
            <p:cNvPr id="11" name="箭头: 环形 10">
              <a:extLst>
                <a:ext uri="{FF2B5EF4-FFF2-40B4-BE49-F238E27FC236}">
                  <a16:creationId xmlns:a16="http://schemas.microsoft.com/office/drawing/2014/main" id="{B8519909-2905-F1E9-9457-5D2EB35782FB}"/>
                </a:ext>
              </a:extLst>
            </p:cNvPr>
            <p:cNvSpPr/>
            <p:nvPr/>
          </p:nvSpPr>
          <p:spPr>
            <a:xfrm>
              <a:off x="3384914" y="1617979"/>
              <a:ext cx="790846" cy="797055"/>
            </a:xfrm>
            <a:prstGeom prst="circular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箭头: 环形 11">
              <a:extLst>
                <a:ext uri="{FF2B5EF4-FFF2-40B4-BE49-F238E27FC236}">
                  <a16:creationId xmlns:a16="http://schemas.microsoft.com/office/drawing/2014/main" id="{3DEDB58C-AD77-ED6E-D2AF-42B737E163BB}"/>
                </a:ext>
              </a:extLst>
            </p:cNvPr>
            <p:cNvSpPr/>
            <p:nvPr/>
          </p:nvSpPr>
          <p:spPr>
            <a:xfrm flipH="1" flipV="1">
              <a:off x="3384914" y="1646263"/>
              <a:ext cx="790846" cy="797056"/>
            </a:xfrm>
            <a:prstGeom prst="circularArrow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83220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1000" fill="hold"/>
                                        <p:tgtEl>
                                          <p:spTgt spid="4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63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4426E-6 3.85888E-6 L 0.02346 -0.00111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64" y="-11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831C6-8A49-EEFD-CB7A-5D2A2A1D2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>
            <a:extLst>
              <a:ext uri="{FF2B5EF4-FFF2-40B4-BE49-F238E27FC236}">
                <a16:creationId xmlns:a16="http://schemas.microsoft.com/office/drawing/2014/main" id="{59B1465B-48CD-0808-DB0B-B8206BE0C3CF}"/>
              </a:ext>
            </a:extLst>
          </p:cNvPr>
          <p:cNvSpPr txBox="1"/>
          <p:nvPr/>
        </p:nvSpPr>
        <p:spPr>
          <a:xfrm>
            <a:off x="-4643" y="493776"/>
            <a:ext cx="264687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海宁商务中心</a:t>
            </a:r>
            <a:endParaRPr lang="en-US" altLang="zh-CN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dirty="0">
                <a:latin typeface="+mn-ea"/>
              </a:rPr>
              <a:t>Haining Business Center.</a:t>
            </a:r>
            <a:endParaRPr lang="zh-CN" altLang="en-US" dirty="0">
              <a:latin typeface="+mn-ea"/>
            </a:endParaRPr>
          </a:p>
        </p:txBody>
      </p:sp>
      <p:grpSp>
        <p:nvGrpSpPr>
          <p:cNvPr id="648" name="组合 647">
            <a:extLst>
              <a:ext uri="{FF2B5EF4-FFF2-40B4-BE49-F238E27FC236}">
                <a16:creationId xmlns:a16="http://schemas.microsoft.com/office/drawing/2014/main" id="{6F67929F-48C3-C9A6-91C2-502BA8CDBA80}"/>
              </a:ext>
            </a:extLst>
          </p:cNvPr>
          <p:cNvGrpSpPr/>
          <p:nvPr/>
        </p:nvGrpSpPr>
        <p:grpSpPr>
          <a:xfrm>
            <a:off x="-4835331" y="564611"/>
            <a:ext cx="4713780" cy="347183"/>
            <a:chOff x="2180050" y="555098"/>
            <a:chExt cx="4713780" cy="347183"/>
          </a:xfrm>
        </p:grpSpPr>
        <p:grpSp>
          <p:nvGrpSpPr>
            <p:cNvPr id="631" name="组合 630">
              <a:extLst>
                <a:ext uri="{FF2B5EF4-FFF2-40B4-BE49-F238E27FC236}">
                  <a16:creationId xmlns:a16="http://schemas.microsoft.com/office/drawing/2014/main" id="{82F69AC7-B2F4-5564-6C76-236D75355902}"/>
                </a:ext>
              </a:extLst>
            </p:cNvPr>
            <p:cNvGrpSpPr/>
            <p:nvPr/>
          </p:nvGrpSpPr>
          <p:grpSpPr>
            <a:xfrm>
              <a:off x="3758078" y="601135"/>
              <a:ext cx="771789" cy="230164"/>
              <a:chOff x="2969309" y="601138"/>
              <a:chExt cx="771789" cy="230164"/>
            </a:xfrm>
          </p:grpSpPr>
          <p:sp>
            <p:nvSpPr>
              <p:cNvPr id="632" name="矩形 631">
                <a:extLst>
                  <a:ext uri="{FF2B5EF4-FFF2-40B4-BE49-F238E27FC236}">
                    <a16:creationId xmlns:a16="http://schemas.microsoft.com/office/drawing/2014/main" id="{C221B889-4943-A6D1-461F-32274AA6C1E5}"/>
                  </a:ext>
                </a:extLst>
              </p:cNvPr>
              <p:cNvSpPr/>
              <p:nvPr/>
            </p:nvSpPr>
            <p:spPr>
              <a:xfrm>
                <a:off x="2969309" y="601138"/>
                <a:ext cx="769621" cy="2301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3" name="矩形: 圆角 632">
                <a:extLst>
                  <a:ext uri="{FF2B5EF4-FFF2-40B4-BE49-F238E27FC236}">
                    <a16:creationId xmlns:a16="http://schemas.microsoft.com/office/drawing/2014/main" id="{C71D337F-8F3B-496A-01C9-064244043373}"/>
                  </a:ext>
                </a:extLst>
              </p:cNvPr>
              <p:cNvSpPr/>
              <p:nvPr/>
            </p:nvSpPr>
            <p:spPr>
              <a:xfrm>
                <a:off x="2971478" y="633445"/>
                <a:ext cx="769620" cy="97294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634" name="直接连接符 633">
                <a:extLst>
                  <a:ext uri="{FF2B5EF4-FFF2-40B4-BE49-F238E27FC236}">
                    <a16:creationId xmlns:a16="http://schemas.microsoft.com/office/drawing/2014/main" id="{8A86FBEB-1A8B-CB7A-19D0-92657531603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478" y="76426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5" name="直接连接符 634">
                <a:extLst>
                  <a:ext uri="{FF2B5EF4-FFF2-40B4-BE49-F238E27FC236}">
                    <a16:creationId xmlns:a16="http://schemas.microsoft.com/office/drawing/2014/main" id="{D588F870-4D9A-A9E9-7350-46A99B9C26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36399" y="63344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03" name="组合 602">
              <a:extLst>
                <a:ext uri="{FF2B5EF4-FFF2-40B4-BE49-F238E27FC236}">
                  <a16:creationId xmlns:a16="http://schemas.microsoft.com/office/drawing/2014/main" id="{5DF1ABB2-704F-3CF4-5099-A5DDEB97849C}"/>
                </a:ext>
              </a:extLst>
            </p:cNvPr>
            <p:cNvGrpSpPr/>
            <p:nvPr/>
          </p:nvGrpSpPr>
          <p:grpSpPr>
            <a:xfrm>
              <a:off x="2969309" y="601138"/>
              <a:ext cx="771789" cy="230164"/>
              <a:chOff x="2969309" y="601138"/>
              <a:chExt cx="771789" cy="230164"/>
            </a:xfrm>
          </p:grpSpPr>
          <p:sp>
            <p:nvSpPr>
              <p:cNvPr id="602" name="矩形 601">
                <a:extLst>
                  <a:ext uri="{FF2B5EF4-FFF2-40B4-BE49-F238E27FC236}">
                    <a16:creationId xmlns:a16="http://schemas.microsoft.com/office/drawing/2014/main" id="{649E433C-F86D-8EE5-6E91-0031E719DE3A}"/>
                  </a:ext>
                </a:extLst>
              </p:cNvPr>
              <p:cNvSpPr/>
              <p:nvPr/>
            </p:nvSpPr>
            <p:spPr>
              <a:xfrm>
                <a:off x="2969309" y="601138"/>
                <a:ext cx="769621" cy="2301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5" name="矩形: 圆角 134">
                <a:extLst>
                  <a:ext uri="{FF2B5EF4-FFF2-40B4-BE49-F238E27FC236}">
                    <a16:creationId xmlns:a16="http://schemas.microsoft.com/office/drawing/2014/main" id="{E8FC9550-1946-A4E6-D17D-9F08C5EF6FD4}"/>
                  </a:ext>
                </a:extLst>
              </p:cNvPr>
              <p:cNvSpPr/>
              <p:nvPr/>
            </p:nvSpPr>
            <p:spPr>
              <a:xfrm>
                <a:off x="2971478" y="633445"/>
                <a:ext cx="769620" cy="97294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36" name="直接连接符 135">
                <a:extLst>
                  <a:ext uri="{FF2B5EF4-FFF2-40B4-BE49-F238E27FC236}">
                    <a16:creationId xmlns:a16="http://schemas.microsoft.com/office/drawing/2014/main" id="{AF5B6B5B-FFFB-2771-4874-2D6CA97C3B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478" y="76426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直接连接符 136">
                <a:extLst>
                  <a:ext uri="{FF2B5EF4-FFF2-40B4-BE49-F238E27FC236}">
                    <a16:creationId xmlns:a16="http://schemas.microsoft.com/office/drawing/2014/main" id="{BAB87266-95E9-360D-F18E-741061E71EF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36399" y="63344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4" name="组合 183">
              <a:extLst>
                <a:ext uri="{FF2B5EF4-FFF2-40B4-BE49-F238E27FC236}">
                  <a16:creationId xmlns:a16="http://schemas.microsoft.com/office/drawing/2014/main" id="{0E4DB1A8-8B87-1CB3-7E68-C2A0D26E5E2A}"/>
                </a:ext>
              </a:extLst>
            </p:cNvPr>
            <p:cNvGrpSpPr/>
            <p:nvPr/>
          </p:nvGrpSpPr>
          <p:grpSpPr>
            <a:xfrm flipH="1">
              <a:off x="6096902" y="601138"/>
              <a:ext cx="796928" cy="230167"/>
              <a:chOff x="2533557" y="715860"/>
              <a:chExt cx="796928" cy="230167"/>
            </a:xfrm>
          </p:grpSpPr>
          <p:sp>
            <p:nvSpPr>
              <p:cNvPr id="187" name="矩形: 圆角 186">
                <a:extLst>
                  <a:ext uri="{FF2B5EF4-FFF2-40B4-BE49-F238E27FC236}">
                    <a16:creationId xmlns:a16="http://schemas.microsoft.com/office/drawing/2014/main" id="{5007F445-B7A3-747A-6F6A-93A77746D531}"/>
                  </a:ext>
                </a:extLst>
              </p:cNvPr>
              <p:cNvSpPr/>
              <p:nvPr/>
            </p:nvSpPr>
            <p:spPr>
              <a:xfrm>
                <a:off x="2533557" y="715860"/>
                <a:ext cx="783274" cy="230167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8" name="矩形: 圆角 187">
                <a:extLst>
                  <a:ext uri="{FF2B5EF4-FFF2-40B4-BE49-F238E27FC236}">
                    <a16:creationId xmlns:a16="http://schemas.microsoft.com/office/drawing/2014/main" id="{F0836C3A-15AF-F535-FA1E-D7DB25D99218}"/>
                  </a:ext>
                </a:extLst>
              </p:cNvPr>
              <p:cNvSpPr/>
              <p:nvPr/>
            </p:nvSpPr>
            <p:spPr>
              <a:xfrm>
                <a:off x="2601967" y="748165"/>
                <a:ext cx="728518" cy="97294"/>
              </a:xfrm>
              <a:prstGeom prst="roundRect">
                <a:avLst>
                  <a:gd name="adj" fmla="val 2937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91" name="直接连接符 190">
                <a:extLst>
                  <a:ext uri="{FF2B5EF4-FFF2-40B4-BE49-F238E27FC236}">
                    <a16:creationId xmlns:a16="http://schemas.microsoft.com/office/drawing/2014/main" id="{518BA324-051F-F50B-0F35-725E1A9BF4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41223" y="87898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" name="直接连接符 255">
                <a:extLst>
                  <a:ext uri="{FF2B5EF4-FFF2-40B4-BE49-F238E27FC236}">
                    <a16:creationId xmlns:a16="http://schemas.microsoft.com/office/drawing/2014/main" id="{7CCD686D-567C-7B68-3EA4-763BED625F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06144" y="74816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09" name="组合 608">
              <a:extLst>
                <a:ext uri="{FF2B5EF4-FFF2-40B4-BE49-F238E27FC236}">
                  <a16:creationId xmlns:a16="http://schemas.microsoft.com/office/drawing/2014/main" id="{D8A1CEF7-E4CB-BD59-75AA-7D60B629D79A}"/>
                </a:ext>
              </a:extLst>
            </p:cNvPr>
            <p:cNvGrpSpPr/>
            <p:nvPr/>
          </p:nvGrpSpPr>
          <p:grpSpPr>
            <a:xfrm>
              <a:off x="2180050" y="568597"/>
              <a:ext cx="836837" cy="295251"/>
              <a:chOff x="2180050" y="568597"/>
              <a:chExt cx="836837" cy="295251"/>
            </a:xfrm>
          </p:grpSpPr>
          <p:sp>
            <p:nvSpPr>
              <p:cNvPr id="601" name="矩形: 单圆角 600">
                <a:extLst>
                  <a:ext uri="{FF2B5EF4-FFF2-40B4-BE49-F238E27FC236}">
                    <a16:creationId xmlns:a16="http://schemas.microsoft.com/office/drawing/2014/main" id="{3055839D-5555-6C52-AC4E-DD2327FACAC0}"/>
                  </a:ext>
                </a:extLst>
              </p:cNvPr>
              <p:cNvSpPr/>
              <p:nvPr/>
            </p:nvSpPr>
            <p:spPr>
              <a:xfrm flipH="1">
                <a:off x="2180050" y="601138"/>
                <a:ext cx="779683" cy="230167"/>
              </a:xfrm>
              <a:prstGeom prst="round1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8" name="矩形: 圆角 507">
                <a:extLst>
                  <a:ext uri="{FF2B5EF4-FFF2-40B4-BE49-F238E27FC236}">
                    <a16:creationId xmlns:a16="http://schemas.microsoft.com/office/drawing/2014/main" id="{E0580FBC-DAB7-1F7A-DE1E-A97C82B243C3}"/>
                  </a:ext>
                </a:extLst>
              </p:cNvPr>
              <p:cNvSpPr/>
              <p:nvPr/>
            </p:nvSpPr>
            <p:spPr>
              <a:xfrm>
                <a:off x="2248948" y="633445"/>
                <a:ext cx="767939" cy="97294"/>
              </a:xfrm>
              <a:prstGeom prst="roundRect">
                <a:avLst>
                  <a:gd name="adj" fmla="val 2937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509" name="直接连接符 508">
                <a:extLst>
                  <a:ext uri="{FF2B5EF4-FFF2-40B4-BE49-F238E27FC236}">
                    <a16:creationId xmlns:a16="http://schemas.microsoft.com/office/drawing/2014/main" id="{AD0C94BF-1651-D43F-FB6D-DE8D117AB9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88205" y="76426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0" name="直接连接符 509">
                <a:extLst>
                  <a:ext uri="{FF2B5EF4-FFF2-40B4-BE49-F238E27FC236}">
                    <a16:creationId xmlns:a16="http://schemas.microsoft.com/office/drawing/2014/main" id="{855BA7EA-3207-3642-1573-DB206D2566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53126" y="63344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6" name="直接连接符 505">
                <a:extLst>
                  <a:ext uri="{FF2B5EF4-FFF2-40B4-BE49-F238E27FC236}">
                    <a16:creationId xmlns:a16="http://schemas.microsoft.com/office/drawing/2014/main" id="{8462C4D9-6867-B02D-E76C-A661EB4712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63813" y="568597"/>
                <a:ext cx="0" cy="295251"/>
              </a:xfrm>
              <a:prstGeom prst="line">
                <a:avLst/>
              </a:prstGeom>
              <a:ln w="254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2" name="矩形 161">
              <a:extLst>
                <a:ext uri="{FF2B5EF4-FFF2-40B4-BE49-F238E27FC236}">
                  <a16:creationId xmlns:a16="http://schemas.microsoft.com/office/drawing/2014/main" id="{4604D33B-97B8-5F66-B33E-1E3C392F33FC}"/>
                </a:ext>
              </a:extLst>
            </p:cNvPr>
            <p:cNvSpPr/>
            <p:nvPr/>
          </p:nvSpPr>
          <p:spPr>
            <a:xfrm>
              <a:off x="3758981" y="555098"/>
              <a:ext cx="790456" cy="347183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b="1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当前车厢</a:t>
              </a:r>
              <a:endParaRPr lang="en-US" altLang="zh-CN" sz="11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ctr"/>
              <a:r>
                <a:rPr lang="zh-CN" altLang="zh-CN" sz="800" dirty="0"/>
                <a:t>Current Car</a:t>
              </a:r>
            </a:p>
          </p:txBody>
        </p:sp>
        <p:sp>
          <p:nvSpPr>
            <p:cNvPr id="611" name="矩形: 单圆角 610">
              <a:extLst>
                <a:ext uri="{FF2B5EF4-FFF2-40B4-BE49-F238E27FC236}">
                  <a16:creationId xmlns:a16="http://schemas.microsoft.com/office/drawing/2014/main" id="{A643A219-BA64-3E27-463B-0038019D9421}"/>
                </a:ext>
              </a:extLst>
            </p:cNvPr>
            <p:cNvSpPr/>
            <p:nvPr/>
          </p:nvSpPr>
          <p:spPr>
            <a:xfrm>
              <a:off x="6108241" y="601135"/>
              <a:ext cx="779683" cy="230167"/>
            </a:xfrm>
            <a:prstGeom prst="round1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2" name="矩形: 圆角 611">
              <a:extLst>
                <a:ext uri="{FF2B5EF4-FFF2-40B4-BE49-F238E27FC236}">
                  <a16:creationId xmlns:a16="http://schemas.microsoft.com/office/drawing/2014/main" id="{C83FB492-A9E7-C178-EEBF-C2A82F620DF6}"/>
                </a:ext>
              </a:extLst>
            </p:cNvPr>
            <p:cNvSpPr/>
            <p:nvPr/>
          </p:nvSpPr>
          <p:spPr>
            <a:xfrm flipH="1">
              <a:off x="6051087" y="633442"/>
              <a:ext cx="767939" cy="97294"/>
            </a:xfrm>
            <a:prstGeom prst="roundRect">
              <a:avLst>
                <a:gd name="adj" fmla="val 2937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13" name="直接连接符 612">
              <a:extLst>
                <a:ext uri="{FF2B5EF4-FFF2-40B4-BE49-F238E27FC236}">
                  <a16:creationId xmlns:a16="http://schemas.microsoft.com/office/drawing/2014/main" id="{8720E114-EDE7-824A-2FFB-A295DD254A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11828" y="764259"/>
              <a:ext cx="767941" cy="0"/>
            </a:xfrm>
            <a:prstGeom prst="line">
              <a:avLst/>
            </a:prstGeom>
            <a:ln>
              <a:solidFill>
                <a:srgbClr val="E6001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4" name="直接连接符 613">
              <a:extLst>
                <a:ext uri="{FF2B5EF4-FFF2-40B4-BE49-F238E27FC236}">
                  <a16:creationId xmlns:a16="http://schemas.microsoft.com/office/drawing/2014/main" id="{12C1A71E-047A-F0D4-E320-8EC37279BE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14848" y="633442"/>
              <a:ext cx="0" cy="9729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98902AD3-8A01-6232-6C9E-A2DA0304E13C}"/>
                </a:ext>
              </a:extLst>
            </p:cNvPr>
            <p:cNvCxnSpPr>
              <a:cxnSpLocks/>
            </p:cNvCxnSpPr>
            <p:nvPr/>
          </p:nvCxnSpPr>
          <p:spPr>
            <a:xfrm>
              <a:off x="3747086" y="568597"/>
              <a:ext cx="0" cy="295251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36" name="组合 635">
              <a:extLst>
                <a:ext uri="{FF2B5EF4-FFF2-40B4-BE49-F238E27FC236}">
                  <a16:creationId xmlns:a16="http://schemas.microsoft.com/office/drawing/2014/main" id="{033CBE1B-79CB-5810-D319-337753EFF369}"/>
                </a:ext>
              </a:extLst>
            </p:cNvPr>
            <p:cNvGrpSpPr/>
            <p:nvPr/>
          </p:nvGrpSpPr>
          <p:grpSpPr>
            <a:xfrm>
              <a:off x="4548425" y="601135"/>
              <a:ext cx="771789" cy="230164"/>
              <a:chOff x="2969309" y="601138"/>
              <a:chExt cx="771789" cy="230164"/>
            </a:xfrm>
          </p:grpSpPr>
          <p:sp>
            <p:nvSpPr>
              <p:cNvPr id="637" name="矩形 636">
                <a:extLst>
                  <a:ext uri="{FF2B5EF4-FFF2-40B4-BE49-F238E27FC236}">
                    <a16:creationId xmlns:a16="http://schemas.microsoft.com/office/drawing/2014/main" id="{CA413CD4-8A9C-04F9-EB98-8577819B1C64}"/>
                  </a:ext>
                </a:extLst>
              </p:cNvPr>
              <p:cNvSpPr/>
              <p:nvPr/>
            </p:nvSpPr>
            <p:spPr>
              <a:xfrm>
                <a:off x="2969309" y="601138"/>
                <a:ext cx="769621" cy="2301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8" name="矩形: 圆角 637">
                <a:extLst>
                  <a:ext uri="{FF2B5EF4-FFF2-40B4-BE49-F238E27FC236}">
                    <a16:creationId xmlns:a16="http://schemas.microsoft.com/office/drawing/2014/main" id="{0B281228-43B6-350D-2288-D7AA6DE7FEF0}"/>
                  </a:ext>
                </a:extLst>
              </p:cNvPr>
              <p:cNvSpPr/>
              <p:nvPr/>
            </p:nvSpPr>
            <p:spPr>
              <a:xfrm>
                <a:off x="2971478" y="633445"/>
                <a:ext cx="769620" cy="97294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639" name="直接连接符 638">
                <a:extLst>
                  <a:ext uri="{FF2B5EF4-FFF2-40B4-BE49-F238E27FC236}">
                    <a16:creationId xmlns:a16="http://schemas.microsoft.com/office/drawing/2014/main" id="{2D7F0F68-FD69-D583-B7FE-F02EA60082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478" y="76426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0" name="直接连接符 639">
                <a:extLst>
                  <a:ext uri="{FF2B5EF4-FFF2-40B4-BE49-F238E27FC236}">
                    <a16:creationId xmlns:a16="http://schemas.microsoft.com/office/drawing/2014/main" id="{2F08EA41-75EB-9667-B3E5-82269A9C3B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36399" y="63344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41" name="直接连接符 640">
              <a:extLst>
                <a:ext uri="{FF2B5EF4-FFF2-40B4-BE49-F238E27FC236}">
                  <a16:creationId xmlns:a16="http://schemas.microsoft.com/office/drawing/2014/main" id="{B16B5F84-95AD-BD51-B721-9AA6F5E29CCA}"/>
                </a:ext>
              </a:extLst>
            </p:cNvPr>
            <p:cNvCxnSpPr>
              <a:cxnSpLocks/>
            </p:cNvCxnSpPr>
            <p:nvPr/>
          </p:nvCxnSpPr>
          <p:spPr>
            <a:xfrm>
              <a:off x="4537433" y="568597"/>
              <a:ext cx="0" cy="295251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42" name="组合 641">
              <a:extLst>
                <a:ext uri="{FF2B5EF4-FFF2-40B4-BE49-F238E27FC236}">
                  <a16:creationId xmlns:a16="http://schemas.microsoft.com/office/drawing/2014/main" id="{2F51BE5B-E288-00BA-17AA-D861198797C1}"/>
                </a:ext>
              </a:extLst>
            </p:cNvPr>
            <p:cNvGrpSpPr/>
            <p:nvPr/>
          </p:nvGrpSpPr>
          <p:grpSpPr>
            <a:xfrm>
              <a:off x="5330874" y="601132"/>
              <a:ext cx="771789" cy="230164"/>
              <a:chOff x="2969309" y="601138"/>
              <a:chExt cx="771789" cy="230164"/>
            </a:xfrm>
          </p:grpSpPr>
          <p:sp>
            <p:nvSpPr>
              <p:cNvPr id="643" name="矩形 642">
                <a:extLst>
                  <a:ext uri="{FF2B5EF4-FFF2-40B4-BE49-F238E27FC236}">
                    <a16:creationId xmlns:a16="http://schemas.microsoft.com/office/drawing/2014/main" id="{0405C45F-6C24-C189-55F6-81E063852A66}"/>
                  </a:ext>
                </a:extLst>
              </p:cNvPr>
              <p:cNvSpPr/>
              <p:nvPr/>
            </p:nvSpPr>
            <p:spPr>
              <a:xfrm>
                <a:off x="2969309" y="601138"/>
                <a:ext cx="769621" cy="2301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4" name="矩形: 圆角 643">
                <a:extLst>
                  <a:ext uri="{FF2B5EF4-FFF2-40B4-BE49-F238E27FC236}">
                    <a16:creationId xmlns:a16="http://schemas.microsoft.com/office/drawing/2014/main" id="{38AAB5B2-44C6-469B-E8A9-0BE936BA7820}"/>
                  </a:ext>
                </a:extLst>
              </p:cNvPr>
              <p:cNvSpPr/>
              <p:nvPr/>
            </p:nvSpPr>
            <p:spPr>
              <a:xfrm>
                <a:off x="2971478" y="633445"/>
                <a:ext cx="769620" cy="97294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645" name="直接连接符 644">
                <a:extLst>
                  <a:ext uri="{FF2B5EF4-FFF2-40B4-BE49-F238E27FC236}">
                    <a16:creationId xmlns:a16="http://schemas.microsoft.com/office/drawing/2014/main" id="{936D7CDB-21E8-8422-22A6-C187E8EDC12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478" y="76426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6" name="直接连接符 645">
                <a:extLst>
                  <a:ext uri="{FF2B5EF4-FFF2-40B4-BE49-F238E27FC236}">
                    <a16:creationId xmlns:a16="http://schemas.microsoft.com/office/drawing/2014/main" id="{ABD1B69A-7D1E-FA69-D667-86500DEAC9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36399" y="63344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47" name="直接连接符 646">
              <a:extLst>
                <a:ext uri="{FF2B5EF4-FFF2-40B4-BE49-F238E27FC236}">
                  <a16:creationId xmlns:a16="http://schemas.microsoft.com/office/drawing/2014/main" id="{386554F7-40FB-890B-EB56-05EFC194E83C}"/>
                </a:ext>
              </a:extLst>
            </p:cNvPr>
            <p:cNvCxnSpPr>
              <a:cxnSpLocks/>
            </p:cNvCxnSpPr>
            <p:nvPr/>
          </p:nvCxnSpPr>
          <p:spPr>
            <a:xfrm>
              <a:off x="5319882" y="568594"/>
              <a:ext cx="0" cy="295251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5" name="直接连接符 614">
              <a:extLst>
                <a:ext uri="{FF2B5EF4-FFF2-40B4-BE49-F238E27FC236}">
                  <a16:creationId xmlns:a16="http://schemas.microsoft.com/office/drawing/2014/main" id="{ADC8597F-850C-0768-3C8E-5C13C1DC93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4161" y="568594"/>
              <a:ext cx="0" cy="295251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64CA3401-D7BD-2FF6-A659-023488E6ED3A}"/>
              </a:ext>
            </a:extLst>
          </p:cNvPr>
          <p:cNvSpPr/>
          <p:nvPr/>
        </p:nvSpPr>
        <p:spPr>
          <a:xfrm>
            <a:off x="7671197" y="486678"/>
            <a:ext cx="275749" cy="622300"/>
          </a:xfrm>
          <a:custGeom>
            <a:avLst/>
            <a:gdLst>
              <a:gd name="csX0" fmla="*/ 43894 w 275749"/>
              <a:gd name="csY0" fmla="*/ 63500 h 622300"/>
              <a:gd name="csX1" fmla="*/ 43894 w 275749"/>
              <a:gd name="csY1" fmla="*/ 251460 h 622300"/>
              <a:gd name="csX2" fmla="*/ 231854 w 275749"/>
              <a:gd name="csY2" fmla="*/ 251460 h 622300"/>
              <a:gd name="csX3" fmla="*/ 231854 w 275749"/>
              <a:gd name="csY3" fmla="*/ 63500 h 622300"/>
              <a:gd name="csX4" fmla="*/ 0 w 275749"/>
              <a:gd name="csY4" fmla="*/ 0 h 622300"/>
              <a:gd name="csX5" fmla="*/ 275749 w 275749"/>
              <a:gd name="csY5" fmla="*/ 0 h 622300"/>
              <a:gd name="csX6" fmla="*/ 275749 w 275749"/>
              <a:gd name="csY6" fmla="*/ 622300 h 622300"/>
              <a:gd name="csX7" fmla="*/ 0 w 275749"/>
              <a:gd name="csY7" fmla="*/ 622300 h 6223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75749" h="622300">
                <a:moveTo>
                  <a:pt x="43894" y="63500"/>
                </a:moveTo>
                <a:lnTo>
                  <a:pt x="43894" y="251460"/>
                </a:lnTo>
                <a:lnTo>
                  <a:pt x="231854" y="251460"/>
                </a:lnTo>
                <a:lnTo>
                  <a:pt x="231854" y="63500"/>
                </a:lnTo>
                <a:close/>
                <a:moveTo>
                  <a:pt x="0" y="0"/>
                </a:moveTo>
                <a:lnTo>
                  <a:pt x="275749" y="0"/>
                </a:lnTo>
                <a:lnTo>
                  <a:pt x="275749" y="622300"/>
                </a:lnTo>
                <a:lnTo>
                  <a:pt x="0" y="62230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824A398A-DF87-F422-402A-920512F5C197}"/>
              </a:ext>
            </a:extLst>
          </p:cNvPr>
          <p:cNvSpPr/>
          <p:nvPr/>
        </p:nvSpPr>
        <p:spPr>
          <a:xfrm>
            <a:off x="7946946" y="486678"/>
            <a:ext cx="275749" cy="622300"/>
          </a:xfrm>
          <a:custGeom>
            <a:avLst/>
            <a:gdLst>
              <a:gd name="csX0" fmla="*/ 43894 w 275749"/>
              <a:gd name="csY0" fmla="*/ 63500 h 622300"/>
              <a:gd name="csX1" fmla="*/ 43894 w 275749"/>
              <a:gd name="csY1" fmla="*/ 251460 h 622300"/>
              <a:gd name="csX2" fmla="*/ 231854 w 275749"/>
              <a:gd name="csY2" fmla="*/ 251460 h 622300"/>
              <a:gd name="csX3" fmla="*/ 231854 w 275749"/>
              <a:gd name="csY3" fmla="*/ 63500 h 622300"/>
              <a:gd name="csX4" fmla="*/ 0 w 275749"/>
              <a:gd name="csY4" fmla="*/ 0 h 622300"/>
              <a:gd name="csX5" fmla="*/ 275749 w 275749"/>
              <a:gd name="csY5" fmla="*/ 0 h 622300"/>
              <a:gd name="csX6" fmla="*/ 275749 w 275749"/>
              <a:gd name="csY6" fmla="*/ 622300 h 622300"/>
              <a:gd name="csX7" fmla="*/ 0 w 275749"/>
              <a:gd name="csY7" fmla="*/ 622300 h 6223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75749" h="622300">
                <a:moveTo>
                  <a:pt x="43894" y="63500"/>
                </a:moveTo>
                <a:lnTo>
                  <a:pt x="43894" y="251460"/>
                </a:lnTo>
                <a:lnTo>
                  <a:pt x="231854" y="251460"/>
                </a:lnTo>
                <a:lnTo>
                  <a:pt x="231854" y="63500"/>
                </a:lnTo>
                <a:close/>
                <a:moveTo>
                  <a:pt x="0" y="0"/>
                </a:moveTo>
                <a:lnTo>
                  <a:pt x="275749" y="0"/>
                </a:lnTo>
                <a:lnTo>
                  <a:pt x="275749" y="622300"/>
                </a:lnTo>
                <a:lnTo>
                  <a:pt x="0" y="62230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20" name="箭头: 上 19">
            <a:extLst>
              <a:ext uri="{FF2B5EF4-FFF2-40B4-BE49-F238E27FC236}">
                <a16:creationId xmlns:a16="http://schemas.microsoft.com/office/drawing/2014/main" id="{BDCD36BA-5651-61BA-C2D5-85FD4AAD669E}"/>
              </a:ext>
            </a:extLst>
          </p:cNvPr>
          <p:cNvSpPr/>
          <p:nvPr/>
        </p:nvSpPr>
        <p:spPr>
          <a:xfrm>
            <a:off x="7802166" y="882994"/>
            <a:ext cx="289560" cy="281940"/>
          </a:xfrm>
          <a:prstGeom prst="upArrow">
            <a:avLst>
              <a:gd name="adj1" fmla="val 53947"/>
              <a:gd name="adj2" fmla="val 5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scene3d>
            <a:camera prst="orthographicFront">
              <a:rot lat="3600003" lon="21599986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73FFC72-4339-EFBA-9FA9-1F283B7639D0}"/>
              </a:ext>
            </a:extLst>
          </p:cNvPr>
          <p:cNvSpPr/>
          <p:nvPr/>
        </p:nvSpPr>
        <p:spPr>
          <a:xfrm>
            <a:off x="0" y="0"/>
            <a:ext cx="8999538" cy="438912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52E3DEAC-1EB5-0818-7F6F-8E9FC3EC5BC9}"/>
              </a:ext>
            </a:extLst>
          </p:cNvPr>
          <p:cNvSpPr/>
          <p:nvPr/>
        </p:nvSpPr>
        <p:spPr>
          <a:xfrm>
            <a:off x="2408841" y="54864"/>
            <a:ext cx="4181856" cy="329184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53" name="组合 152">
            <a:extLst>
              <a:ext uri="{FF2B5EF4-FFF2-40B4-BE49-F238E27FC236}">
                <a16:creationId xmlns:a16="http://schemas.microsoft.com/office/drawing/2014/main" id="{9312453A-C176-0333-3E07-7693B646DF0C}"/>
              </a:ext>
            </a:extLst>
          </p:cNvPr>
          <p:cNvGrpSpPr/>
          <p:nvPr/>
        </p:nvGrpSpPr>
        <p:grpSpPr>
          <a:xfrm>
            <a:off x="390597" y="4959"/>
            <a:ext cx="1280134" cy="431250"/>
            <a:chOff x="188770" y="-11103"/>
            <a:chExt cx="1280134" cy="431250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18D11804-5071-BD56-3792-852055D9612E}"/>
                </a:ext>
              </a:extLst>
            </p:cNvPr>
            <p:cNvSpPr/>
            <p:nvPr/>
          </p:nvSpPr>
          <p:spPr>
            <a:xfrm>
              <a:off x="188770" y="47240"/>
              <a:ext cx="1221882" cy="329184"/>
            </a:xfrm>
            <a:prstGeom prst="roundRect">
              <a:avLst>
                <a:gd name="adj" fmla="val 1882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8" name="文本框 147">
              <a:extLst>
                <a:ext uri="{FF2B5EF4-FFF2-40B4-BE49-F238E27FC236}">
                  <a16:creationId xmlns:a16="http://schemas.microsoft.com/office/drawing/2014/main" id="{84B06790-2255-DC23-C26C-0F0D0C9AB1F6}"/>
                </a:ext>
              </a:extLst>
            </p:cNvPr>
            <p:cNvSpPr txBox="1"/>
            <p:nvPr/>
          </p:nvSpPr>
          <p:spPr>
            <a:xfrm>
              <a:off x="496280" y="-11103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黑体" panose="02010609060101010101" pitchFamily="49" charset="-122"/>
                  <a:ea typeface="黑体" panose="02010609060101010101" pitchFamily="49" charset="-122"/>
                </a:rPr>
                <a:t>天海地铁</a:t>
              </a:r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C23B7A12-912B-DA93-F40D-7D5D01FD477B}"/>
                </a:ext>
              </a:extLst>
            </p:cNvPr>
            <p:cNvSpPr txBox="1"/>
            <p:nvPr/>
          </p:nvSpPr>
          <p:spPr>
            <a:xfrm>
              <a:off x="500369" y="204703"/>
              <a:ext cx="96853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00" dirty="0" err="1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Tianhai</a:t>
              </a:r>
              <a:r>
                <a:rPr lang="en-US" altLang="zh-CN" sz="800" dirty="0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 Metro</a:t>
              </a:r>
              <a:endParaRPr lang="zh-CN" altLang="en-US" sz="800" dirty="0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endParaRPr>
            </a:p>
          </p:txBody>
        </p:sp>
        <p:pic>
          <p:nvPicPr>
            <p:cNvPr id="152" name="图片 151">
              <a:extLst>
                <a:ext uri="{FF2B5EF4-FFF2-40B4-BE49-F238E27FC236}">
                  <a16:creationId xmlns:a16="http://schemas.microsoft.com/office/drawing/2014/main" id="{5D0A3F98-AD17-924B-7181-306C8594BA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7754" y="54959"/>
              <a:ext cx="313746" cy="313746"/>
            </a:xfrm>
            <a:prstGeom prst="rect">
              <a:avLst/>
            </a:prstGeom>
          </p:spPr>
        </p:pic>
      </p:grpSp>
      <p:sp>
        <p:nvSpPr>
          <p:cNvPr id="167" name="文本框 166">
            <a:extLst>
              <a:ext uri="{FF2B5EF4-FFF2-40B4-BE49-F238E27FC236}">
                <a16:creationId xmlns:a16="http://schemas.microsoft.com/office/drawing/2014/main" id="{AA7E1FF2-1B04-ED67-90D7-DC5BF6B19DD8}"/>
              </a:ext>
            </a:extLst>
          </p:cNvPr>
          <p:cNvSpPr txBox="1"/>
          <p:nvPr/>
        </p:nvSpPr>
        <p:spPr>
          <a:xfrm>
            <a:off x="7601248" y="16203"/>
            <a:ext cx="1847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75" name="组合 174">
            <a:extLst>
              <a:ext uri="{FF2B5EF4-FFF2-40B4-BE49-F238E27FC236}">
                <a16:creationId xmlns:a16="http://schemas.microsoft.com/office/drawing/2014/main" id="{53F54406-20D9-0904-1D5A-6AE5417B473C}"/>
              </a:ext>
            </a:extLst>
          </p:cNvPr>
          <p:cNvGrpSpPr/>
          <p:nvPr/>
        </p:nvGrpSpPr>
        <p:grpSpPr>
          <a:xfrm>
            <a:off x="8140497" y="13642"/>
            <a:ext cx="821036" cy="400110"/>
            <a:chOff x="1526333" y="4012"/>
            <a:chExt cx="821036" cy="400110"/>
          </a:xfrm>
        </p:grpSpPr>
        <p:sp>
          <p:nvSpPr>
            <p:cNvPr id="176" name="矩形: 圆角 175">
              <a:extLst>
                <a:ext uri="{FF2B5EF4-FFF2-40B4-BE49-F238E27FC236}">
                  <a16:creationId xmlns:a16="http://schemas.microsoft.com/office/drawing/2014/main" id="{5FE30E9F-80E2-8F9D-7715-F92B778DFDBD}"/>
                </a:ext>
              </a:extLst>
            </p:cNvPr>
            <p:cNvSpPr/>
            <p:nvPr/>
          </p:nvSpPr>
          <p:spPr>
            <a:xfrm flipH="1">
              <a:off x="1526333" y="54864"/>
              <a:ext cx="753551" cy="329184"/>
            </a:xfrm>
            <a:prstGeom prst="roundRect">
              <a:avLst>
                <a:gd name="adj" fmla="val 1882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7" name="文本框 176">
              <a:extLst>
                <a:ext uri="{FF2B5EF4-FFF2-40B4-BE49-F238E27FC236}">
                  <a16:creationId xmlns:a16="http://schemas.microsoft.com/office/drawing/2014/main" id="{4BACA5B1-AC4E-1F3B-387E-C03F5920A67E}"/>
                </a:ext>
              </a:extLst>
            </p:cNvPr>
            <p:cNvSpPr txBox="1"/>
            <p:nvPr/>
          </p:nvSpPr>
          <p:spPr>
            <a:xfrm>
              <a:off x="1792890" y="4012"/>
              <a:ext cx="5544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latin typeface="黑体" panose="02010609060101010101" pitchFamily="49" charset="-122"/>
                  <a:ea typeface="黑体" panose="02010609060101010101" pitchFamily="49" charset="-122"/>
                </a:rPr>
                <a:t>号线</a:t>
              </a:r>
              <a:endPara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r>
                <a:rPr lang="en-US" altLang="zh-CN" sz="800" dirty="0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 Line</a:t>
              </a:r>
              <a:endParaRPr lang="zh-CN" altLang="en-US" sz="800" dirty="0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endParaRPr>
            </a:p>
          </p:txBody>
        </p:sp>
        <p:sp>
          <p:nvSpPr>
            <p:cNvPr id="178" name="矩形: 圆角 177">
              <a:extLst>
                <a:ext uri="{FF2B5EF4-FFF2-40B4-BE49-F238E27FC236}">
                  <a16:creationId xmlns:a16="http://schemas.microsoft.com/office/drawing/2014/main" id="{4585DB01-9F3F-3F98-D20B-F9EC27B6F84F}"/>
                </a:ext>
              </a:extLst>
            </p:cNvPr>
            <p:cNvSpPr/>
            <p:nvPr/>
          </p:nvSpPr>
          <p:spPr>
            <a:xfrm flipH="1">
              <a:off x="1557516" y="75456"/>
              <a:ext cx="288000" cy="288000"/>
            </a:xfrm>
            <a:prstGeom prst="roundRect">
              <a:avLst>
                <a:gd name="adj" fmla="val 18827"/>
              </a:avLst>
            </a:prstGeom>
            <a:solidFill>
              <a:srgbClr val="E6001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9" name="文本框 178">
              <a:extLst>
                <a:ext uri="{FF2B5EF4-FFF2-40B4-BE49-F238E27FC236}">
                  <a16:creationId xmlns:a16="http://schemas.microsoft.com/office/drawing/2014/main" id="{F0CEA6D9-808E-9ACE-8A58-956CB26C57C5}"/>
                </a:ext>
              </a:extLst>
            </p:cNvPr>
            <p:cNvSpPr txBox="1"/>
            <p:nvPr/>
          </p:nvSpPr>
          <p:spPr>
            <a:xfrm>
              <a:off x="1542658" y="34790"/>
              <a:ext cx="317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1</a:t>
              </a:r>
              <a:endParaRPr lang="zh-CN" altLang="en-US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sp>
        <p:nvSpPr>
          <p:cNvPr id="181" name="矩形: 圆角 180">
            <a:extLst>
              <a:ext uri="{FF2B5EF4-FFF2-40B4-BE49-F238E27FC236}">
                <a16:creationId xmlns:a16="http://schemas.microsoft.com/office/drawing/2014/main" id="{B8366F54-B345-274D-5903-991599E640B1}"/>
              </a:ext>
            </a:extLst>
          </p:cNvPr>
          <p:cNvSpPr/>
          <p:nvPr/>
        </p:nvSpPr>
        <p:spPr>
          <a:xfrm flipH="1">
            <a:off x="7121513" y="62216"/>
            <a:ext cx="959469" cy="329184"/>
          </a:xfrm>
          <a:prstGeom prst="roundRect">
            <a:avLst>
              <a:gd name="adj" fmla="val 188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6" name="文本框 185">
            <a:extLst>
              <a:ext uri="{FF2B5EF4-FFF2-40B4-BE49-F238E27FC236}">
                <a16:creationId xmlns:a16="http://schemas.microsoft.com/office/drawing/2014/main" id="{FD130498-EA7D-1812-40CC-4AE42AA22EE2}"/>
              </a:ext>
            </a:extLst>
          </p:cNvPr>
          <p:cNvSpPr txBox="1"/>
          <p:nvPr/>
        </p:nvSpPr>
        <p:spPr>
          <a:xfrm>
            <a:off x="7075351" y="24834"/>
            <a:ext cx="10502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dirty="0">
                <a:latin typeface="黑体" panose="02010609060101010101" pitchFamily="49" charset="-122"/>
                <a:ea typeface="黑体" panose="02010609060101010101" pitchFamily="49" charset="-122"/>
              </a:rPr>
              <a:t>终点站</a:t>
            </a:r>
            <a:r>
              <a:rPr lang="en-US" altLang="zh-CN" sz="900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900" dirty="0">
                <a:latin typeface="黑体" panose="02010609060101010101" pitchFamily="49" charset="-122"/>
                <a:ea typeface="黑体" panose="02010609060101010101" pitchFamily="49" charset="-122"/>
              </a:rPr>
              <a:t>天海北站</a:t>
            </a:r>
          </a:p>
        </p:txBody>
      </p:sp>
      <p:pic>
        <p:nvPicPr>
          <p:cNvPr id="189" name="图片 188">
            <a:extLst>
              <a:ext uri="{FF2B5EF4-FFF2-40B4-BE49-F238E27FC236}">
                <a16:creationId xmlns:a16="http://schemas.microsoft.com/office/drawing/2014/main" id="{19494080-B3B5-594F-8B7C-BD226998E1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5821" y="196261"/>
            <a:ext cx="789348" cy="228967"/>
          </a:xfrm>
          <a:prstGeom prst="rect">
            <a:avLst/>
          </a:prstGeom>
        </p:spPr>
      </p:pic>
      <p:sp>
        <p:nvSpPr>
          <p:cNvPr id="461" name="文本框 460">
            <a:extLst>
              <a:ext uri="{FF2B5EF4-FFF2-40B4-BE49-F238E27FC236}">
                <a16:creationId xmlns:a16="http://schemas.microsoft.com/office/drawing/2014/main" id="{0B3A8CD0-D806-A5EA-F3EE-EDCA67D340BE}"/>
              </a:ext>
            </a:extLst>
          </p:cNvPr>
          <p:cNvSpPr txBox="1"/>
          <p:nvPr/>
        </p:nvSpPr>
        <p:spPr>
          <a:xfrm>
            <a:off x="3521089" y="34532"/>
            <a:ext cx="22621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注意脚下 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Mind Your Step.</a:t>
            </a:r>
            <a:endParaRPr lang="zh-CN" altLang="en-US" sz="1200" dirty="0">
              <a:latin typeface="Cascadia Code" panose="020B0609020000020004" pitchFamily="49" charset="0"/>
              <a:ea typeface="黑体" panose="02010609060101010101" pitchFamily="49" charset="-122"/>
              <a:cs typeface="Cascadia Code" panose="020B0609020000020004" pitchFamily="49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2814815-BA97-A17E-B29F-ADCBA750365A}"/>
              </a:ext>
            </a:extLst>
          </p:cNvPr>
          <p:cNvSpPr txBox="1"/>
          <p:nvPr/>
        </p:nvSpPr>
        <p:spPr>
          <a:xfrm>
            <a:off x="7381727" y="1067114"/>
            <a:ext cx="1130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本侧开门</a:t>
            </a:r>
            <a:endParaRPr lang="en-US" altLang="zh-CN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zh-CN" sz="800" dirty="0"/>
              <a:t>This Side Doors Open</a:t>
            </a:r>
          </a:p>
        </p:txBody>
      </p:sp>
      <p:sp>
        <p:nvSpPr>
          <p:cNvPr id="600" name="文本框 599">
            <a:extLst>
              <a:ext uri="{FF2B5EF4-FFF2-40B4-BE49-F238E27FC236}">
                <a16:creationId xmlns:a16="http://schemas.microsoft.com/office/drawing/2014/main" id="{6FEBE62E-FF4F-2B5A-F582-48F0BED36A41}"/>
              </a:ext>
            </a:extLst>
          </p:cNvPr>
          <p:cNvSpPr txBox="1"/>
          <p:nvPr/>
        </p:nvSpPr>
        <p:spPr>
          <a:xfrm>
            <a:off x="3114397" y="902281"/>
            <a:ext cx="2847254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灯闪铃响请勿上下车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zh-CN" sz="800" dirty="0">
                <a:latin typeface="+mn-ea"/>
              </a:rPr>
              <a:t>Flashing Lights and Alarm Sounding: Do Not Board or Alight</a:t>
            </a:r>
            <a:endParaRPr lang="en-US" altLang="zh-CN" sz="800" dirty="0">
              <a:latin typeface="+mn-ea"/>
            </a:endParaRPr>
          </a:p>
          <a:p>
            <a:pPr algn="ctr"/>
            <a:endParaRPr lang="zh-CN" altLang="en-US" sz="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44660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81 4.4763E-6 L -1.53466E-6 4.4763E-6 " pathEditMode="relative" rAng="0" ptsTypes="AA">
                                      <p:cBhvr>
                                        <p:cTn id="6" dur="1000" spd="-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2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7862E-6 4.4763E-6 L 0.01782 4.4763E-6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2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9414E-6 8.37927E-7 L 0.82907 -0.00221 " pathEditMode="relative" rAng="0" ptsTypes="AA">
                                      <p:cBhvr>
                                        <p:cTn id="10" dur="1500" fill="hold"/>
                                        <p:tgtEl>
                                          <p:spTgt spid="6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454" y="-1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" presetID="10" presetClass="entr" presetSubtype="0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19" grpId="0" animBg="1"/>
      <p:bldP spid="18" grpId="0" animBg="1"/>
      <p:bldP spid="2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88D25-6EC8-EB68-A3FC-5B8A4C0C5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12B04723-BC72-5F6E-82D6-A0B1B676E3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550" y="1071848"/>
            <a:ext cx="463118" cy="270278"/>
          </a:xfrm>
          <a:prstGeom prst="rect">
            <a:avLst/>
          </a:prstGeom>
        </p:spPr>
      </p:pic>
      <p:sp>
        <p:nvSpPr>
          <p:cNvPr id="377" name="文本框 376">
            <a:extLst>
              <a:ext uri="{FF2B5EF4-FFF2-40B4-BE49-F238E27FC236}">
                <a16:creationId xmlns:a16="http://schemas.microsoft.com/office/drawing/2014/main" id="{BDA94B2A-CCFD-FFD3-48FC-C3756AA37B74}"/>
              </a:ext>
            </a:extLst>
          </p:cNvPr>
          <p:cNvSpPr txBox="1"/>
          <p:nvPr/>
        </p:nvSpPr>
        <p:spPr>
          <a:xfrm>
            <a:off x="1167610" y="483926"/>
            <a:ext cx="8883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人民广场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People’s Square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434" name="任意多边形: 形状 433">
            <a:extLst>
              <a:ext uri="{FF2B5EF4-FFF2-40B4-BE49-F238E27FC236}">
                <a16:creationId xmlns:a16="http://schemas.microsoft.com/office/drawing/2014/main" id="{856D06E6-6D7B-A9A7-D931-C06F44B63F30}"/>
              </a:ext>
            </a:extLst>
          </p:cNvPr>
          <p:cNvSpPr/>
          <p:nvPr/>
        </p:nvSpPr>
        <p:spPr>
          <a:xfrm rot="5400000">
            <a:off x="8375845" y="972712"/>
            <a:ext cx="146670" cy="54534"/>
          </a:xfrm>
          <a:custGeom>
            <a:avLst/>
            <a:gdLst>
              <a:gd name="csX0" fmla="*/ 0 w 146670"/>
              <a:gd name="csY0" fmla="*/ 54534 h 54534"/>
              <a:gd name="csX1" fmla="*/ 0 w 146670"/>
              <a:gd name="csY1" fmla="*/ 0 h 54534"/>
              <a:gd name="csX2" fmla="*/ 146670 w 146670"/>
              <a:gd name="csY2" fmla="*/ 0 h 54534"/>
              <a:gd name="csX3" fmla="*/ 101130 w 146670"/>
              <a:gd name="csY3" fmla="*/ 54534 h 545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46670" h="54534">
                <a:moveTo>
                  <a:pt x="0" y="54534"/>
                </a:moveTo>
                <a:lnTo>
                  <a:pt x="0" y="0"/>
                </a:lnTo>
                <a:lnTo>
                  <a:pt x="146670" y="0"/>
                </a:lnTo>
                <a:lnTo>
                  <a:pt x="101130" y="54534"/>
                </a:lnTo>
                <a:close/>
              </a:path>
            </a:pathLst>
          </a:custGeom>
          <a:solidFill>
            <a:srgbClr val="52AB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436" name="任意多边形: 形状 435">
            <a:extLst>
              <a:ext uri="{FF2B5EF4-FFF2-40B4-BE49-F238E27FC236}">
                <a16:creationId xmlns:a16="http://schemas.microsoft.com/office/drawing/2014/main" id="{CA7D7446-ADD5-0F3D-5BD0-31A28005D3E0}"/>
              </a:ext>
            </a:extLst>
          </p:cNvPr>
          <p:cNvSpPr/>
          <p:nvPr/>
        </p:nvSpPr>
        <p:spPr>
          <a:xfrm rot="16200000" flipH="1">
            <a:off x="8430379" y="972712"/>
            <a:ext cx="146670" cy="54534"/>
          </a:xfrm>
          <a:custGeom>
            <a:avLst/>
            <a:gdLst>
              <a:gd name="csX0" fmla="*/ 0 w 146670"/>
              <a:gd name="csY0" fmla="*/ 54534 h 54534"/>
              <a:gd name="csX1" fmla="*/ 0 w 146670"/>
              <a:gd name="csY1" fmla="*/ 0 h 54534"/>
              <a:gd name="csX2" fmla="*/ 146670 w 146670"/>
              <a:gd name="csY2" fmla="*/ 0 h 54534"/>
              <a:gd name="csX3" fmla="*/ 101130 w 146670"/>
              <a:gd name="csY3" fmla="*/ 54534 h 545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46670" h="54534">
                <a:moveTo>
                  <a:pt x="0" y="54534"/>
                </a:moveTo>
                <a:lnTo>
                  <a:pt x="0" y="0"/>
                </a:lnTo>
                <a:lnTo>
                  <a:pt x="146670" y="0"/>
                </a:lnTo>
                <a:lnTo>
                  <a:pt x="101130" y="54534"/>
                </a:lnTo>
                <a:close/>
              </a:path>
            </a:pathLst>
          </a:custGeom>
          <a:solidFill>
            <a:srgbClr val="FFC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419" name="箭头: 五边形 418">
            <a:extLst>
              <a:ext uri="{FF2B5EF4-FFF2-40B4-BE49-F238E27FC236}">
                <a16:creationId xmlns:a16="http://schemas.microsoft.com/office/drawing/2014/main" id="{9BE07040-F126-773F-126C-391D77F97A8A}"/>
              </a:ext>
            </a:extLst>
          </p:cNvPr>
          <p:cNvSpPr/>
          <p:nvPr/>
        </p:nvSpPr>
        <p:spPr>
          <a:xfrm rot="5400000">
            <a:off x="389462" y="939404"/>
            <a:ext cx="149365" cy="115523"/>
          </a:xfrm>
          <a:prstGeom prst="homePlate">
            <a:avLst>
              <a:gd name="adj" fmla="val 41754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4" name="矩形 343">
            <a:extLst>
              <a:ext uri="{FF2B5EF4-FFF2-40B4-BE49-F238E27FC236}">
                <a16:creationId xmlns:a16="http://schemas.microsoft.com/office/drawing/2014/main" id="{9FAB4D52-221E-3A6A-F0C7-98CDD9F4A5D2}"/>
              </a:ext>
            </a:extLst>
          </p:cNvPr>
          <p:cNvSpPr/>
          <p:nvPr/>
        </p:nvSpPr>
        <p:spPr>
          <a:xfrm>
            <a:off x="446284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5" name="文本框 374">
            <a:extLst>
              <a:ext uri="{FF2B5EF4-FFF2-40B4-BE49-F238E27FC236}">
                <a16:creationId xmlns:a16="http://schemas.microsoft.com/office/drawing/2014/main" id="{0FDCB422-A351-66E5-1E30-33BFAE94D06A}"/>
              </a:ext>
            </a:extLst>
          </p:cNvPr>
          <p:cNvSpPr txBox="1"/>
          <p:nvPr/>
        </p:nvSpPr>
        <p:spPr>
          <a:xfrm>
            <a:off x="691110" y="1018885"/>
            <a:ext cx="7072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镇海路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Zhenhai</a:t>
            </a:r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 Rd.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190" name="椭圆 189">
            <a:extLst>
              <a:ext uri="{FF2B5EF4-FFF2-40B4-BE49-F238E27FC236}">
                <a16:creationId xmlns:a16="http://schemas.microsoft.com/office/drawing/2014/main" id="{E6F08B9D-2AA7-1BAA-93C6-8FF8E694D88E}"/>
              </a:ext>
            </a:extLst>
          </p:cNvPr>
          <p:cNvSpPr/>
          <p:nvPr/>
        </p:nvSpPr>
        <p:spPr>
          <a:xfrm>
            <a:off x="396607" y="874625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46" name="矩形 345">
            <a:extLst>
              <a:ext uri="{FF2B5EF4-FFF2-40B4-BE49-F238E27FC236}">
                <a16:creationId xmlns:a16="http://schemas.microsoft.com/office/drawing/2014/main" id="{9A15C6E0-54FA-41B3-A932-C8CBC7F3260C}"/>
              </a:ext>
            </a:extLst>
          </p:cNvPr>
          <p:cNvSpPr/>
          <p:nvPr/>
        </p:nvSpPr>
        <p:spPr>
          <a:xfrm>
            <a:off x="1042208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8" name="矩形 347">
            <a:extLst>
              <a:ext uri="{FF2B5EF4-FFF2-40B4-BE49-F238E27FC236}">
                <a16:creationId xmlns:a16="http://schemas.microsoft.com/office/drawing/2014/main" id="{352117A9-D25C-D0D6-11E9-CF2173EA0A2F}"/>
              </a:ext>
            </a:extLst>
          </p:cNvPr>
          <p:cNvSpPr/>
          <p:nvPr/>
        </p:nvSpPr>
        <p:spPr>
          <a:xfrm>
            <a:off x="1611803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0" name="矩形 349">
            <a:extLst>
              <a:ext uri="{FF2B5EF4-FFF2-40B4-BE49-F238E27FC236}">
                <a16:creationId xmlns:a16="http://schemas.microsoft.com/office/drawing/2014/main" id="{F1027E52-86BA-4E27-B903-48424B8C693C}"/>
              </a:ext>
            </a:extLst>
          </p:cNvPr>
          <p:cNvSpPr/>
          <p:nvPr/>
        </p:nvSpPr>
        <p:spPr>
          <a:xfrm>
            <a:off x="2204776" y="900114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2" name="矩形 351">
            <a:extLst>
              <a:ext uri="{FF2B5EF4-FFF2-40B4-BE49-F238E27FC236}">
                <a16:creationId xmlns:a16="http://schemas.microsoft.com/office/drawing/2014/main" id="{14509457-FEB7-1D01-1301-296B23150EE3}"/>
              </a:ext>
            </a:extLst>
          </p:cNvPr>
          <p:cNvSpPr/>
          <p:nvPr/>
        </p:nvSpPr>
        <p:spPr>
          <a:xfrm>
            <a:off x="2783501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4" name="矩形 353">
            <a:extLst>
              <a:ext uri="{FF2B5EF4-FFF2-40B4-BE49-F238E27FC236}">
                <a16:creationId xmlns:a16="http://schemas.microsoft.com/office/drawing/2014/main" id="{E036732A-0A4B-221D-8BBE-B8A0151C1FBE}"/>
              </a:ext>
            </a:extLst>
          </p:cNvPr>
          <p:cNvSpPr/>
          <p:nvPr/>
        </p:nvSpPr>
        <p:spPr>
          <a:xfrm>
            <a:off x="3320018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6" name="矩形 355">
            <a:extLst>
              <a:ext uri="{FF2B5EF4-FFF2-40B4-BE49-F238E27FC236}">
                <a16:creationId xmlns:a16="http://schemas.microsoft.com/office/drawing/2014/main" id="{590D2DF5-4067-BE8C-A965-DF62F3A9FA7E}"/>
              </a:ext>
            </a:extLst>
          </p:cNvPr>
          <p:cNvSpPr/>
          <p:nvPr/>
        </p:nvSpPr>
        <p:spPr>
          <a:xfrm>
            <a:off x="3893516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8" name="矩形 357">
            <a:extLst>
              <a:ext uri="{FF2B5EF4-FFF2-40B4-BE49-F238E27FC236}">
                <a16:creationId xmlns:a16="http://schemas.microsoft.com/office/drawing/2014/main" id="{1D74FDEC-F264-363E-E5A3-9E0A718305BB}"/>
              </a:ext>
            </a:extLst>
          </p:cNvPr>
          <p:cNvSpPr/>
          <p:nvPr/>
        </p:nvSpPr>
        <p:spPr>
          <a:xfrm>
            <a:off x="4463780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0" name="矩形 359">
            <a:extLst>
              <a:ext uri="{FF2B5EF4-FFF2-40B4-BE49-F238E27FC236}">
                <a16:creationId xmlns:a16="http://schemas.microsoft.com/office/drawing/2014/main" id="{7A02B8AE-513E-CD9A-9774-62AB054A5A59}"/>
              </a:ext>
            </a:extLst>
          </p:cNvPr>
          <p:cNvSpPr/>
          <p:nvPr/>
        </p:nvSpPr>
        <p:spPr>
          <a:xfrm>
            <a:off x="5034042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2" name="矩形 361">
            <a:extLst>
              <a:ext uri="{FF2B5EF4-FFF2-40B4-BE49-F238E27FC236}">
                <a16:creationId xmlns:a16="http://schemas.microsoft.com/office/drawing/2014/main" id="{F67E159B-F48F-918E-CC98-96BC3361B232}"/>
              </a:ext>
            </a:extLst>
          </p:cNvPr>
          <p:cNvSpPr/>
          <p:nvPr/>
        </p:nvSpPr>
        <p:spPr>
          <a:xfrm>
            <a:off x="5603637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4" name="矩形 363">
            <a:extLst>
              <a:ext uri="{FF2B5EF4-FFF2-40B4-BE49-F238E27FC236}">
                <a16:creationId xmlns:a16="http://schemas.microsoft.com/office/drawing/2014/main" id="{58D2B704-CAC6-DE65-D7B7-36CB288F1BDD}"/>
              </a:ext>
            </a:extLst>
          </p:cNvPr>
          <p:cNvSpPr/>
          <p:nvPr/>
        </p:nvSpPr>
        <p:spPr>
          <a:xfrm>
            <a:off x="6174566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8" name="矩形 367">
            <a:extLst>
              <a:ext uri="{FF2B5EF4-FFF2-40B4-BE49-F238E27FC236}">
                <a16:creationId xmlns:a16="http://schemas.microsoft.com/office/drawing/2014/main" id="{550D10F8-3A61-AA2C-CCB5-F5AF4C72D74D}"/>
              </a:ext>
            </a:extLst>
          </p:cNvPr>
          <p:cNvSpPr/>
          <p:nvPr/>
        </p:nvSpPr>
        <p:spPr>
          <a:xfrm>
            <a:off x="6744161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0" name="矩形 369">
            <a:extLst>
              <a:ext uri="{FF2B5EF4-FFF2-40B4-BE49-F238E27FC236}">
                <a16:creationId xmlns:a16="http://schemas.microsoft.com/office/drawing/2014/main" id="{66490E17-8998-D326-DE18-0B0895798381}"/>
              </a:ext>
            </a:extLst>
          </p:cNvPr>
          <p:cNvSpPr/>
          <p:nvPr/>
        </p:nvSpPr>
        <p:spPr>
          <a:xfrm>
            <a:off x="7313756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2" name="矩形 371">
            <a:extLst>
              <a:ext uri="{FF2B5EF4-FFF2-40B4-BE49-F238E27FC236}">
                <a16:creationId xmlns:a16="http://schemas.microsoft.com/office/drawing/2014/main" id="{6FDFFAF7-C8C1-ECD3-F111-F9A9D66C450B}"/>
              </a:ext>
            </a:extLst>
          </p:cNvPr>
          <p:cNvSpPr/>
          <p:nvPr/>
        </p:nvSpPr>
        <p:spPr>
          <a:xfrm>
            <a:off x="7880639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5E33E02-EAF7-1CE9-C0C1-4DF2C556BD18}"/>
              </a:ext>
            </a:extLst>
          </p:cNvPr>
          <p:cNvSpPr/>
          <p:nvPr/>
        </p:nvSpPr>
        <p:spPr>
          <a:xfrm>
            <a:off x="0" y="0"/>
            <a:ext cx="8999538" cy="438912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A95A714C-4EA2-5C57-1836-7F4F9089F4D1}"/>
              </a:ext>
            </a:extLst>
          </p:cNvPr>
          <p:cNvSpPr/>
          <p:nvPr/>
        </p:nvSpPr>
        <p:spPr>
          <a:xfrm>
            <a:off x="2408841" y="54864"/>
            <a:ext cx="4181856" cy="329184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53" name="组合 152">
            <a:extLst>
              <a:ext uri="{FF2B5EF4-FFF2-40B4-BE49-F238E27FC236}">
                <a16:creationId xmlns:a16="http://schemas.microsoft.com/office/drawing/2014/main" id="{C2E19F4D-A8C1-AC88-6D13-B69F63FFE4E5}"/>
              </a:ext>
            </a:extLst>
          </p:cNvPr>
          <p:cNvGrpSpPr/>
          <p:nvPr/>
        </p:nvGrpSpPr>
        <p:grpSpPr>
          <a:xfrm>
            <a:off x="390597" y="4959"/>
            <a:ext cx="1280134" cy="431250"/>
            <a:chOff x="188770" y="-11103"/>
            <a:chExt cx="1280134" cy="431250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CC196E37-6FD3-C046-F81C-F4CA28817693}"/>
                </a:ext>
              </a:extLst>
            </p:cNvPr>
            <p:cNvSpPr/>
            <p:nvPr/>
          </p:nvSpPr>
          <p:spPr>
            <a:xfrm>
              <a:off x="188770" y="47240"/>
              <a:ext cx="1221882" cy="329184"/>
            </a:xfrm>
            <a:prstGeom prst="roundRect">
              <a:avLst>
                <a:gd name="adj" fmla="val 1882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8" name="文本框 147">
              <a:extLst>
                <a:ext uri="{FF2B5EF4-FFF2-40B4-BE49-F238E27FC236}">
                  <a16:creationId xmlns:a16="http://schemas.microsoft.com/office/drawing/2014/main" id="{F0DAEA4A-AE28-A21A-32C2-F56A61383AA2}"/>
                </a:ext>
              </a:extLst>
            </p:cNvPr>
            <p:cNvSpPr txBox="1"/>
            <p:nvPr/>
          </p:nvSpPr>
          <p:spPr>
            <a:xfrm>
              <a:off x="496280" y="-11103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黑体" panose="02010609060101010101" pitchFamily="49" charset="-122"/>
                  <a:ea typeface="黑体" panose="02010609060101010101" pitchFamily="49" charset="-122"/>
                </a:rPr>
                <a:t>天海地铁</a:t>
              </a:r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33269CEC-FC4E-2324-C4CA-22F2BACC4F50}"/>
                </a:ext>
              </a:extLst>
            </p:cNvPr>
            <p:cNvSpPr txBox="1"/>
            <p:nvPr/>
          </p:nvSpPr>
          <p:spPr>
            <a:xfrm>
              <a:off x="500369" y="204703"/>
              <a:ext cx="96853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00" dirty="0" err="1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Tianhai</a:t>
              </a:r>
              <a:r>
                <a:rPr lang="en-US" altLang="zh-CN" sz="800" dirty="0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 Metro</a:t>
              </a:r>
              <a:endParaRPr lang="zh-CN" altLang="en-US" sz="800" dirty="0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endParaRPr>
            </a:p>
          </p:txBody>
        </p:sp>
        <p:pic>
          <p:nvPicPr>
            <p:cNvPr id="152" name="图片 151">
              <a:extLst>
                <a:ext uri="{FF2B5EF4-FFF2-40B4-BE49-F238E27FC236}">
                  <a16:creationId xmlns:a16="http://schemas.microsoft.com/office/drawing/2014/main" id="{6A4A55D7-C242-9CE6-CF98-FF299A3C59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7754" y="54959"/>
              <a:ext cx="313746" cy="313746"/>
            </a:xfrm>
            <a:prstGeom prst="rect">
              <a:avLst/>
            </a:prstGeom>
          </p:spPr>
        </p:pic>
      </p:grpSp>
      <p:sp>
        <p:nvSpPr>
          <p:cNvPr id="167" name="文本框 166">
            <a:extLst>
              <a:ext uri="{FF2B5EF4-FFF2-40B4-BE49-F238E27FC236}">
                <a16:creationId xmlns:a16="http://schemas.microsoft.com/office/drawing/2014/main" id="{67EB52D4-2EAF-F1ED-ADE3-9E3EEDFB3228}"/>
              </a:ext>
            </a:extLst>
          </p:cNvPr>
          <p:cNvSpPr txBox="1"/>
          <p:nvPr/>
        </p:nvSpPr>
        <p:spPr>
          <a:xfrm>
            <a:off x="7601248" y="16203"/>
            <a:ext cx="1847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75" name="组合 174">
            <a:extLst>
              <a:ext uri="{FF2B5EF4-FFF2-40B4-BE49-F238E27FC236}">
                <a16:creationId xmlns:a16="http://schemas.microsoft.com/office/drawing/2014/main" id="{41A2F04F-D6D5-50C2-EC73-CEAC6561832E}"/>
              </a:ext>
            </a:extLst>
          </p:cNvPr>
          <p:cNvGrpSpPr/>
          <p:nvPr/>
        </p:nvGrpSpPr>
        <p:grpSpPr>
          <a:xfrm>
            <a:off x="8140497" y="13642"/>
            <a:ext cx="821036" cy="400110"/>
            <a:chOff x="1526333" y="4012"/>
            <a:chExt cx="821036" cy="400110"/>
          </a:xfrm>
        </p:grpSpPr>
        <p:sp>
          <p:nvSpPr>
            <p:cNvPr id="176" name="矩形: 圆角 175">
              <a:extLst>
                <a:ext uri="{FF2B5EF4-FFF2-40B4-BE49-F238E27FC236}">
                  <a16:creationId xmlns:a16="http://schemas.microsoft.com/office/drawing/2014/main" id="{086150B0-234E-76C6-6D24-1EF10100599A}"/>
                </a:ext>
              </a:extLst>
            </p:cNvPr>
            <p:cNvSpPr/>
            <p:nvPr/>
          </p:nvSpPr>
          <p:spPr>
            <a:xfrm flipH="1">
              <a:off x="1526333" y="54864"/>
              <a:ext cx="753551" cy="329184"/>
            </a:xfrm>
            <a:prstGeom prst="roundRect">
              <a:avLst>
                <a:gd name="adj" fmla="val 1882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7" name="文本框 176">
              <a:extLst>
                <a:ext uri="{FF2B5EF4-FFF2-40B4-BE49-F238E27FC236}">
                  <a16:creationId xmlns:a16="http://schemas.microsoft.com/office/drawing/2014/main" id="{9A4BEF22-1AD7-1CEF-FE49-430B0D0D56B3}"/>
                </a:ext>
              </a:extLst>
            </p:cNvPr>
            <p:cNvSpPr txBox="1"/>
            <p:nvPr/>
          </p:nvSpPr>
          <p:spPr>
            <a:xfrm>
              <a:off x="1792890" y="4012"/>
              <a:ext cx="5544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latin typeface="黑体" panose="02010609060101010101" pitchFamily="49" charset="-122"/>
                  <a:ea typeface="黑体" panose="02010609060101010101" pitchFamily="49" charset="-122"/>
                </a:rPr>
                <a:t>号线</a:t>
              </a:r>
              <a:endPara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r>
                <a:rPr lang="en-US" altLang="zh-CN" sz="800" dirty="0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 Line</a:t>
              </a:r>
              <a:endParaRPr lang="zh-CN" altLang="en-US" sz="800" dirty="0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endParaRPr>
            </a:p>
          </p:txBody>
        </p:sp>
        <p:sp>
          <p:nvSpPr>
            <p:cNvPr id="178" name="矩形: 圆角 177">
              <a:extLst>
                <a:ext uri="{FF2B5EF4-FFF2-40B4-BE49-F238E27FC236}">
                  <a16:creationId xmlns:a16="http://schemas.microsoft.com/office/drawing/2014/main" id="{F940332F-FB65-FC52-84F9-624693AEF8E5}"/>
                </a:ext>
              </a:extLst>
            </p:cNvPr>
            <p:cNvSpPr/>
            <p:nvPr/>
          </p:nvSpPr>
          <p:spPr>
            <a:xfrm flipH="1">
              <a:off x="1557516" y="75456"/>
              <a:ext cx="288000" cy="288000"/>
            </a:xfrm>
            <a:prstGeom prst="roundRect">
              <a:avLst>
                <a:gd name="adj" fmla="val 18827"/>
              </a:avLst>
            </a:prstGeom>
            <a:solidFill>
              <a:srgbClr val="E6001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9" name="文本框 178">
              <a:extLst>
                <a:ext uri="{FF2B5EF4-FFF2-40B4-BE49-F238E27FC236}">
                  <a16:creationId xmlns:a16="http://schemas.microsoft.com/office/drawing/2014/main" id="{7EFF189C-90F9-34FE-B247-C46C96EEB9F4}"/>
                </a:ext>
              </a:extLst>
            </p:cNvPr>
            <p:cNvSpPr txBox="1"/>
            <p:nvPr/>
          </p:nvSpPr>
          <p:spPr>
            <a:xfrm>
              <a:off x="1542658" y="34790"/>
              <a:ext cx="317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1</a:t>
              </a:r>
              <a:endParaRPr lang="zh-CN" altLang="en-US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sp>
        <p:nvSpPr>
          <p:cNvPr id="181" name="矩形: 圆角 180">
            <a:extLst>
              <a:ext uri="{FF2B5EF4-FFF2-40B4-BE49-F238E27FC236}">
                <a16:creationId xmlns:a16="http://schemas.microsoft.com/office/drawing/2014/main" id="{CA8F254B-445D-71DB-2C94-AB71D96901D7}"/>
              </a:ext>
            </a:extLst>
          </p:cNvPr>
          <p:cNvSpPr/>
          <p:nvPr/>
        </p:nvSpPr>
        <p:spPr>
          <a:xfrm flipH="1">
            <a:off x="7121513" y="62216"/>
            <a:ext cx="959469" cy="329184"/>
          </a:xfrm>
          <a:prstGeom prst="roundRect">
            <a:avLst>
              <a:gd name="adj" fmla="val 188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6" name="文本框 185">
            <a:extLst>
              <a:ext uri="{FF2B5EF4-FFF2-40B4-BE49-F238E27FC236}">
                <a16:creationId xmlns:a16="http://schemas.microsoft.com/office/drawing/2014/main" id="{8067473D-FE9C-B6FD-554E-5284152842B6}"/>
              </a:ext>
            </a:extLst>
          </p:cNvPr>
          <p:cNvSpPr txBox="1"/>
          <p:nvPr/>
        </p:nvSpPr>
        <p:spPr>
          <a:xfrm>
            <a:off x="7075351" y="24834"/>
            <a:ext cx="10502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dirty="0">
                <a:latin typeface="黑体" panose="02010609060101010101" pitchFamily="49" charset="-122"/>
                <a:ea typeface="黑体" panose="02010609060101010101" pitchFamily="49" charset="-122"/>
              </a:rPr>
              <a:t>终点站</a:t>
            </a:r>
            <a:r>
              <a:rPr lang="en-US" altLang="zh-CN" sz="900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900" dirty="0">
                <a:latin typeface="黑体" panose="02010609060101010101" pitchFamily="49" charset="-122"/>
                <a:ea typeface="黑体" panose="02010609060101010101" pitchFamily="49" charset="-122"/>
              </a:rPr>
              <a:t>天海北站</a:t>
            </a:r>
          </a:p>
        </p:txBody>
      </p:sp>
      <p:pic>
        <p:nvPicPr>
          <p:cNvPr id="189" name="图片 188">
            <a:extLst>
              <a:ext uri="{FF2B5EF4-FFF2-40B4-BE49-F238E27FC236}">
                <a16:creationId xmlns:a16="http://schemas.microsoft.com/office/drawing/2014/main" id="{D3DB2638-627E-8581-9404-A80B60319E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5821" y="196261"/>
            <a:ext cx="789348" cy="228967"/>
          </a:xfrm>
          <a:prstGeom prst="rect">
            <a:avLst/>
          </a:prstGeom>
        </p:spPr>
      </p:pic>
      <p:sp>
        <p:nvSpPr>
          <p:cNvPr id="316" name="椭圆 315">
            <a:extLst>
              <a:ext uri="{FF2B5EF4-FFF2-40B4-BE49-F238E27FC236}">
                <a16:creationId xmlns:a16="http://schemas.microsoft.com/office/drawing/2014/main" id="{DFF20209-29AB-3375-F8EE-BDB5CB319290}"/>
              </a:ext>
            </a:extLst>
          </p:cNvPr>
          <p:cNvSpPr/>
          <p:nvPr/>
        </p:nvSpPr>
        <p:spPr>
          <a:xfrm>
            <a:off x="979216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18" name="椭圆 317">
            <a:extLst>
              <a:ext uri="{FF2B5EF4-FFF2-40B4-BE49-F238E27FC236}">
                <a16:creationId xmlns:a16="http://schemas.microsoft.com/office/drawing/2014/main" id="{61A39442-FFF7-24F8-4E56-D5DF0E42972F}"/>
              </a:ext>
            </a:extLst>
          </p:cNvPr>
          <p:cNvSpPr/>
          <p:nvPr/>
        </p:nvSpPr>
        <p:spPr>
          <a:xfrm>
            <a:off x="1549478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0" name="椭圆 319">
            <a:extLst>
              <a:ext uri="{FF2B5EF4-FFF2-40B4-BE49-F238E27FC236}">
                <a16:creationId xmlns:a16="http://schemas.microsoft.com/office/drawing/2014/main" id="{E8469B13-14D2-7F15-1654-E72AEF064097}"/>
              </a:ext>
            </a:extLst>
          </p:cNvPr>
          <p:cNvSpPr/>
          <p:nvPr/>
        </p:nvSpPr>
        <p:spPr>
          <a:xfrm>
            <a:off x="2119740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2" name="椭圆 321">
            <a:extLst>
              <a:ext uri="{FF2B5EF4-FFF2-40B4-BE49-F238E27FC236}">
                <a16:creationId xmlns:a16="http://schemas.microsoft.com/office/drawing/2014/main" id="{AA9B3EF5-EBAD-3669-578B-D54DD51249EC}"/>
              </a:ext>
            </a:extLst>
          </p:cNvPr>
          <p:cNvSpPr/>
          <p:nvPr/>
        </p:nvSpPr>
        <p:spPr>
          <a:xfrm>
            <a:off x="2690002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4" name="椭圆 323">
            <a:extLst>
              <a:ext uri="{FF2B5EF4-FFF2-40B4-BE49-F238E27FC236}">
                <a16:creationId xmlns:a16="http://schemas.microsoft.com/office/drawing/2014/main" id="{59354E54-FD2C-C33C-BD44-80BF4AB52451}"/>
              </a:ext>
            </a:extLst>
          </p:cNvPr>
          <p:cNvSpPr/>
          <p:nvPr/>
        </p:nvSpPr>
        <p:spPr>
          <a:xfrm>
            <a:off x="3260264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6" name="椭圆 325">
            <a:extLst>
              <a:ext uri="{FF2B5EF4-FFF2-40B4-BE49-F238E27FC236}">
                <a16:creationId xmlns:a16="http://schemas.microsoft.com/office/drawing/2014/main" id="{F2934AFF-A58B-A86C-DE72-0F289176353F}"/>
              </a:ext>
            </a:extLst>
          </p:cNvPr>
          <p:cNvSpPr/>
          <p:nvPr/>
        </p:nvSpPr>
        <p:spPr>
          <a:xfrm>
            <a:off x="3830526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" name="椭圆 327">
            <a:extLst>
              <a:ext uri="{FF2B5EF4-FFF2-40B4-BE49-F238E27FC236}">
                <a16:creationId xmlns:a16="http://schemas.microsoft.com/office/drawing/2014/main" id="{C6149473-939F-76EF-C408-AF11897ED8D1}"/>
              </a:ext>
            </a:extLst>
          </p:cNvPr>
          <p:cNvSpPr/>
          <p:nvPr/>
        </p:nvSpPr>
        <p:spPr>
          <a:xfrm>
            <a:off x="4400788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0" name="椭圆 329">
            <a:extLst>
              <a:ext uri="{FF2B5EF4-FFF2-40B4-BE49-F238E27FC236}">
                <a16:creationId xmlns:a16="http://schemas.microsoft.com/office/drawing/2014/main" id="{30B119B3-8C9B-037F-5F73-99131238CEEF}"/>
              </a:ext>
            </a:extLst>
          </p:cNvPr>
          <p:cNvSpPr/>
          <p:nvPr/>
        </p:nvSpPr>
        <p:spPr>
          <a:xfrm>
            <a:off x="4971050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2" name="椭圆 331">
            <a:extLst>
              <a:ext uri="{FF2B5EF4-FFF2-40B4-BE49-F238E27FC236}">
                <a16:creationId xmlns:a16="http://schemas.microsoft.com/office/drawing/2014/main" id="{8C934CCE-CB32-0913-BD43-EF09A583EA0C}"/>
              </a:ext>
            </a:extLst>
          </p:cNvPr>
          <p:cNvSpPr/>
          <p:nvPr/>
        </p:nvSpPr>
        <p:spPr>
          <a:xfrm>
            <a:off x="5541312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4" name="椭圆 333">
            <a:extLst>
              <a:ext uri="{FF2B5EF4-FFF2-40B4-BE49-F238E27FC236}">
                <a16:creationId xmlns:a16="http://schemas.microsoft.com/office/drawing/2014/main" id="{4DA7C60E-8694-BF3C-5E1C-8117AA3D92AC}"/>
              </a:ext>
            </a:extLst>
          </p:cNvPr>
          <p:cNvSpPr/>
          <p:nvPr/>
        </p:nvSpPr>
        <p:spPr>
          <a:xfrm>
            <a:off x="6111574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6" name="椭圆 335">
            <a:extLst>
              <a:ext uri="{FF2B5EF4-FFF2-40B4-BE49-F238E27FC236}">
                <a16:creationId xmlns:a16="http://schemas.microsoft.com/office/drawing/2014/main" id="{963FF1BE-358D-59D9-5427-4452CCA4467B}"/>
              </a:ext>
            </a:extLst>
          </p:cNvPr>
          <p:cNvSpPr/>
          <p:nvPr/>
        </p:nvSpPr>
        <p:spPr>
          <a:xfrm>
            <a:off x="6681836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8" name="椭圆 337">
            <a:extLst>
              <a:ext uri="{FF2B5EF4-FFF2-40B4-BE49-F238E27FC236}">
                <a16:creationId xmlns:a16="http://schemas.microsoft.com/office/drawing/2014/main" id="{8916C8BC-6579-A1CB-962C-81EFE444D23B}"/>
              </a:ext>
            </a:extLst>
          </p:cNvPr>
          <p:cNvSpPr/>
          <p:nvPr/>
        </p:nvSpPr>
        <p:spPr>
          <a:xfrm>
            <a:off x="7252098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0" name="椭圆 339">
            <a:extLst>
              <a:ext uri="{FF2B5EF4-FFF2-40B4-BE49-F238E27FC236}">
                <a16:creationId xmlns:a16="http://schemas.microsoft.com/office/drawing/2014/main" id="{05F7EE94-583A-7FE1-4E7A-6F2B03154CCB}"/>
              </a:ext>
            </a:extLst>
          </p:cNvPr>
          <p:cNvSpPr/>
          <p:nvPr/>
        </p:nvSpPr>
        <p:spPr>
          <a:xfrm>
            <a:off x="7818314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2" name="椭圆 341">
            <a:extLst>
              <a:ext uri="{FF2B5EF4-FFF2-40B4-BE49-F238E27FC236}">
                <a16:creationId xmlns:a16="http://schemas.microsoft.com/office/drawing/2014/main" id="{6AB682F8-F81F-836C-0FD1-B87CD695B644}"/>
              </a:ext>
            </a:extLst>
          </p:cNvPr>
          <p:cNvSpPr/>
          <p:nvPr/>
        </p:nvSpPr>
        <p:spPr>
          <a:xfrm>
            <a:off x="8414500" y="874625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9" name="文本框 378">
            <a:extLst>
              <a:ext uri="{FF2B5EF4-FFF2-40B4-BE49-F238E27FC236}">
                <a16:creationId xmlns:a16="http://schemas.microsoft.com/office/drawing/2014/main" id="{9683CC1D-8500-6C92-302D-9B4AFB5D2AD3}"/>
              </a:ext>
            </a:extLst>
          </p:cNvPr>
          <p:cNvSpPr txBox="1"/>
          <p:nvPr/>
        </p:nvSpPr>
        <p:spPr>
          <a:xfrm>
            <a:off x="2500995" y="483926"/>
            <a:ext cx="4988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金山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Jinshan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81" name="文本框 380">
            <a:extLst>
              <a:ext uri="{FF2B5EF4-FFF2-40B4-BE49-F238E27FC236}">
                <a16:creationId xmlns:a16="http://schemas.microsoft.com/office/drawing/2014/main" id="{3D07AFAA-F63C-CEA4-BF64-D4AC581C1DC8}"/>
              </a:ext>
            </a:extLst>
          </p:cNvPr>
          <p:cNvSpPr txBox="1"/>
          <p:nvPr/>
        </p:nvSpPr>
        <p:spPr>
          <a:xfrm>
            <a:off x="1751205" y="1019030"/>
            <a:ext cx="8595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中央大道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Central Avenue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83" name="文本框 382">
            <a:extLst>
              <a:ext uri="{FF2B5EF4-FFF2-40B4-BE49-F238E27FC236}">
                <a16:creationId xmlns:a16="http://schemas.microsoft.com/office/drawing/2014/main" id="{A261B64A-6701-3BBC-6B09-AE9D74CF1D15}"/>
              </a:ext>
            </a:extLst>
          </p:cNvPr>
          <p:cNvSpPr txBox="1"/>
          <p:nvPr/>
        </p:nvSpPr>
        <p:spPr>
          <a:xfrm>
            <a:off x="2788605" y="1019030"/>
            <a:ext cx="10631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吕岭北站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Lvling</a:t>
            </a:r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 North Station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85" name="文本框 384">
            <a:extLst>
              <a:ext uri="{FF2B5EF4-FFF2-40B4-BE49-F238E27FC236}">
                <a16:creationId xmlns:a16="http://schemas.microsoft.com/office/drawing/2014/main" id="{079228C6-25BC-532B-BCE4-43DBAB7915F1}"/>
              </a:ext>
            </a:extLst>
          </p:cNvPr>
          <p:cNvSpPr txBox="1"/>
          <p:nvPr/>
        </p:nvSpPr>
        <p:spPr>
          <a:xfrm>
            <a:off x="3497972" y="483926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海宁公园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Haining Park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87" name="文本框 386">
            <a:extLst>
              <a:ext uri="{FF2B5EF4-FFF2-40B4-BE49-F238E27FC236}">
                <a16:creationId xmlns:a16="http://schemas.microsoft.com/office/drawing/2014/main" id="{3AE804DD-4C83-FF0A-0443-FED6BD078581}"/>
              </a:ext>
            </a:extLst>
          </p:cNvPr>
          <p:cNvSpPr txBox="1"/>
          <p:nvPr/>
        </p:nvSpPr>
        <p:spPr>
          <a:xfrm>
            <a:off x="3711944" y="1019030"/>
            <a:ext cx="1502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海宁行政中心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Haining Administrative Center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91" name="文本框 390">
            <a:extLst>
              <a:ext uri="{FF2B5EF4-FFF2-40B4-BE49-F238E27FC236}">
                <a16:creationId xmlns:a16="http://schemas.microsoft.com/office/drawing/2014/main" id="{07D9FEC5-36CC-DD6B-C900-E3671BFB2E45}"/>
              </a:ext>
            </a:extLst>
          </p:cNvPr>
          <p:cNvSpPr txBox="1"/>
          <p:nvPr/>
        </p:nvSpPr>
        <p:spPr>
          <a:xfrm>
            <a:off x="5332712" y="1019030"/>
            <a:ext cx="5421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五通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latin typeface="+mn-ea"/>
                <a:cs typeface="Cascadia Code" panose="020B0609020000020004" pitchFamily="49" charset="0"/>
              </a:rPr>
              <a:t>Wutong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93" name="文本框 392">
            <a:extLst>
              <a:ext uri="{FF2B5EF4-FFF2-40B4-BE49-F238E27FC236}">
                <a16:creationId xmlns:a16="http://schemas.microsoft.com/office/drawing/2014/main" id="{DFA263AB-61EB-266F-2721-F02C55B77ABA}"/>
              </a:ext>
            </a:extLst>
          </p:cNvPr>
          <p:cNvSpPr txBox="1"/>
          <p:nvPr/>
        </p:nvSpPr>
        <p:spPr>
          <a:xfrm>
            <a:off x="5768561" y="483926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体育中心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Sports Center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95" name="文本框 394">
            <a:extLst>
              <a:ext uri="{FF2B5EF4-FFF2-40B4-BE49-F238E27FC236}">
                <a16:creationId xmlns:a16="http://schemas.microsoft.com/office/drawing/2014/main" id="{28726A5B-F60A-E58C-37BB-B170A1ED33A4}"/>
              </a:ext>
            </a:extLst>
          </p:cNvPr>
          <p:cNvSpPr txBox="1"/>
          <p:nvPr/>
        </p:nvSpPr>
        <p:spPr>
          <a:xfrm>
            <a:off x="6497136" y="1019030"/>
            <a:ext cx="4940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弋浔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latin typeface="+mn-ea"/>
                <a:cs typeface="Cascadia Code" panose="020B0609020000020004" pitchFamily="49" charset="0"/>
              </a:rPr>
              <a:t>Yixun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97" name="文本框 396">
            <a:extLst>
              <a:ext uri="{FF2B5EF4-FFF2-40B4-BE49-F238E27FC236}">
                <a16:creationId xmlns:a16="http://schemas.microsoft.com/office/drawing/2014/main" id="{B57FD0FD-5115-653E-42FD-61A5D980D563}"/>
              </a:ext>
            </a:extLst>
          </p:cNvPr>
          <p:cNvSpPr txBox="1"/>
          <p:nvPr/>
        </p:nvSpPr>
        <p:spPr>
          <a:xfrm>
            <a:off x="6745332" y="483926"/>
            <a:ext cx="11368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迁安人民公园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latin typeface="+mn-ea"/>
                <a:cs typeface="Cascadia Code" panose="020B0609020000020004" pitchFamily="49" charset="0"/>
              </a:rPr>
              <a:t>Qian’an</a:t>
            </a:r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 People’s Park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99" name="文本框 398">
            <a:extLst>
              <a:ext uri="{FF2B5EF4-FFF2-40B4-BE49-F238E27FC236}">
                <a16:creationId xmlns:a16="http://schemas.microsoft.com/office/drawing/2014/main" id="{C0D44F11-43EA-AD05-0183-7FBB24FB64C5}"/>
              </a:ext>
            </a:extLst>
          </p:cNvPr>
          <p:cNvSpPr txBox="1"/>
          <p:nvPr/>
        </p:nvSpPr>
        <p:spPr>
          <a:xfrm>
            <a:off x="7435645" y="972461"/>
            <a:ext cx="88998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00" b="1" dirty="0">
                <a:latin typeface="宋体" panose="02010600030101010101" pitchFamily="2" charset="-122"/>
                <a:ea typeface="宋体" panose="02010600030101010101" pitchFamily="2" charset="-122"/>
              </a:rPr>
              <a:t>北站西广场</a:t>
            </a:r>
            <a:endParaRPr lang="en-US" altLang="zh-CN" sz="11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Railway Station</a:t>
            </a: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West Square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403" name="文本框 402">
            <a:extLst>
              <a:ext uri="{FF2B5EF4-FFF2-40B4-BE49-F238E27FC236}">
                <a16:creationId xmlns:a16="http://schemas.microsoft.com/office/drawing/2014/main" id="{DA534C51-4226-B0EC-CD31-186B0E175BA0}"/>
              </a:ext>
            </a:extLst>
          </p:cNvPr>
          <p:cNvSpPr txBox="1"/>
          <p:nvPr/>
        </p:nvSpPr>
        <p:spPr>
          <a:xfrm>
            <a:off x="8036326" y="411621"/>
            <a:ext cx="8467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00" b="1" dirty="0">
                <a:latin typeface="宋体" panose="02010600030101010101" pitchFamily="2" charset="-122"/>
                <a:ea typeface="宋体" panose="02010600030101010101" pitchFamily="2" charset="-122"/>
              </a:rPr>
              <a:t>天海北站</a:t>
            </a:r>
            <a:endParaRPr lang="en-US" altLang="zh-CN" sz="11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latin typeface="+mn-ea"/>
                <a:cs typeface="Cascadia Code" panose="020B0609020000020004" pitchFamily="49" charset="0"/>
              </a:rPr>
              <a:t>Tianhai</a:t>
            </a:r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 North</a:t>
            </a: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Railway Station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grpSp>
        <p:nvGrpSpPr>
          <p:cNvPr id="408" name="组合 407">
            <a:extLst>
              <a:ext uri="{FF2B5EF4-FFF2-40B4-BE49-F238E27FC236}">
                <a16:creationId xmlns:a16="http://schemas.microsoft.com/office/drawing/2014/main" id="{8677ED8C-2D82-CC36-7198-68937F4C8925}"/>
              </a:ext>
            </a:extLst>
          </p:cNvPr>
          <p:cNvGrpSpPr/>
          <p:nvPr/>
        </p:nvGrpSpPr>
        <p:grpSpPr>
          <a:xfrm flipH="1">
            <a:off x="416338" y="893731"/>
            <a:ext cx="86486" cy="88006"/>
            <a:chOff x="3384914" y="1617979"/>
            <a:chExt cx="790846" cy="825340"/>
          </a:xfrm>
        </p:grpSpPr>
        <p:sp>
          <p:nvSpPr>
            <p:cNvPr id="405" name="箭头: 环形 404">
              <a:extLst>
                <a:ext uri="{FF2B5EF4-FFF2-40B4-BE49-F238E27FC236}">
                  <a16:creationId xmlns:a16="http://schemas.microsoft.com/office/drawing/2014/main" id="{F13469D3-9619-A265-98B2-D4A0C7A8AF12}"/>
                </a:ext>
              </a:extLst>
            </p:cNvPr>
            <p:cNvSpPr/>
            <p:nvPr/>
          </p:nvSpPr>
          <p:spPr>
            <a:xfrm>
              <a:off x="3384914" y="1617979"/>
              <a:ext cx="790846" cy="797055"/>
            </a:xfrm>
            <a:prstGeom prst="circular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07" name="箭头: 环形 406">
              <a:extLst>
                <a:ext uri="{FF2B5EF4-FFF2-40B4-BE49-F238E27FC236}">
                  <a16:creationId xmlns:a16="http://schemas.microsoft.com/office/drawing/2014/main" id="{8DDE24AF-2C34-78EE-9012-ADCFBE983803}"/>
                </a:ext>
              </a:extLst>
            </p:cNvPr>
            <p:cNvSpPr/>
            <p:nvPr/>
          </p:nvSpPr>
          <p:spPr>
            <a:xfrm flipH="1" flipV="1">
              <a:off x="3384914" y="1646263"/>
              <a:ext cx="790846" cy="797056"/>
            </a:xfrm>
            <a:prstGeom prst="circularArrow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444" name="图片 443">
            <a:extLst>
              <a:ext uri="{FF2B5EF4-FFF2-40B4-BE49-F238E27FC236}">
                <a16:creationId xmlns:a16="http://schemas.microsoft.com/office/drawing/2014/main" id="{854DD494-F935-BF76-6866-A59134A06C1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783" y="1232304"/>
            <a:ext cx="332273" cy="193917"/>
          </a:xfrm>
          <a:prstGeom prst="rect">
            <a:avLst/>
          </a:prstGeom>
        </p:spPr>
      </p:pic>
      <p:pic>
        <p:nvPicPr>
          <p:cNvPr id="452" name="图片 451">
            <a:extLst>
              <a:ext uri="{FF2B5EF4-FFF2-40B4-BE49-F238E27FC236}">
                <a16:creationId xmlns:a16="http://schemas.microsoft.com/office/drawing/2014/main" id="{03FB142A-E44B-66ED-3286-528B03143B6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5845" y="1079839"/>
            <a:ext cx="334150" cy="193917"/>
          </a:xfrm>
          <a:prstGeom prst="rect">
            <a:avLst/>
          </a:prstGeom>
        </p:spPr>
      </p:pic>
      <p:grpSp>
        <p:nvGrpSpPr>
          <p:cNvPr id="460" name="组合 459">
            <a:extLst>
              <a:ext uri="{FF2B5EF4-FFF2-40B4-BE49-F238E27FC236}">
                <a16:creationId xmlns:a16="http://schemas.microsoft.com/office/drawing/2014/main" id="{5D0869DD-0B71-55DD-8D2D-0451527EB1DA}"/>
              </a:ext>
            </a:extLst>
          </p:cNvPr>
          <p:cNvGrpSpPr/>
          <p:nvPr/>
        </p:nvGrpSpPr>
        <p:grpSpPr>
          <a:xfrm rot="1951028">
            <a:off x="8427983" y="890552"/>
            <a:ext cx="94574" cy="94923"/>
            <a:chOff x="1440520" y="1462484"/>
            <a:chExt cx="461631" cy="463336"/>
          </a:xfrm>
        </p:grpSpPr>
        <p:sp>
          <p:nvSpPr>
            <p:cNvPr id="456" name="箭头: 环形 455">
              <a:extLst>
                <a:ext uri="{FF2B5EF4-FFF2-40B4-BE49-F238E27FC236}">
                  <a16:creationId xmlns:a16="http://schemas.microsoft.com/office/drawing/2014/main" id="{8736CBC0-1EF0-0381-DD3C-549E0FC4D6F5}"/>
                </a:ext>
              </a:extLst>
            </p:cNvPr>
            <p:cNvSpPr/>
            <p:nvPr/>
          </p:nvSpPr>
          <p:spPr>
            <a:xfrm rot="338721" flipH="1">
              <a:off x="1446104" y="1476765"/>
              <a:ext cx="456047" cy="448158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13769514"/>
                <a:gd name="adj5" fmla="val 1250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57" name="箭头: 环形 456">
              <a:extLst>
                <a:ext uri="{FF2B5EF4-FFF2-40B4-BE49-F238E27FC236}">
                  <a16:creationId xmlns:a16="http://schemas.microsoft.com/office/drawing/2014/main" id="{0A1BE15B-29F6-0891-0EF3-2660C3D72F7F}"/>
                </a:ext>
              </a:extLst>
            </p:cNvPr>
            <p:cNvSpPr/>
            <p:nvPr/>
          </p:nvSpPr>
          <p:spPr>
            <a:xfrm rot="19710149" flipV="1">
              <a:off x="1446103" y="1477662"/>
              <a:ext cx="456047" cy="448158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15559861"/>
                <a:gd name="adj5" fmla="val 12500"/>
              </a:avLst>
            </a:prstGeom>
            <a:solidFill>
              <a:srgbClr val="FFC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59" name="箭头: 环形 458">
              <a:extLst>
                <a:ext uri="{FF2B5EF4-FFF2-40B4-BE49-F238E27FC236}">
                  <a16:creationId xmlns:a16="http://schemas.microsoft.com/office/drawing/2014/main" id="{8623B24D-3C33-4EC9-08E0-F90AAA3EA47E}"/>
                </a:ext>
              </a:extLst>
            </p:cNvPr>
            <p:cNvSpPr/>
            <p:nvPr/>
          </p:nvSpPr>
          <p:spPr>
            <a:xfrm rot="4784427" flipV="1">
              <a:off x="1436575" y="1466429"/>
              <a:ext cx="456047" cy="448158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15892767"/>
                <a:gd name="adj5" fmla="val 12500"/>
              </a:avLst>
            </a:prstGeom>
            <a:solidFill>
              <a:srgbClr val="52AB4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61" name="文本框 460">
            <a:extLst>
              <a:ext uri="{FF2B5EF4-FFF2-40B4-BE49-F238E27FC236}">
                <a16:creationId xmlns:a16="http://schemas.microsoft.com/office/drawing/2014/main" id="{89BF9CE8-F1BE-CB2A-D6D3-9F715AF23D08}"/>
              </a:ext>
            </a:extLst>
          </p:cNvPr>
          <p:cNvSpPr txBox="1"/>
          <p:nvPr/>
        </p:nvSpPr>
        <p:spPr>
          <a:xfrm>
            <a:off x="2824045" y="35893"/>
            <a:ext cx="34034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下一站：五通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200" dirty="0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rPr>
              <a:t>Next Station: </a:t>
            </a:r>
            <a:r>
              <a:rPr lang="en-US" altLang="zh-CN" sz="1200" dirty="0" err="1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rPr>
              <a:t>Wutong</a:t>
            </a:r>
            <a:r>
              <a:rPr lang="en-US" altLang="zh-CN" sz="1200" dirty="0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rPr>
              <a:t>.</a:t>
            </a:r>
            <a:endParaRPr lang="zh-CN" altLang="en-US" sz="1200" dirty="0">
              <a:latin typeface="Cascadia Code" panose="020B0609020000020004" pitchFamily="49" charset="0"/>
              <a:ea typeface="黑体" panose="02010609060101010101" pitchFamily="49" charset="-122"/>
              <a:cs typeface="Cascadia Code" panose="020B0609020000020004" pitchFamily="49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2573AE70-35E8-C6EC-8AAD-EEC7322A0497}"/>
              </a:ext>
            </a:extLst>
          </p:cNvPr>
          <p:cNvGrpSpPr/>
          <p:nvPr/>
        </p:nvGrpSpPr>
        <p:grpSpPr>
          <a:xfrm>
            <a:off x="5053163" y="806304"/>
            <a:ext cx="261017" cy="259843"/>
            <a:chOff x="501595" y="804920"/>
            <a:chExt cx="261017" cy="259843"/>
          </a:xfrm>
        </p:grpSpPr>
        <p:sp>
          <p:nvSpPr>
            <p:cNvPr id="2" name="箭头: V 形 1">
              <a:extLst>
                <a:ext uri="{FF2B5EF4-FFF2-40B4-BE49-F238E27FC236}">
                  <a16:creationId xmlns:a16="http://schemas.microsoft.com/office/drawing/2014/main" id="{C7C39E64-E765-F115-CC88-17F7C6888AE1}"/>
                </a:ext>
              </a:extLst>
            </p:cNvPr>
            <p:cNvSpPr/>
            <p:nvPr/>
          </p:nvSpPr>
          <p:spPr>
            <a:xfrm>
              <a:off x="501595" y="804920"/>
              <a:ext cx="153399" cy="259843"/>
            </a:xfrm>
            <a:prstGeom prst="chevron">
              <a:avLst>
                <a:gd name="adj" fmla="val 5528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箭头: V 形 5">
              <a:extLst>
                <a:ext uri="{FF2B5EF4-FFF2-40B4-BE49-F238E27FC236}">
                  <a16:creationId xmlns:a16="http://schemas.microsoft.com/office/drawing/2014/main" id="{CF333605-BE0E-1411-70AF-A4F6A22A1BCD}"/>
                </a:ext>
              </a:extLst>
            </p:cNvPr>
            <p:cNvSpPr/>
            <p:nvPr/>
          </p:nvSpPr>
          <p:spPr>
            <a:xfrm>
              <a:off x="609213" y="804920"/>
              <a:ext cx="153399" cy="259843"/>
            </a:xfrm>
            <a:prstGeom prst="chevron">
              <a:avLst>
                <a:gd name="adj" fmla="val 5528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73" name="文本框 372">
            <a:extLst>
              <a:ext uri="{FF2B5EF4-FFF2-40B4-BE49-F238E27FC236}">
                <a16:creationId xmlns:a16="http://schemas.microsoft.com/office/drawing/2014/main" id="{AEC572BA-5258-E445-5985-54A07FA55BA3}"/>
              </a:ext>
            </a:extLst>
          </p:cNvPr>
          <p:cNvSpPr txBox="1"/>
          <p:nvPr/>
        </p:nvSpPr>
        <p:spPr>
          <a:xfrm>
            <a:off x="114082" y="483926"/>
            <a:ext cx="7088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天海港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Tianhai</a:t>
            </a:r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 Port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89" name="文本框 388">
            <a:extLst>
              <a:ext uri="{FF2B5EF4-FFF2-40B4-BE49-F238E27FC236}">
                <a16:creationId xmlns:a16="http://schemas.microsoft.com/office/drawing/2014/main" id="{1E899C81-6DA6-EC23-4E61-0DDAD149D6C5}"/>
              </a:ext>
            </a:extLst>
          </p:cNvPr>
          <p:cNvSpPr txBox="1"/>
          <p:nvPr/>
        </p:nvSpPr>
        <p:spPr>
          <a:xfrm>
            <a:off x="4411249" y="483926"/>
            <a:ext cx="12442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海宁商务中心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Haining Business Center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4AB63A93-CA04-CA5B-6179-786FB1FA8844}"/>
              </a:ext>
            </a:extLst>
          </p:cNvPr>
          <p:cNvSpPr/>
          <p:nvPr/>
        </p:nvSpPr>
        <p:spPr>
          <a:xfrm rot="16200000" flipV="1">
            <a:off x="3252467" y="802397"/>
            <a:ext cx="149365" cy="115523"/>
          </a:xfrm>
          <a:prstGeom prst="homePlate">
            <a:avLst>
              <a:gd name="adj" fmla="val 41754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82F4A38E-1348-8C78-381B-19C40BD45D4E}"/>
              </a:ext>
            </a:extLst>
          </p:cNvPr>
          <p:cNvSpPr/>
          <p:nvPr/>
        </p:nvSpPr>
        <p:spPr>
          <a:xfrm>
            <a:off x="3262857" y="879787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4B606FC-4355-AC0F-BED3-9AA8C6EB85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2449" y="546366"/>
            <a:ext cx="463118" cy="270278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E6EA5089-ECF9-DB33-80DE-C6BE381D0FA0}"/>
              </a:ext>
            </a:extLst>
          </p:cNvPr>
          <p:cNvGrpSpPr/>
          <p:nvPr/>
        </p:nvGrpSpPr>
        <p:grpSpPr>
          <a:xfrm flipH="1">
            <a:off x="3287580" y="895239"/>
            <a:ext cx="86486" cy="88006"/>
            <a:chOff x="3384914" y="1617979"/>
            <a:chExt cx="790846" cy="825340"/>
          </a:xfrm>
        </p:grpSpPr>
        <p:sp>
          <p:nvSpPr>
            <p:cNvPr id="11" name="箭头: 环形 10">
              <a:extLst>
                <a:ext uri="{FF2B5EF4-FFF2-40B4-BE49-F238E27FC236}">
                  <a16:creationId xmlns:a16="http://schemas.microsoft.com/office/drawing/2014/main" id="{D1CD6490-0077-6A17-22C6-B3F8815592E8}"/>
                </a:ext>
              </a:extLst>
            </p:cNvPr>
            <p:cNvSpPr/>
            <p:nvPr/>
          </p:nvSpPr>
          <p:spPr>
            <a:xfrm>
              <a:off x="3384914" y="1617979"/>
              <a:ext cx="790846" cy="797055"/>
            </a:xfrm>
            <a:prstGeom prst="circular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箭头: 环形 11">
              <a:extLst>
                <a:ext uri="{FF2B5EF4-FFF2-40B4-BE49-F238E27FC236}">
                  <a16:creationId xmlns:a16="http://schemas.microsoft.com/office/drawing/2014/main" id="{84CF32D4-1186-F760-2A5E-4344C2B7AAFF}"/>
                </a:ext>
              </a:extLst>
            </p:cNvPr>
            <p:cNvSpPr/>
            <p:nvPr/>
          </p:nvSpPr>
          <p:spPr>
            <a:xfrm flipH="1" flipV="1">
              <a:off x="3384914" y="1646263"/>
              <a:ext cx="790846" cy="797056"/>
            </a:xfrm>
            <a:prstGeom prst="circularArrow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81918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1000" fill="hold"/>
                                        <p:tgtEl>
                                          <p:spTgt spid="4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63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80896E-7 3.85888E-6 L 0.02346 -0.00111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64" y="-11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B0A38-7A00-99BF-1795-C91B0B3B1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>
            <a:extLst>
              <a:ext uri="{FF2B5EF4-FFF2-40B4-BE49-F238E27FC236}">
                <a16:creationId xmlns:a16="http://schemas.microsoft.com/office/drawing/2014/main" id="{D64AE578-1DB6-B121-973F-C580353D230A}"/>
              </a:ext>
            </a:extLst>
          </p:cNvPr>
          <p:cNvSpPr txBox="1"/>
          <p:nvPr/>
        </p:nvSpPr>
        <p:spPr>
          <a:xfrm>
            <a:off x="516897" y="425228"/>
            <a:ext cx="113364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五通</a:t>
            </a:r>
            <a:endParaRPr lang="en-US" altLang="zh-CN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2000" dirty="0" err="1">
                <a:latin typeface="+mn-ea"/>
              </a:rPr>
              <a:t>Wutong</a:t>
            </a:r>
            <a:r>
              <a:rPr lang="en-US" altLang="zh-CN" sz="2000" dirty="0">
                <a:latin typeface="+mn-ea"/>
              </a:rPr>
              <a:t>.</a:t>
            </a:r>
            <a:endParaRPr lang="zh-CN" altLang="en-US" sz="2000" dirty="0">
              <a:latin typeface="+mn-ea"/>
            </a:endParaRPr>
          </a:p>
        </p:txBody>
      </p:sp>
      <p:grpSp>
        <p:nvGrpSpPr>
          <p:cNvPr id="648" name="组合 647">
            <a:extLst>
              <a:ext uri="{FF2B5EF4-FFF2-40B4-BE49-F238E27FC236}">
                <a16:creationId xmlns:a16="http://schemas.microsoft.com/office/drawing/2014/main" id="{6CD10E0B-790E-2B68-6336-8034DA84A72B}"/>
              </a:ext>
            </a:extLst>
          </p:cNvPr>
          <p:cNvGrpSpPr/>
          <p:nvPr/>
        </p:nvGrpSpPr>
        <p:grpSpPr>
          <a:xfrm>
            <a:off x="-4835331" y="564611"/>
            <a:ext cx="4713780" cy="347183"/>
            <a:chOff x="2180050" y="555098"/>
            <a:chExt cx="4713780" cy="347183"/>
          </a:xfrm>
        </p:grpSpPr>
        <p:grpSp>
          <p:nvGrpSpPr>
            <p:cNvPr id="631" name="组合 630">
              <a:extLst>
                <a:ext uri="{FF2B5EF4-FFF2-40B4-BE49-F238E27FC236}">
                  <a16:creationId xmlns:a16="http://schemas.microsoft.com/office/drawing/2014/main" id="{8B62E9C6-0454-5E38-D5C8-53FFBC3C42F3}"/>
                </a:ext>
              </a:extLst>
            </p:cNvPr>
            <p:cNvGrpSpPr/>
            <p:nvPr/>
          </p:nvGrpSpPr>
          <p:grpSpPr>
            <a:xfrm>
              <a:off x="3758078" y="601135"/>
              <a:ext cx="771789" cy="230164"/>
              <a:chOff x="2969309" y="601138"/>
              <a:chExt cx="771789" cy="230164"/>
            </a:xfrm>
          </p:grpSpPr>
          <p:sp>
            <p:nvSpPr>
              <p:cNvPr id="632" name="矩形 631">
                <a:extLst>
                  <a:ext uri="{FF2B5EF4-FFF2-40B4-BE49-F238E27FC236}">
                    <a16:creationId xmlns:a16="http://schemas.microsoft.com/office/drawing/2014/main" id="{3BF5D0AC-05A2-31A8-8A61-8E3C9EDFEFAD}"/>
                  </a:ext>
                </a:extLst>
              </p:cNvPr>
              <p:cNvSpPr/>
              <p:nvPr/>
            </p:nvSpPr>
            <p:spPr>
              <a:xfrm>
                <a:off x="2969309" y="601138"/>
                <a:ext cx="769621" cy="2301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3" name="矩形: 圆角 632">
                <a:extLst>
                  <a:ext uri="{FF2B5EF4-FFF2-40B4-BE49-F238E27FC236}">
                    <a16:creationId xmlns:a16="http://schemas.microsoft.com/office/drawing/2014/main" id="{458E2F7A-E604-2A88-DE35-866D4B6D8874}"/>
                  </a:ext>
                </a:extLst>
              </p:cNvPr>
              <p:cNvSpPr/>
              <p:nvPr/>
            </p:nvSpPr>
            <p:spPr>
              <a:xfrm>
                <a:off x="2971478" y="633445"/>
                <a:ext cx="769620" cy="97294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634" name="直接连接符 633">
                <a:extLst>
                  <a:ext uri="{FF2B5EF4-FFF2-40B4-BE49-F238E27FC236}">
                    <a16:creationId xmlns:a16="http://schemas.microsoft.com/office/drawing/2014/main" id="{9A96660B-ACD7-F6C6-D624-59C917049A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478" y="76426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5" name="直接连接符 634">
                <a:extLst>
                  <a:ext uri="{FF2B5EF4-FFF2-40B4-BE49-F238E27FC236}">
                    <a16:creationId xmlns:a16="http://schemas.microsoft.com/office/drawing/2014/main" id="{9B629E37-C7FD-31DC-47C5-3F0A1717BE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36399" y="63344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03" name="组合 602">
              <a:extLst>
                <a:ext uri="{FF2B5EF4-FFF2-40B4-BE49-F238E27FC236}">
                  <a16:creationId xmlns:a16="http://schemas.microsoft.com/office/drawing/2014/main" id="{18D4FD4D-1154-2C50-18F3-F018630C2447}"/>
                </a:ext>
              </a:extLst>
            </p:cNvPr>
            <p:cNvGrpSpPr/>
            <p:nvPr/>
          </p:nvGrpSpPr>
          <p:grpSpPr>
            <a:xfrm>
              <a:off x="2969309" y="601138"/>
              <a:ext cx="771789" cy="230164"/>
              <a:chOff x="2969309" y="601138"/>
              <a:chExt cx="771789" cy="230164"/>
            </a:xfrm>
          </p:grpSpPr>
          <p:sp>
            <p:nvSpPr>
              <p:cNvPr id="602" name="矩形 601">
                <a:extLst>
                  <a:ext uri="{FF2B5EF4-FFF2-40B4-BE49-F238E27FC236}">
                    <a16:creationId xmlns:a16="http://schemas.microsoft.com/office/drawing/2014/main" id="{3CFFEEF1-9E36-B52A-5D74-1D4C54961CD7}"/>
                  </a:ext>
                </a:extLst>
              </p:cNvPr>
              <p:cNvSpPr/>
              <p:nvPr/>
            </p:nvSpPr>
            <p:spPr>
              <a:xfrm>
                <a:off x="2969309" y="601138"/>
                <a:ext cx="769621" cy="2301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5" name="矩形: 圆角 134">
                <a:extLst>
                  <a:ext uri="{FF2B5EF4-FFF2-40B4-BE49-F238E27FC236}">
                    <a16:creationId xmlns:a16="http://schemas.microsoft.com/office/drawing/2014/main" id="{74CC44F8-05FD-7208-756D-64CEBE34D842}"/>
                  </a:ext>
                </a:extLst>
              </p:cNvPr>
              <p:cNvSpPr/>
              <p:nvPr/>
            </p:nvSpPr>
            <p:spPr>
              <a:xfrm>
                <a:off x="2971478" y="633445"/>
                <a:ext cx="769620" cy="97294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36" name="直接连接符 135">
                <a:extLst>
                  <a:ext uri="{FF2B5EF4-FFF2-40B4-BE49-F238E27FC236}">
                    <a16:creationId xmlns:a16="http://schemas.microsoft.com/office/drawing/2014/main" id="{314974F3-1030-DA87-0681-91E46EBB01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478" y="76426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直接连接符 136">
                <a:extLst>
                  <a:ext uri="{FF2B5EF4-FFF2-40B4-BE49-F238E27FC236}">
                    <a16:creationId xmlns:a16="http://schemas.microsoft.com/office/drawing/2014/main" id="{A9D78AD8-AF03-CF4A-309E-7E392979AA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36399" y="63344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4" name="组合 183">
              <a:extLst>
                <a:ext uri="{FF2B5EF4-FFF2-40B4-BE49-F238E27FC236}">
                  <a16:creationId xmlns:a16="http://schemas.microsoft.com/office/drawing/2014/main" id="{0A96965F-9ED5-9FC4-4E20-50AA6F2EBBFF}"/>
                </a:ext>
              </a:extLst>
            </p:cNvPr>
            <p:cNvGrpSpPr/>
            <p:nvPr/>
          </p:nvGrpSpPr>
          <p:grpSpPr>
            <a:xfrm flipH="1">
              <a:off x="6096902" y="601138"/>
              <a:ext cx="796928" cy="230167"/>
              <a:chOff x="2533557" y="715860"/>
              <a:chExt cx="796928" cy="230167"/>
            </a:xfrm>
          </p:grpSpPr>
          <p:sp>
            <p:nvSpPr>
              <p:cNvPr id="187" name="矩形: 圆角 186">
                <a:extLst>
                  <a:ext uri="{FF2B5EF4-FFF2-40B4-BE49-F238E27FC236}">
                    <a16:creationId xmlns:a16="http://schemas.microsoft.com/office/drawing/2014/main" id="{16878D48-FC3F-4931-E5C4-07C007F8DD4A}"/>
                  </a:ext>
                </a:extLst>
              </p:cNvPr>
              <p:cNvSpPr/>
              <p:nvPr/>
            </p:nvSpPr>
            <p:spPr>
              <a:xfrm>
                <a:off x="2533557" y="715860"/>
                <a:ext cx="783274" cy="230167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8" name="矩形: 圆角 187">
                <a:extLst>
                  <a:ext uri="{FF2B5EF4-FFF2-40B4-BE49-F238E27FC236}">
                    <a16:creationId xmlns:a16="http://schemas.microsoft.com/office/drawing/2014/main" id="{174791D6-9B1C-2588-4CA4-F35B02AEAF44}"/>
                  </a:ext>
                </a:extLst>
              </p:cNvPr>
              <p:cNvSpPr/>
              <p:nvPr/>
            </p:nvSpPr>
            <p:spPr>
              <a:xfrm>
                <a:off x="2601967" y="748165"/>
                <a:ext cx="728518" cy="97294"/>
              </a:xfrm>
              <a:prstGeom prst="roundRect">
                <a:avLst>
                  <a:gd name="adj" fmla="val 2937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91" name="直接连接符 190">
                <a:extLst>
                  <a:ext uri="{FF2B5EF4-FFF2-40B4-BE49-F238E27FC236}">
                    <a16:creationId xmlns:a16="http://schemas.microsoft.com/office/drawing/2014/main" id="{BE9C815E-69B1-0F7C-D9D1-454693BCAC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41223" y="87898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" name="直接连接符 255">
                <a:extLst>
                  <a:ext uri="{FF2B5EF4-FFF2-40B4-BE49-F238E27FC236}">
                    <a16:creationId xmlns:a16="http://schemas.microsoft.com/office/drawing/2014/main" id="{0A64F420-BB58-4DDD-D3CE-C3BD5FE11E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06144" y="74816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09" name="组合 608">
              <a:extLst>
                <a:ext uri="{FF2B5EF4-FFF2-40B4-BE49-F238E27FC236}">
                  <a16:creationId xmlns:a16="http://schemas.microsoft.com/office/drawing/2014/main" id="{5E1B0278-442D-DC5B-2179-FAF2E8EA311C}"/>
                </a:ext>
              </a:extLst>
            </p:cNvPr>
            <p:cNvGrpSpPr/>
            <p:nvPr/>
          </p:nvGrpSpPr>
          <p:grpSpPr>
            <a:xfrm>
              <a:off x="2180050" y="568597"/>
              <a:ext cx="836837" cy="295251"/>
              <a:chOff x="2180050" y="568597"/>
              <a:chExt cx="836837" cy="295251"/>
            </a:xfrm>
          </p:grpSpPr>
          <p:sp>
            <p:nvSpPr>
              <p:cNvPr id="601" name="矩形: 单圆角 600">
                <a:extLst>
                  <a:ext uri="{FF2B5EF4-FFF2-40B4-BE49-F238E27FC236}">
                    <a16:creationId xmlns:a16="http://schemas.microsoft.com/office/drawing/2014/main" id="{8E061E17-6E90-426E-7FBC-EEA710EA85BE}"/>
                  </a:ext>
                </a:extLst>
              </p:cNvPr>
              <p:cNvSpPr/>
              <p:nvPr/>
            </p:nvSpPr>
            <p:spPr>
              <a:xfrm flipH="1">
                <a:off x="2180050" y="601138"/>
                <a:ext cx="779683" cy="230167"/>
              </a:xfrm>
              <a:prstGeom prst="round1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8" name="矩形: 圆角 507">
                <a:extLst>
                  <a:ext uri="{FF2B5EF4-FFF2-40B4-BE49-F238E27FC236}">
                    <a16:creationId xmlns:a16="http://schemas.microsoft.com/office/drawing/2014/main" id="{E3841AB5-83FC-41F7-2256-EFD7A20F8DDE}"/>
                  </a:ext>
                </a:extLst>
              </p:cNvPr>
              <p:cNvSpPr/>
              <p:nvPr/>
            </p:nvSpPr>
            <p:spPr>
              <a:xfrm>
                <a:off x="2248948" y="633445"/>
                <a:ext cx="767939" cy="97294"/>
              </a:xfrm>
              <a:prstGeom prst="roundRect">
                <a:avLst>
                  <a:gd name="adj" fmla="val 2937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509" name="直接连接符 508">
                <a:extLst>
                  <a:ext uri="{FF2B5EF4-FFF2-40B4-BE49-F238E27FC236}">
                    <a16:creationId xmlns:a16="http://schemas.microsoft.com/office/drawing/2014/main" id="{FCD428FE-E0D5-D692-41AC-832CE8DBC9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88205" y="76426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0" name="直接连接符 509">
                <a:extLst>
                  <a:ext uri="{FF2B5EF4-FFF2-40B4-BE49-F238E27FC236}">
                    <a16:creationId xmlns:a16="http://schemas.microsoft.com/office/drawing/2014/main" id="{BCC92350-44D5-3391-A0BB-F2337B3A56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53126" y="63344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6" name="直接连接符 505">
                <a:extLst>
                  <a:ext uri="{FF2B5EF4-FFF2-40B4-BE49-F238E27FC236}">
                    <a16:creationId xmlns:a16="http://schemas.microsoft.com/office/drawing/2014/main" id="{4943C57B-9364-EC32-7873-5E328D0705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63813" y="568597"/>
                <a:ext cx="0" cy="295251"/>
              </a:xfrm>
              <a:prstGeom prst="line">
                <a:avLst/>
              </a:prstGeom>
              <a:ln w="254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2" name="矩形 161">
              <a:extLst>
                <a:ext uri="{FF2B5EF4-FFF2-40B4-BE49-F238E27FC236}">
                  <a16:creationId xmlns:a16="http://schemas.microsoft.com/office/drawing/2014/main" id="{79BCC4D9-DAB9-0883-7115-B68C298A986A}"/>
                </a:ext>
              </a:extLst>
            </p:cNvPr>
            <p:cNvSpPr/>
            <p:nvPr/>
          </p:nvSpPr>
          <p:spPr>
            <a:xfrm>
              <a:off x="3758981" y="555098"/>
              <a:ext cx="790456" cy="347183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b="1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当前车厢</a:t>
              </a:r>
              <a:endParaRPr lang="en-US" altLang="zh-CN" sz="11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ctr"/>
              <a:r>
                <a:rPr lang="zh-CN" altLang="zh-CN" sz="800" dirty="0"/>
                <a:t>Current Car</a:t>
              </a:r>
            </a:p>
          </p:txBody>
        </p:sp>
        <p:sp>
          <p:nvSpPr>
            <p:cNvPr id="611" name="矩形: 单圆角 610">
              <a:extLst>
                <a:ext uri="{FF2B5EF4-FFF2-40B4-BE49-F238E27FC236}">
                  <a16:creationId xmlns:a16="http://schemas.microsoft.com/office/drawing/2014/main" id="{FE95A6F6-C738-6AC7-90A2-12D091C63477}"/>
                </a:ext>
              </a:extLst>
            </p:cNvPr>
            <p:cNvSpPr/>
            <p:nvPr/>
          </p:nvSpPr>
          <p:spPr>
            <a:xfrm>
              <a:off x="6108241" y="601135"/>
              <a:ext cx="779683" cy="230167"/>
            </a:xfrm>
            <a:prstGeom prst="round1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2" name="矩形: 圆角 611">
              <a:extLst>
                <a:ext uri="{FF2B5EF4-FFF2-40B4-BE49-F238E27FC236}">
                  <a16:creationId xmlns:a16="http://schemas.microsoft.com/office/drawing/2014/main" id="{190D788A-009D-008D-322F-FF4A2C0CAF4C}"/>
                </a:ext>
              </a:extLst>
            </p:cNvPr>
            <p:cNvSpPr/>
            <p:nvPr/>
          </p:nvSpPr>
          <p:spPr>
            <a:xfrm flipH="1">
              <a:off x="6051087" y="633442"/>
              <a:ext cx="767939" cy="97294"/>
            </a:xfrm>
            <a:prstGeom prst="roundRect">
              <a:avLst>
                <a:gd name="adj" fmla="val 2937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13" name="直接连接符 612">
              <a:extLst>
                <a:ext uri="{FF2B5EF4-FFF2-40B4-BE49-F238E27FC236}">
                  <a16:creationId xmlns:a16="http://schemas.microsoft.com/office/drawing/2014/main" id="{188BFB36-5ECB-FFA3-BF96-1C77084F9E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11828" y="764259"/>
              <a:ext cx="767941" cy="0"/>
            </a:xfrm>
            <a:prstGeom prst="line">
              <a:avLst/>
            </a:prstGeom>
            <a:ln>
              <a:solidFill>
                <a:srgbClr val="E6001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4" name="直接连接符 613">
              <a:extLst>
                <a:ext uri="{FF2B5EF4-FFF2-40B4-BE49-F238E27FC236}">
                  <a16:creationId xmlns:a16="http://schemas.microsoft.com/office/drawing/2014/main" id="{180416D0-8716-BE30-9BF9-528746287B5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14848" y="633442"/>
              <a:ext cx="0" cy="9729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25199B8B-CDD7-F2DA-EEDB-3439CE4A3F2F}"/>
                </a:ext>
              </a:extLst>
            </p:cNvPr>
            <p:cNvCxnSpPr>
              <a:cxnSpLocks/>
            </p:cNvCxnSpPr>
            <p:nvPr/>
          </p:nvCxnSpPr>
          <p:spPr>
            <a:xfrm>
              <a:off x="3747086" y="568597"/>
              <a:ext cx="0" cy="295251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36" name="组合 635">
              <a:extLst>
                <a:ext uri="{FF2B5EF4-FFF2-40B4-BE49-F238E27FC236}">
                  <a16:creationId xmlns:a16="http://schemas.microsoft.com/office/drawing/2014/main" id="{185ADF3B-7DEF-06DC-41E0-298BBBCACA16}"/>
                </a:ext>
              </a:extLst>
            </p:cNvPr>
            <p:cNvGrpSpPr/>
            <p:nvPr/>
          </p:nvGrpSpPr>
          <p:grpSpPr>
            <a:xfrm>
              <a:off x="4548425" y="601135"/>
              <a:ext cx="771789" cy="230164"/>
              <a:chOff x="2969309" y="601138"/>
              <a:chExt cx="771789" cy="230164"/>
            </a:xfrm>
          </p:grpSpPr>
          <p:sp>
            <p:nvSpPr>
              <p:cNvPr id="637" name="矩形 636">
                <a:extLst>
                  <a:ext uri="{FF2B5EF4-FFF2-40B4-BE49-F238E27FC236}">
                    <a16:creationId xmlns:a16="http://schemas.microsoft.com/office/drawing/2014/main" id="{22E74602-5381-9F13-2785-9DFE4287DF5B}"/>
                  </a:ext>
                </a:extLst>
              </p:cNvPr>
              <p:cNvSpPr/>
              <p:nvPr/>
            </p:nvSpPr>
            <p:spPr>
              <a:xfrm>
                <a:off x="2969309" y="601138"/>
                <a:ext cx="769621" cy="2301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8" name="矩形: 圆角 637">
                <a:extLst>
                  <a:ext uri="{FF2B5EF4-FFF2-40B4-BE49-F238E27FC236}">
                    <a16:creationId xmlns:a16="http://schemas.microsoft.com/office/drawing/2014/main" id="{40CFBA8E-5284-053C-45DB-7A0D0624D5F2}"/>
                  </a:ext>
                </a:extLst>
              </p:cNvPr>
              <p:cNvSpPr/>
              <p:nvPr/>
            </p:nvSpPr>
            <p:spPr>
              <a:xfrm>
                <a:off x="2971478" y="633445"/>
                <a:ext cx="769620" cy="97294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639" name="直接连接符 638">
                <a:extLst>
                  <a:ext uri="{FF2B5EF4-FFF2-40B4-BE49-F238E27FC236}">
                    <a16:creationId xmlns:a16="http://schemas.microsoft.com/office/drawing/2014/main" id="{A4280B78-D8DF-98AF-F852-1E56E7A07C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478" y="76426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0" name="直接连接符 639">
                <a:extLst>
                  <a:ext uri="{FF2B5EF4-FFF2-40B4-BE49-F238E27FC236}">
                    <a16:creationId xmlns:a16="http://schemas.microsoft.com/office/drawing/2014/main" id="{3DADC921-8082-5764-6591-840E2BBFDBE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36399" y="63344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41" name="直接连接符 640">
              <a:extLst>
                <a:ext uri="{FF2B5EF4-FFF2-40B4-BE49-F238E27FC236}">
                  <a16:creationId xmlns:a16="http://schemas.microsoft.com/office/drawing/2014/main" id="{BF38B75F-4214-25BF-2401-2D9C771BD76C}"/>
                </a:ext>
              </a:extLst>
            </p:cNvPr>
            <p:cNvCxnSpPr>
              <a:cxnSpLocks/>
            </p:cNvCxnSpPr>
            <p:nvPr/>
          </p:nvCxnSpPr>
          <p:spPr>
            <a:xfrm>
              <a:off x="4537433" y="568597"/>
              <a:ext cx="0" cy="295251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42" name="组合 641">
              <a:extLst>
                <a:ext uri="{FF2B5EF4-FFF2-40B4-BE49-F238E27FC236}">
                  <a16:creationId xmlns:a16="http://schemas.microsoft.com/office/drawing/2014/main" id="{C30088FE-4960-D80E-F1E1-245C804394D8}"/>
                </a:ext>
              </a:extLst>
            </p:cNvPr>
            <p:cNvGrpSpPr/>
            <p:nvPr/>
          </p:nvGrpSpPr>
          <p:grpSpPr>
            <a:xfrm>
              <a:off x="5330874" y="601132"/>
              <a:ext cx="771789" cy="230164"/>
              <a:chOff x="2969309" y="601138"/>
              <a:chExt cx="771789" cy="230164"/>
            </a:xfrm>
          </p:grpSpPr>
          <p:sp>
            <p:nvSpPr>
              <p:cNvPr id="643" name="矩形 642">
                <a:extLst>
                  <a:ext uri="{FF2B5EF4-FFF2-40B4-BE49-F238E27FC236}">
                    <a16:creationId xmlns:a16="http://schemas.microsoft.com/office/drawing/2014/main" id="{36B54652-0901-D167-D41F-8CAF9C9347BD}"/>
                  </a:ext>
                </a:extLst>
              </p:cNvPr>
              <p:cNvSpPr/>
              <p:nvPr/>
            </p:nvSpPr>
            <p:spPr>
              <a:xfrm>
                <a:off x="2969309" y="601138"/>
                <a:ext cx="769621" cy="2301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4" name="矩形: 圆角 643">
                <a:extLst>
                  <a:ext uri="{FF2B5EF4-FFF2-40B4-BE49-F238E27FC236}">
                    <a16:creationId xmlns:a16="http://schemas.microsoft.com/office/drawing/2014/main" id="{A9150696-E253-32E9-FF2A-E0DF450521C1}"/>
                  </a:ext>
                </a:extLst>
              </p:cNvPr>
              <p:cNvSpPr/>
              <p:nvPr/>
            </p:nvSpPr>
            <p:spPr>
              <a:xfrm>
                <a:off x="2971478" y="633445"/>
                <a:ext cx="769620" cy="97294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645" name="直接连接符 644">
                <a:extLst>
                  <a:ext uri="{FF2B5EF4-FFF2-40B4-BE49-F238E27FC236}">
                    <a16:creationId xmlns:a16="http://schemas.microsoft.com/office/drawing/2014/main" id="{BF00EB98-3F45-FE45-E702-D47B3FC96E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478" y="76426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6" name="直接连接符 645">
                <a:extLst>
                  <a:ext uri="{FF2B5EF4-FFF2-40B4-BE49-F238E27FC236}">
                    <a16:creationId xmlns:a16="http://schemas.microsoft.com/office/drawing/2014/main" id="{059E6A5C-5F29-5433-B7F4-98DC37D386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36399" y="63344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47" name="直接连接符 646">
              <a:extLst>
                <a:ext uri="{FF2B5EF4-FFF2-40B4-BE49-F238E27FC236}">
                  <a16:creationId xmlns:a16="http://schemas.microsoft.com/office/drawing/2014/main" id="{2F39B43B-FF8D-E13D-4393-7722231A0787}"/>
                </a:ext>
              </a:extLst>
            </p:cNvPr>
            <p:cNvCxnSpPr>
              <a:cxnSpLocks/>
            </p:cNvCxnSpPr>
            <p:nvPr/>
          </p:nvCxnSpPr>
          <p:spPr>
            <a:xfrm>
              <a:off x="5319882" y="568594"/>
              <a:ext cx="0" cy="295251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5" name="直接连接符 614">
              <a:extLst>
                <a:ext uri="{FF2B5EF4-FFF2-40B4-BE49-F238E27FC236}">
                  <a16:creationId xmlns:a16="http://schemas.microsoft.com/office/drawing/2014/main" id="{69C6894D-B042-C7C5-8038-8779C11D5C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4161" y="568594"/>
              <a:ext cx="0" cy="295251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0660F43-169C-4023-F926-6545D8409621}"/>
              </a:ext>
            </a:extLst>
          </p:cNvPr>
          <p:cNvSpPr/>
          <p:nvPr/>
        </p:nvSpPr>
        <p:spPr>
          <a:xfrm>
            <a:off x="7671197" y="486678"/>
            <a:ext cx="275749" cy="622300"/>
          </a:xfrm>
          <a:custGeom>
            <a:avLst/>
            <a:gdLst>
              <a:gd name="csX0" fmla="*/ 43894 w 275749"/>
              <a:gd name="csY0" fmla="*/ 63500 h 622300"/>
              <a:gd name="csX1" fmla="*/ 43894 w 275749"/>
              <a:gd name="csY1" fmla="*/ 251460 h 622300"/>
              <a:gd name="csX2" fmla="*/ 231854 w 275749"/>
              <a:gd name="csY2" fmla="*/ 251460 h 622300"/>
              <a:gd name="csX3" fmla="*/ 231854 w 275749"/>
              <a:gd name="csY3" fmla="*/ 63500 h 622300"/>
              <a:gd name="csX4" fmla="*/ 0 w 275749"/>
              <a:gd name="csY4" fmla="*/ 0 h 622300"/>
              <a:gd name="csX5" fmla="*/ 275749 w 275749"/>
              <a:gd name="csY5" fmla="*/ 0 h 622300"/>
              <a:gd name="csX6" fmla="*/ 275749 w 275749"/>
              <a:gd name="csY6" fmla="*/ 622300 h 622300"/>
              <a:gd name="csX7" fmla="*/ 0 w 275749"/>
              <a:gd name="csY7" fmla="*/ 622300 h 6223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75749" h="622300">
                <a:moveTo>
                  <a:pt x="43894" y="63500"/>
                </a:moveTo>
                <a:lnTo>
                  <a:pt x="43894" y="251460"/>
                </a:lnTo>
                <a:lnTo>
                  <a:pt x="231854" y="251460"/>
                </a:lnTo>
                <a:lnTo>
                  <a:pt x="231854" y="63500"/>
                </a:lnTo>
                <a:close/>
                <a:moveTo>
                  <a:pt x="0" y="0"/>
                </a:moveTo>
                <a:lnTo>
                  <a:pt x="275749" y="0"/>
                </a:lnTo>
                <a:lnTo>
                  <a:pt x="275749" y="622300"/>
                </a:lnTo>
                <a:lnTo>
                  <a:pt x="0" y="62230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76D7F35B-CC30-5DCB-2AF0-02294CF13225}"/>
              </a:ext>
            </a:extLst>
          </p:cNvPr>
          <p:cNvSpPr/>
          <p:nvPr/>
        </p:nvSpPr>
        <p:spPr>
          <a:xfrm>
            <a:off x="7946946" y="486678"/>
            <a:ext cx="275749" cy="622300"/>
          </a:xfrm>
          <a:custGeom>
            <a:avLst/>
            <a:gdLst>
              <a:gd name="csX0" fmla="*/ 43894 w 275749"/>
              <a:gd name="csY0" fmla="*/ 63500 h 622300"/>
              <a:gd name="csX1" fmla="*/ 43894 w 275749"/>
              <a:gd name="csY1" fmla="*/ 251460 h 622300"/>
              <a:gd name="csX2" fmla="*/ 231854 w 275749"/>
              <a:gd name="csY2" fmla="*/ 251460 h 622300"/>
              <a:gd name="csX3" fmla="*/ 231854 w 275749"/>
              <a:gd name="csY3" fmla="*/ 63500 h 622300"/>
              <a:gd name="csX4" fmla="*/ 0 w 275749"/>
              <a:gd name="csY4" fmla="*/ 0 h 622300"/>
              <a:gd name="csX5" fmla="*/ 275749 w 275749"/>
              <a:gd name="csY5" fmla="*/ 0 h 622300"/>
              <a:gd name="csX6" fmla="*/ 275749 w 275749"/>
              <a:gd name="csY6" fmla="*/ 622300 h 622300"/>
              <a:gd name="csX7" fmla="*/ 0 w 275749"/>
              <a:gd name="csY7" fmla="*/ 622300 h 6223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75749" h="622300">
                <a:moveTo>
                  <a:pt x="43894" y="63500"/>
                </a:moveTo>
                <a:lnTo>
                  <a:pt x="43894" y="251460"/>
                </a:lnTo>
                <a:lnTo>
                  <a:pt x="231854" y="251460"/>
                </a:lnTo>
                <a:lnTo>
                  <a:pt x="231854" y="63500"/>
                </a:lnTo>
                <a:close/>
                <a:moveTo>
                  <a:pt x="0" y="0"/>
                </a:moveTo>
                <a:lnTo>
                  <a:pt x="275749" y="0"/>
                </a:lnTo>
                <a:lnTo>
                  <a:pt x="275749" y="622300"/>
                </a:lnTo>
                <a:lnTo>
                  <a:pt x="0" y="62230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20" name="箭头: 上 19">
            <a:extLst>
              <a:ext uri="{FF2B5EF4-FFF2-40B4-BE49-F238E27FC236}">
                <a16:creationId xmlns:a16="http://schemas.microsoft.com/office/drawing/2014/main" id="{41ADF381-2B51-7547-40E6-F138A5135F02}"/>
              </a:ext>
            </a:extLst>
          </p:cNvPr>
          <p:cNvSpPr/>
          <p:nvPr/>
        </p:nvSpPr>
        <p:spPr>
          <a:xfrm>
            <a:off x="7802166" y="882994"/>
            <a:ext cx="289560" cy="281940"/>
          </a:xfrm>
          <a:prstGeom prst="upArrow">
            <a:avLst>
              <a:gd name="adj1" fmla="val 53947"/>
              <a:gd name="adj2" fmla="val 5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scene3d>
            <a:camera prst="orthographicFront">
              <a:rot lat="3600003" lon="21599986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EF03608-13F1-A7D4-9295-20ABF26ECEB9}"/>
              </a:ext>
            </a:extLst>
          </p:cNvPr>
          <p:cNvSpPr/>
          <p:nvPr/>
        </p:nvSpPr>
        <p:spPr>
          <a:xfrm>
            <a:off x="0" y="0"/>
            <a:ext cx="8999538" cy="438912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E6FEFBFD-F89A-CEB8-5FED-1AFCE20F83C8}"/>
              </a:ext>
            </a:extLst>
          </p:cNvPr>
          <p:cNvSpPr/>
          <p:nvPr/>
        </p:nvSpPr>
        <p:spPr>
          <a:xfrm>
            <a:off x="2408841" y="54864"/>
            <a:ext cx="4181856" cy="329184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53" name="组合 152">
            <a:extLst>
              <a:ext uri="{FF2B5EF4-FFF2-40B4-BE49-F238E27FC236}">
                <a16:creationId xmlns:a16="http://schemas.microsoft.com/office/drawing/2014/main" id="{DE46E2A4-863A-A715-6FDD-859D240919C8}"/>
              </a:ext>
            </a:extLst>
          </p:cNvPr>
          <p:cNvGrpSpPr/>
          <p:nvPr/>
        </p:nvGrpSpPr>
        <p:grpSpPr>
          <a:xfrm>
            <a:off x="390597" y="4959"/>
            <a:ext cx="1280134" cy="431250"/>
            <a:chOff x="188770" y="-11103"/>
            <a:chExt cx="1280134" cy="431250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9A20B891-7130-E13A-CA80-6F2F52CA7639}"/>
                </a:ext>
              </a:extLst>
            </p:cNvPr>
            <p:cNvSpPr/>
            <p:nvPr/>
          </p:nvSpPr>
          <p:spPr>
            <a:xfrm>
              <a:off x="188770" y="47240"/>
              <a:ext cx="1221882" cy="329184"/>
            </a:xfrm>
            <a:prstGeom prst="roundRect">
              <a:avLst>
                <a:gd name="adj" fmla="val 1882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8" name="文本框 147">
              <a:extLst>
                <a:ext uri="{FF2B5EF4-FFF2-40B4-BE49-F238E27FC236}">
                  <a16:creationId xmlns:a16="http://schemas.microsoft.com/office/drawing/2014/main" id="{496C59CB-4433-5C8E-B88C-77ACACF32919}"/>
                </a:ext>
              </a:extLst>
            </p:cNvPr>
            <p:cNvSpPr txBox="1"/>
            <p:nvPr/>
          </p:nvSpPr>
          <p:spPr>
            <a:xfrm>
              <a:off x="496280" y="-11103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黑体" panose="02010609060101010101" pitchFamily="49" charset="-122"/>
                  <a:ea typeface="黑体" panose="02010609060101010101" pitchFamily="49" charset="-122"/>
                </a:rPr>
                <a:t>天海地铁</a:t>
              </a:r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75BEE17B-A8D6-5254-1F5D-5AD34951DAC3}"/>
                </a:ext>
              </a:extLst>
            </p:cNvPr>
            <p:cNvSpPr txBox="1"/>
            <p:nvPr/>
          </p:nvSpPr>
          <p:spPr>
            <a:xfrm>
              <a:off x="500369" y="204703"/>
              <a:ext cx="96853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00" dirty="0" err="1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Tianhai</a:t>
              </a:r>
              <a:r>
                <a:rPr lang="en-US" altLang="zh-CN" sz="800" dirty="0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 Metro</a:t>
              </a:r>
              <a:endParaRPr lang="zh-CN" altLang="en-US" sz="800" dirty="0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endParaRPr>
            </a:p>
          </p:txBody>
        </p:sp>
        <p:pic>
          <p:nvPicPr>
            <p:cNvPr id="152" name="图片 151">
              <a:extLst>
                <a:ext uri="{FF2B5EF4-FFF2-40B4-BE49-F238E27FC236}">
                  <a16:creationId xmlns:a16="http://schemas.microsoft.com/office/drawing/2014/main" id="{8E2392B6-C6DE-C5FC-55F1-CBB5ED5AE5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7754" y="54959"/>
              <a:ext cx="313746" cy="313746"/>
            </a:xfrm>
            <a:prstGeom prst="rect">
              <a:avLst/>
            </a:prstGeom>
          </p:spPr>
        </p:pic>
      </p:grpSp>
      <p:sp>
        <p:nvSpPr>
          <p:cNvPr id="167" name="文本框 166">
            <a:extLst>
              <a:ext uri="{FF2B5EF4-FFF2-40B4-BE49-F238E27FC236}">
                <a16:creationId xmlns:a16="http://schemas.microsoft.com/office/drawing/2014/main" id="{ACB1C0DC-54D0-DACB-36FD-F81C979F2DBA}"/>
              </a:ext>
            </a:extLst>
          </p:cNvPr>
          <p:cNvSpPr txBox="1"/>
          <p:nvPr/>
        </p:nvSpPr>
        <p:spPr>
          <a:xfrm>
            <a:off x="7601248" y="16203"/>
            <a:ext cx="1847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75" name="组合 174">
            <a:extLst>
              <a:ext uri="{FF2B5EF4-FFF2-40B4-BE49-F238E27FC236}">
                <a16:creationId xmlns:a16="http://schemas.microsoft.com/office/drawing/2014/main" id="{49A33068-31C7-45EE-6661-972C6FB70AF4}"/>
              </a:ext>
            </a:extLst>
          </p:cNvPr>
          <p:cNvGrpSpPr/>
          <p:nvPr/>
        </p:nvGrpSpPr>
        <p:grpSpPr>
          <a:xfrm>
            <a:off x="8140497" y="13642"/>
            <a:ext cx="821036" cy="400110"/>
            <a:chOff x="1526333" y="4012"/>
            <a:chExt cx="821036" cy="400110"/>
          </a:xfrm>
        </p:grpSpPr>
        <p:sp>
          <p:nvSpPr>
            <p:cNvPr id="176" name="矩形: 圆角 175">
              <a:extLst>
                <a:ext uri="{FF2B5EF4-FFF2-40B4-BE49-F238E27FC236}">
                  <a16:creationId xmlns:a16="http://schemas.microsoft.com/office/drawing/2014/main" id="{034D63AC-ADD3-165C-3366-BEFDA1E8816F}"/>
                </a:ext>
              </a:extLst>
            </p:cNvPr>
            <p:cNvSpPr/>
            <p:nvPr/>
          </p:nvSpPr>
          <p:spPr>
            <a:xfrm flipH="1">
              <a:off x="1526333" y="54864"/>
              <a:ext cx="753551" cy="329184"/>
            </a:xfrm>
            <a:prstGeom prst="roundRect">
              <a:avLst>
                <a:gd name="adj" fmla="val 1882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7" name="文本框 176">
              <a:extLst>
                <a:ext uri="{FF2B5EF4-FFF2-40B4-BE49-F238E27FC236}">
                  <a16:creationId xmlns:a16="http://schemas.microsoft.com/office/drawing/2014/main" id="{C499A069-983F-4066-AC91-1F26118FFA16}"/>
                </a:ext>
              </a:extLst>
            </p:cNvPr>
            <p:cNvSpPr txBox="1"/>
            <p:nvPr/>
          </p:nvSpPr>
          <p:spPr>
            <a:xfrm>
              <a:off x="1792890" y="4012"/>
              <a:ext cx="5544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latin typeface="黑体" panose="02010609060101010101" pitchFamily="49" charset="-122"/>
                  <a:ea typeface="黑体" panose="02010609060101010101" pitchFamily="49" charset="-122"/>
                </a:rPr>
                <a:t>号线</a:t>
              </a:r>
              <a:endPara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r>
                <a:rPr lang="en-US" altLang="zh-CN" sz="800" dirty="0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 Line</a:t>
              </a:r>
              <a:endParaRPr lang="zh-CN" altLang="en-US" sz="800" dirty="0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endParaRPr>
            </a:p>
          </p:txBody>
        </p:sp>
        <p:sp>
          <p:nvSpPr>
            <p:cNvPr id="178" name="矩形: 圆角 177">
              <a:extLst>
                <a:ext uri="{FF2B5EF4-FFF2-40B4-BE49-F238E27FC236}">
                  <a16:creationId xmlns:a16="http://schemas.microsoft.com/office/drawing/2014/main" id="{16D7D1BA-33EB-1115-4325-8589C016380A}"/>
                </a:ext>
              </a:extLst>
            </p:cNvPr>
            <p:cNvSpPr/>
            <p:nvPr/>
          </p:nvSpPr>
          <p:spPr>
            <a:xfrm flipH="1">
              <a:off x="1557516" y="75456"/>
              <a:ext cx="288000" cy="288000"/>
            </a:xfrm>
            <a:prstGeom prst="roundRect">
              <a:avLst>
                <a:gd name="adj" fmla="val 18827"/>
              </a:avLst>
            </a:prstGeom>
            <a:solidFill>
              <a:srgbClr val="E6001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9" name="文本框 178">
              <a:extLst>
                <a:ext uri="{FF2B5EF4-FFF2-40B4-BE49-F238E27FC236}">
                  <a16:creationId xmlns:a16="http://schemas.microsoft.com/office/drawing/2014/main" id="{ADDFC000-E887-75CF-E936-46B04ADCA6E9}"/>
                </a:ext>
              </a:extLst>
            </p:cNvPr>
            <p:cNvSpPr txBox="1"/>
            <p:nvPr/>
          </p:nvSpPr>
          <p:spPr>
            <a:xfrm>
              <a:off x="1542658" y="34790"/>
              <a:ext cx="317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1</a:t>
              </a:r>
              <a:endParaRPr lang="zh-CN" altLang="en-US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sp>
        <p:nvSpPr>
          <p:cNvPr id="181" name="矩形: 圆角 180">
            <a:extLst>
              <a:ext uri="{FF2B5EF4-FFF2-40B4-BE49-F238E27FC236}">
                <a16:creationId xmlns:a16="http://schemas.microsoft.com/office/drawing/2014/main" id="{763167ED-FAE8-2CCB-AE8F-BB16AE7D8BF9}"/>
              </a:ext>
            </a:extLst>
          </p:cNvPr>
          <p:cNvSpPr/>
          <p:nvPr/>
        </p:nvSpPr>
        <p:spPr>
          <a:xfrm flipH="1">
            <a:off x="7121513" y="62216"/>
            <a:ext cx="959469" cy="329184"/>
          </a:xfrm>
          <a:prstGeom prst="roundRect">
            <a:avLst>
              <a:gd name="adj" fmla="val 188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6" name="文本框 185">
            <a:extLst>
              <a:ext uri="{FF2B5EF4-FFF2-40B4-BE49-F238E27FC236}">
                <a16:creationId xmlns:a16="http://schemas.microsoft.com/office/drawing/2014/main" id="{212E833E-31A9-5EE6-F281-01C59A10E316}"/>
              </a:ext>
            </a:extLst>
          </p:cNvPr>
          <p:cNvSpPr txBox="1"/>
          <p:nvPr/>
        </p:nvSpPr>
        <p:spPr>
          <a:xfrm>
            <a:off x="7075351" y="24834"/>
            <a:ext cx="10502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dirty="0">
                <a:latin typeface="黑体" panose="02010609060101010101" pitchFamily="49" charset="-122"/>
                <a:ea typeface="黑体" panose="02010609060101010101" pitchFamily="49" charset="-122"/>
              </a:rPr>
              <a:t>终点站</a:t>
            </a:r>
            <a:r>
              <a:rPr lang="en-US" altLang="zh-CN" sz="900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900" dirty="0">
                <a:latin typeface="黑体" panose="02010609060101010101" pitchFamily="49" charset="-122"/>
                <a:ea typeface="黑体" panose="02010609060101010101" pitchFamily="49" charset="-122"/>
              </a:rPr>
              <a:t>天海北站</a:t>
            </a:r>
          </a:p>
        </p:txBody>
      </p:sp>
      <p:pic>
        <p:nvPicPr>
          <p:cNvPr id="189" name="图片 188">
            <a:extLst>
              <a:ext uri="{FF2B5EF4-FFF2-40B4-BE49-F238E27FC236}">
                <a16:creationId xmlns:a16="http://schemas.microsoft.com/office/drawing/2014/main" id="{E6C77543-43B0-813A-03D6-9809A0B11B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5821" y="196261"/>
            <a:ext cx="789348" cy="228967"/>
          </a:xfrm>
          <a:prstGeom prst="rect">
            <a:avLst/>
          </a:prstGeom>
        </p:spPr>
      </p:pic>
      <p:sp>
        <p:nvSpPr>
          <p:cNvPr id="461" name="文本框 460">
            <a:extLst>
              <a:ext uri="{FF2B5EF4-FFF2-40B4-BE49-F238E27FC236}">
                <a16:creationId xmlns:a16="http://schemas.microsoft.com/office/drawing/2014/main" id="{8F6C83B5-1CA0-4EC3-A0B4-87FB7D331513}"/>
              </a:ext>
            </a:extLst>
          </p:cNvPr>
          <p:cNvSpPr txBox="1"/>
          <p:nvPr/>
        </p:nvSpPr>
        <p:spPr>
          <a:xfrm>
            <a:off x="3521089" y="34532"/>
            <a:ext cx="22621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注意脚下 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Mind Your Step.</a:t>
            </a:r>
            <a:endParaRPr lang="zh-CN" altLang="en-US" sz="1200" dirty="0">
              <a:latin typeface="Cascadia Code" panose="020B0609020000020004" pitchFamily="49" charset="0"/>
              <a:ea typeface="黑体" panose="02010609060101010101" pitchFamily="49" charset="-122"/>
              <a:cs typeface="Cascadia Code" panose="020B0609020000020004" pitchFamily="49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4252A44-6431-CB05-0351-19E385732337}"/>
              </a:ext>
            </a:extLst>
          </p:cNvPr>
          <p:cNvSpPr txBox="1"/>
          <p:nvPr/>
        </p:nvSpPr>
        <p:spPr>
          <a:xfrm>
            <a:off x="7381727" y="1067114"/>
            <a:ext cx="1130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本侧开门</a:t>
            </a:r>
            <a:endParaRPr lang="en-US" altLang="zh-CN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zh-CN" sz="800" dirty="0"/>
              <a:t>This Side Doors Open</a:t>
            </a:r>
          </a:p>
        </p:txBody>
      </p:sp>
      <p:sp>
        <p:nvSpPr>
          <p:cNvPr id="600" name="文本框 599">
            <a:extLst>
              <a:ext uri="{FF2B5EF4-FFF2-40B4-BE49-F238E27FC236}">
                <a16:creationId xmlns:a16="http://schemas.microsoft.com/office/drawing/2014/main" id="{6182335D-226D-E43A-1845-6928F4CA3CE9}"/>
              </a:ext>
            </a:extLst>
          </p:cNvPr>
          <p:cNvSpPr txBox="1"/>
          <p:nvPr/>
        </p:nvSpPr>
        <p:spPr>
          <a:xfrm>
            <a:off x="3114397" y="902281"/>
            <a:ext cx="2847254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灯闪铃响请勿上下车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zh-CN" sz="800" dirty="0">
                <a:latin typeface="+mn-ea"/>
              </a:rPr>
              <a:t>Flashing Lights and Alarm Sounding: Do Not Board or Alight</a:t>
            </a:r>
            <a:endParaRPr lang="en-US" altLang="zh-CN" sz="800" dirty="0">
              <a:latin typeface="+mn-ea"/>
            </a:endParaRPr>
          </a:p>
          <a:p>
            <a:pPr algn="ctr"/>
            <a:endParaRPr lang="zh-CN" altLang="en-US" sz="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43387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81 4.4763E-6 L -1.53466E-6 4.4763E-6 " pathEditMode="relative" rAng="0" ptsTypes="AA">
                                      <p:cBhvr>
                                        <p:cTn id="6" dur="1000" spd="-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2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7862E-6 4.4763E-6 L 0.01782 4.4763E-6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2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9414E-6 8.37927E-7 L 0.77051 -0.00221 " pathEditMode="relative" rAng="0" ptsTypes="AA">
                                      <p:cBhvr>
                                        <p:cTn id="10" dur="1500" fill="hold"/>
                                        <p:tgtEl>
                                          <p:spTgt spid="6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525" y="-1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" presetID="10" presetClass="entr" presetSubtype="0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19" grpId="0" animBg="1"/>
      <p:bldP spid="18" grpId="0" animBg="1"/>
      <p:bldP spid="2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C4097-A558-5D84-D120-CD536A11E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D67A42A7-4796-AB82-1A56-340A576BAE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550" y="1071848"/>
            <a:ext cx="463118" cy="270278"/>
          </a:xfrm>
          <a:prstGeom prst="rect">
            <a:avLst/>
          </a:prstGeom>
        </p:spPr>
      </p:pic>
      <p:sp>
        <p:nvSpPr>
          <p:cNvPr id="377" name="文本框 376">
            <a:extLst>
              <a:ext uri="{FF2B5EF4-FFF2-40B4-BE49-F238E27FC236}">
                <a16:creationId xmlns:a16="http://schemas.microsoft.com/office/drawing/2014/main" id="{112BCC9C-FB5A-7ADC-8F51-A7E891A8C6F3}"/>
              </a:ext>
            </a:extLst>
          </p:cNvPr>
          <p:cNvSpPr txBox="1"/>
          <p:nvPr/>
        </p:nvSpPr>
        <p:spPr>
          <a:xfrm>
            <a:off x="1167610" y="483926"/>
            <a:ext cx="8883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人民广场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People’s Square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434" name="任意多边形: 形状 433">
            <a:extLst>
              <a:ext uri="{FF2B5EF4-FFF2-40B4-BE49-F238E27FC236}">
                <a16:creationId xmlns:a16="http://schemas.microsoft.com/office/drawing/2014/main" id="{6642B0F6-3188-E2F0-1F2B-F24AA799ADEF}"/>
              </a:ext>
            </a:extLst>
          </p:cNvPr>
          <p:cNvSpPr/>
          <p:nvPr/>
        </p:nvSpPr>
        <p:spPr>
          <a:xfrm rot="5400000">
            <a:off x="8375845" y="972712"/>
            <a:ext cx="146670" cy="54534"/>
          </a:xfrm>
          <a:custGeom>
            <a:avLst/>
            <a:gdLst>
              <a:gd name="csX0" fmla="*/ 0 w 146670"/>
              <a:gd name="csY0" fmla="*/ 54534 h 54534"/>
              <a:gd name="csX1" fmla="*/ 0 w 146670"/>
              <a:gd name="csY1" fmla="*/ 0 h 54534"/>
              <a:gd name="csX2" fmla="*/ 146670 w 146670"/>
              <a:gd name="csY2" fmla="*/ 0 h 54534"/>
              <a:gd name="csX3" fmla="*/ 101130 w 146670"/>
              <a:gd name="csY3" fmla="*/ 54534 h 545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46670" h="54534">
                <a:moveTo>
                  <a:pt x="0" y="54534"/>
                </a:moveTo>
                <a:lnTo>
                  <a:pt x="0" y="0"/>
                </a:lnTo>
                <a:lnTo>
                  <a:pt x="146670" y="0"/>
                </a:lnTo>
                <a:lnTo>
                  <a:pt x="101130" y="54534"/>
                </a:lnTo>
                <a:close/>
              </a:path>
            </a:pathLst>
          </a:custGeom>
          <a:solidFill>
            <a:srgbClr val="52AB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436" name="任意多边形: 形状 435">
            <a:extLst>
              <a:ext uri="{FF2B5EF4-FFF2-40B4-BE49-F238E27FC236}">
                <a16:creationId xmlns:a16="http://schemas.microsoft.com/office/drawing/2014/main" id="{C6195AB5-AFDF-CF21-D977-4B19B0A80A50}"/>
              </a:ext>
            </a:extLst>
          </p:cNvPr>
          <p:cNvSpPr/>
          <p:nvPr/>
        </p:nvSpPr>
        <p:spPr>
          <a:xfrm rot="16200000" flipH="1">
            <a:off x="8430379" y="972712"/>
            <a:ext cx="146670" cy="54534"/>
          </a:xfrm>
          <a:custGeom>
            <a:avLst/>
            <a:gdLst>
              <a:gd name="csX0" fmla="*/ 0 w 146670"/>
              <a:gd name="csY0" fmla="*/ 54534 h 54534"/>
              <a:gd name="csX1" fmla="*/ 0 w 146670"/>
              <a:gd name="csY1" fmla="*/ 0 h 54534"/>
              <a:gd name="csX2" fmla="*/ 146670 w 146670"/>
              <a:gd name="csY2" fmla="*/ 0 h 54534"/>
              <a:gd name="csX3" fmla="*/ 101130 w 146670"/>
              <a:gd name="csY3" fmla="*/ 54534 h 545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46670" h="54534">
                <a:moveTo>
                  <a:pt x="0" y="54534"/>
                </a:moveTo>
                <a:lnTo>
                  <a:pt x="0" y="0"/>
                </a:lnTo>
                <a:lnTo>
                  <a:pt x="146670" y="0"/>
                </a:lnTo>
                <a:lnTo>
                  <a:pt x="101130" y="54534"/>
                </a:lnTo>
                <a:close/>
              </a:path>
            </a:pathLst>
          </a:custGeom>
          <a:solidFill>
            <a:srgbClr val="FFC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419" name="箭头: 五边形 418">
            <a:extLst>
              <a:ext uri="{FF2B5EF4-FFF2-40B4-BE49-F238E27FC236}">
                <a16:creationId xmlns:a16="http://schemas.microsoft.com/office/drawing/2014/main" id="{653F31AA-A819-1655-6046-1CEE61691A20}"/>
              </a:ext>
            </a:extLst>
          </p:cNvPr>
          <p:cNvSpPr/>
          <p:nvPr/>
        </p:nvSpPr>
        <p:spPr>
          <a:xfrm rot="5400000">
            <a:off x="389462" y="939404"/>
            <a:ext cx="149365" cy="115523"/>
          </a:xfrm>
          <a:prstGeom prst="homePlate">
            <a:avLst>
              <a:gd name="adj" fmla="val 41754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4" name="矩形 343">
            <a:extLst>
              <a:ext uri="{FF2B5EF4-FFF2-40B4-BE49-F238E27FC236}">
                <a16:creationId xmlns:a16="http://schemas.microsoft.com/office/drawing/2014/main" id="{37D79C87-5E72-BD87-02E4-CBD9373BD14A}"/>
              </a:ext>
            </a:extLst>
          </p:cNvPr>
          <p:cNvSpPr/>
          <p:nvPr/>
        </p:nvSpPr>
        <p:spPr>
          <a:xfrm>
            <a:off x="446284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5" name="文本框 374">
            <a:extLst>
              <a:ext uri="{FF2B5EF4-FFF2-40B4-BE49-F238E27FC236}">
                <a16:creationId xmlns:a16="http://schemas.microsoft.com/office/drawing/2014/main" id="{82E445C5-3BEC-7D1A-F5D8-50E8F8141EB4}"/>
              </a:ext>
            </a:extLst>
          </p:cNvPr>
          <p:cNvSpPr txBox="1"/>
          <p:nvPr/>
        </p:nvSpPr>
        <p:spPr>
          <a:xfrm>
            <a:off x="691110" y="1018885"/>
            <a:ext cx="7072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镇海路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Zhenhai</a:t>
            </a:r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 Rd.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190" name="椭圆 189">
            <a:extLst>
              <a:ext uri="{FF2B5EF4-FFF2-40B4-BE49-F238E27FC236}">
                <a16:creationId xmlns:a16="http://schemas.microsoft.com/office/drawing/2014/main" id="{5EBA0445-1A72-B8E5-52CF-9DE61716F27D}"/>
              </a:ext>
            </a:extLst>
          </p:cNvPr>
          <p:cNvSpPr/>
          <p:nvPr/>
        </p:nvSpPr>
        <p:spPr>
          <a:xfrm>
            <a:off x="396607" y="874625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46" name="矩形 345">
            <a:extLst>
              <a:ext uri="{FF2B5EF4-FFF2-40B4-BE49-F238E27FC236}">
                <a16:creationId xmlns:a16="http://schemas.microsoft.com/office/drawing/2014/main" id="{01869F5A-88DA-3302-8A60-3912255285E9}"/>
              </a:ext>
            </a:extLst>
          </p:cNvPr>
          <p:cNvSpPr/>
          <p:nvPr/>
        </p:nvSpPr>
        <p:spPr>
          <a:xfrm>
            <a:off x="1042208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8" name="矩形 347">
            <a:extLst>
              <a:ext uri="{FF2B5EF4-FFF2-40B4-BE49-F238E27FC236}">
                <a16:creationId xmlns:a16="http://schemas.microsoft.com/office/drawing/2014/main" id="{DC95F35F-ECEB-4BA6-1868-99EA921F3439}"/>
              </a:ext>
            </a:extLst>
          </p:cNvPr>
          <p:cNvSpPr/>
          <p:nvPr/>
        </p:nvSpPr>
        <p:spPr>
          <a:xfrm>
            <a:off x="1611803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0" name="矩形 349">
            <a:extLst>
              <a:ext uri="{FF2B5EF4-FFF2-40B4-BE49-F238E27FC236}">
                <a16:creationId xmlns:a16="http://schemas.microsoft.com/office/drawing/2014/main" id="{7E5CC1E1-627B-C4DA-8AFE-32999A7486D0}"/>
              </a:ext>
            </a:extLst>
          </p:cNvPr>
          <p:cNvSpPr/>
          <p:nvPr/>
        </p:nvSpPr>
        <p:spPr>
          <a:xfrm>
            <a:off x="2204776" y="900114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2" name="矩形 351">
            <a:extLst>
              <a:ext uri="{FF2B5EF4-FFF2-40B4-BE49-F238E27FC236}">
                <a16:creationId xmlns:a16="http://schemas.microsoft.com/office/drawing/2014/main" id="{C4D4FCDA-19A8-AEF1-002E-441BFCFF15C3}"/>
              </a:ext>
            </a:extLst>
          </p:cNvPr>
          <p:cNvSpPr/>
          <p:nvPr/>
        </p:nvSpPr>
        <p:spPr>
          <a:xfrm>
            <a:off x="2783501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4" name="矩形 353">
            <a:extLst>
              <a:ext uri="{FF2B5EF4-FFF2-40B4-BE49-F238E27FC236}">
                <a16:creationId xmlns:a16="http://schemas.microsoft.com/office/drawing/2014/main" id="{4595BB42-986D-B317-BFEE-05E0F7DEE5C7}"/>
              </a:ext>
            </a:extLst>
          </p:cNvPr>
          <p:cNvSpPr/>
          <p:nvPr/>
        </p:nvSpPr>
        <p:spPr>
          <a:xfrm>
            <a:off x="3320018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6" name="矩形 355">
            <a:extLst>
              <a:ext uri="{FF2B5EF4-FFF2-40B4-BE49-F238E27FC236}">
                <a16:creationId xmlns:a16="http://schemas.microsoft.com/office/drawing/2014/main" id="{12CAD6DB-2D2F-4137-7CEA-2B6E809F8168}"/>
              </a:ext>
            </a:extLst>
          </p:cNvPr>
          <p:cNvSpPr/>
          <p:nvPr/>
        </p:nvSpPr>
        <p:spPr>
          <a:xfrm>
            <a:off x="3893516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8" name="矩形 357">
            <a:extLst>
              <a:ext uri="{FF2B5EF4-FFF2-40B4-BE49-F238E27FC236}">
                <a16:creationId xmlns:a16="http://schemas.microsoft.com/office/drawing/2014/main" id="{98727A95-5306-3541-3F6F-954ED63A3A8F}"/>
              </a:ext>
            </a:extLst>
          </p:cNvPr>
          <p:cNvSpPr/>
          <p:nvPr/>
        </p:nvSpPr>
        <p:spPr>
          <a:xfrm>
            <a:off x="4463780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0" name="矩形 359">
            <a:extLst>
              <a:ext uri="{FF2B5EF4-FFF2-40B4-BE49-F238E27FC236}">
                <a16:creationId xmlns:a16="http://schemas.microsoft.com/office/drawing/2014/main" id="{88C98C05-DB8C-56C0-4D12-627D18FE524A}"/>
              </a:ext>
            </a:extLst>
          </p:cNvPr>
          <p:cNvSpPr/>
          <p:nvPr/>
        </p:nvSpPr>
        <p:spPr>
          <a:xfrm>
            <a:off x="5034042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2" name="矩形 361">
            <a:extLst>
              <a:ext uri="{FF2B5EF4-FFF2-40B4-BE49-F238E27FC236}">
                <a16:creationId xmlns:a16="http://schemas.microsoft.com/office/drawing/2014/main" id="{56BB9735-C0F0-ED7C-9A2F-C36541DF68EC}"/>
              </a:ext>
            </a:extLst>
          </p:cNvPr>
          <p:cNvSpPr/>
          <p:nvPr/>
        </p:nvSpPr>
        <p:spPr>
          <a:xfrm>
            <a:off x="5603637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4" name="矩形 363">
            <a:extLst>
              <a:ext uri="{FF2B5EF4-FFF2-40B4-BE49-F238E27FC236}">
                <a16:creationId xmlns:a16="http://schemas.microsoft.com/office/drawing/2014/main" id="{DA3F6AA0-9605-38D1-041E-564DE6490B86}"/>
              </a:ext>
            </a:extLst>
          </p:cNvPr>
          <p:cNvSpPr/>
          <p:nvPr/>
        </p:nvSpPr>
        <p:spPr>
          <a:xfrm>
            <a:off x="6174566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8" name="矩形 367">
            <a:extLst>
              <a:ext uri="{FF2B5EF4-FFF2-40B4-BE49-F238E27FC236}">
                <a16:creationId xmlns:a16="http://schemas.microsoft.com/office/drawing/2014/main" id="{661DB731-EFD9-F816-1A36-0CAD0A6270DD}"/>
              </a:ext>
            </a:extLst>
          </p:cNvPr>
          <p:cNvSpPr/>
          <p:nvPr/>
        </p:nvSpPr>
        <p:spPr>
          <a:xfrm>
            <a:off x="6744161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0" name="矩形 369">
            <a:extLst>
              <a:ext uri="{FF2B5EF4-FFF2-40B4-BE49-F238E27FC236}">
                <a16:creationId xmlns:a16="http://schemas.microsoft.com/office/drawing/2014/main" id="{1F049B65-9316-741A-22B9-23F2E36BDB3A}"/>
              </a:ext>
            </a:extLst>
          </p:cNvPr>
          <p:cNvSpPr/>
          <p:nvPr/>
        </p:nvSpPr>
        <p:spPr>
          <a:xfrm>
            <a:off x="7313756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2" name="矩形 371">
            <a:extLst>
              <a:ext uri="{FF2B5EF4-FFF2-40B4-BE49-F238E27FC236}">
                <a16:creationId xmlns:a16="http://schemas.microsoft.com/office/drawing/2014/main" id="{D72D4BFC-CBAD-2078-AE49-6C130E28F5B5}"/>
              </a:ext>
            </a:extLst>
          </p:cNvPr>
          <p:cNvSpPr/>
          <p:nvPr/>
        </p:nvSpPr>
        <p:spPr>
          <a:xfrm>
            <a:off x="7880639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105BBE9-FBD9-A286-217C-4E5BF70F09E6}"/>
              </a:ext>
            </a:extLst>
          </p:cNvPr>
          <p:cNvSpPr/>
          <p:nvPr/>
        </p:nvSpPr>
        <p:spPr>
          <a:xfrm>
            <a:off x="0" y="0"/>
            <a:ext cx="8999538" cy="438912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B18BBEE1-97B5-58F5-0808-5C4F59B6EE8B}"/>
              </a:ext>
            </a:extLst>
          </p:cNvPr>
          <p:cNvSpPr/>
          <p:nvPr/>
        </p:nvSpPr>
        <p:spPr>
          <a:xfrm>
            <a:off x="2408841" y="54864"/>
            <a:ext cx="4181856" cy="329184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53" name="组合 152">
            <a:extLst>
              <a:ext uri="{FF2B5EF4-FFF2-40B4-BE49-F238E27FC236}">
                <a16:creationId xmlns:a16="http://schemas.microsoft.com/office/drawing/2014/main" id="{CE04311B-09E5-2CBD-CDAA-C4BB387CABDB}"/>
              </a:ext>
            </a:extLst>
          </p:cNvPr>
          <p:cNvGrpSpPr/>
          <p:nvPr/>
        </p:nvGrpSpPr>
        <p:grpSpPr>
          <a:xfrm>
            <a:off x="390597" y="4959"/>
            <a:ext cx="1280134" cy="431250"/>
            <a:chOff x="188770" y="-11103"/>
            <a:chExt cx="1280134" cy="431250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F5CF2AC8-1D13-6F4E-2CF0-545999EDC844}"/>
                </a:ext>
              </a:extLst>
            </p:cNvPr>
            <p:cNvSpPr/>
            <p:nvPr/>
          </p:nvSpPr>
          <p:spPr>
            <a:xfrm>
              <a:off x="188770" y="47240"/>
              <a:ext cx="1221882" cy="329184"/>
            </a:xfrm>
            <a:prstGeom prst="roundRect">
              <a:avLst>
                <a:gd name="adj" fmla="val 1882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8" name="文本框 147">
              <a:extLst>
                <a:ext uri="{FF2B5EF4-FFF2-40B4-BE49-F238E27FC236}">
                  <a16:creationId xmlns:a16="http://schemas.microsoft.com/office/drawing/2014/main" id="{21670463-D35E-2108-048C-BDE42A2B1537}"/>
                </a:ext>
              </a:extLst>
            </p:cNvPr>
            <p:cNvSpPr txBox="1"/>
            <p:nvPr/>
          </p:nvSpPr>
          <p:spPr>
            <a:xfrm>
              <a:off x="496280" y="-11103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黑体" panose="02010609060101010101" pitchFamily="49" charset="-122"/>
                  <a:ea typeface="黑体" panose="02010609060101010101" pitchFamily="49" charset="-122"/>
                </a:rPr>
                <a:t>天海地铁</a:t>
              </a:r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9F3BA3A1-2292-391C-62D2-8AF1D1FA21C5}"/>
                </a:ext>
              </a:extLst>
            </p:cNvPr>
            <p:cNvSpPr txBox="1"/>
            <p:nvPr/>
          </p:nvSpPr>
          <p:spPr>
            <a:xfrm>
              <a:off x="500369" y="204703"/>
              <a:ext cx="96853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00" dirty="0" err="1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Tianhai</a:t>
              </a:r>
              <a:r>
                <a:rPr lang="en-US" altLang="zh-CN" sz="800" dirty="0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 Metro</a:t>
              </a:r>
              <a:endParaRPr lang="zh-CN" altLang="en-US" sz="800" dirty="0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endParaRPr>
            </a:p>
          </p:txBody>
        </p:sp>
        <p:pic>
          <p:nvPicPr>
            <p:cNvPr id="152" name="图片 151">
              <a:extLst>
                <a:ext uri="{FF2B5EF4-FFF2-40B4-BE49-F238E27FC236}">
                  <a16:creationId xmlns:a16="http://schemas.microsoft.com/office/drawing/2014/main" id="{9331E6B6-0E94-1196-B760-7CFE83A241C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7754" y="54959"/>
              <a:ext cx="313746" cy="313746"/>
            </a:xfrm>
            <a:prstGeom prst="rect">
              <a:avLst/>
            </a:prstGeom>
          </p:spPr>
        </p:pic>
      </p:grpSp>
      <p:sp>
        <p:nvSpPr>
          <p:cNvPr id="167" name="文本框 166">
            <a:extLst>
              <a:ext uri="{FF2B5EF4-FFF2-40B4-BE49-F238E27FC236}">
                <a16:creationId xmlns:a16="http://schemas.microsoft.com/office/drawing/2014/main" id="{620B70ED-A0C1-4F87-63BB-D7CFC7AB810D}"/>
              </a:ext>
            </a:extLst>
          </p:cNvPr>
          <p:cNvSpPr txBox="1"/>
          <p:nvPr/>
        </p:nvSpPr>
        <p:spPr>
          <a:xfrm>
            <a:off x="7601248" y="16203"/>
            <a:ext cx="1847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75" name="组合 174">
            <a:extLst>
              <a:ext uri="{FF2B5EF4-FFF2-40B4-BE49-F238E27FC236}">
                <a16:creationId xmlns:a16="http://schemas.microsoft.com/office/drawing/2014/main" id="{2C821A23-7BC1-E0DD-F7F6-291308D4D118}"/>
              </a:ext>
            </a:extLst>
          </p:cNvPr>
          <p:cNvGrpSpPr/>
          <p:nvPr/>
        </p:nvGrpSpPr>
        <p:grpSpPr>
          <a:xfrm>
            <a:off x="8140497" y="13642"/>
            <a:ext cx="821036" cy="400110"/>
            <a:chOff x="1526333" y="4012"/>
            <a:chExt cx="821036" cy="400110"/>
          </a:xfrm>
        </p:grpSpPr>
        <p:sp>
          <p:nvSpPr>
            <p:cNvPr id="176" name="矩形: 圆角 175">
              <a:extLst>
                <a:ext uri="{FF2B5EF4-FFF2-40B4-BE49-F238E27FC236}">
                  <a16:creationId xmlns:a16="http://schemas.microsoft.com/office/drawing/2014/main" id="{096C3BFF-E28C-B886-E58A-17CD9001A8DC}"/>
                </a:ext>
              </a:extLst>
            </p:cNvPr>
            <p:cNvSpPr/>
            <p:nvPr/>
          </p:nvSpPr>
          <p:spPr>
            <a:xfrm flipH="1">
              <a:off x="1526333" y="54864"/>
              <a:ext cx="753551" cy="329184"/>
            </a:xfrm>
            <a:prstGeom prst="roundRect">
              <a:avLst>
                <a:gd name="adj" fmla="val 1882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7" name="文本框 176">
              <a:extLst>
                <a:ext uri="{FF2B5EF4-FFF2-40B4-BE49-F238E27FC236}">
                  <a16:creationId xmlns:a16="http://schemas.microsoft.com/office/drawing/2014/main" id="{DDBE3B65-8AB9-2DE9-C4A6-BA5EF1B44939}"/>
                </a:ext>
              </a:extLst>
            </p:cNvPr>
            <p:cNvSpPr txBox="1"/>
            <p:nvPr/>
          </p:nvSpPr>
          <p:spPr>
            <a:xfrm>
              <a:off x="1792890" y="4012"/>
              <a:ext cx="5544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latin typeface="黑体" panose="02010609060101010101" pitchFamily="49" charset="-122"/>
                  <a:ea typeface="黑体" panose="02010609060101010101" pitchFamily="49" charset="-122"/>
                </a:rPr>
                <a:t>号线</a:t>
              </a:r>
              <a:endPara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r>
                <a:rPr lang="en-US" altLang="zh-CN" sz="800" dirty="0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 Line</a:t>
              </a:r>
              <a:endParaRPr lang="zh-CN" altLang="en-US" sz="800" dirty="0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endParaRPr>
            </a:p>
          </p:txBody>
        </p:sp>
        <p:sp>
          <p:nvSpPr>
            <p:cNvPr id="178" name="矩形: 圆角 177">
              <a:extLst>
                <a:ext uri="{FF2B5EF4-FFF2-40B4-BE49-F238E27FC236}">
                  <a16:creationId xmlns:a16="http://schemas.microsoft.com/office/drawing/2014/main" id="{9140E5D6-BE07-F9E1-292E-9FE47792BE12}"/>
                </a:ext>
              </a:extLst>
            </p:cNvPr>
            <p:cNvSpPr/>
            <p:nvPr/>
          </p:nvSpPr>
          <p:spPr>
            <a:xfrm flipH="1">
              <a:off x="1557516" y="75456"/>
              <a:ext cx="288000" cy="288000"/>
            </a:xfrm>
            <a:prstGeom prst="roundRect">
              <a:avLst>
                <a:gd name="adj" fmla="val 18827"/>
              </a:avLst>
            </a:prstGeom>
            <a:solidFill>
              <a:srgbClr val="E6001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9" name="文本框 178">
              <a:extLst>
                <a:ext uri="{FF2B5EF4-FFF2-40B4-BE49-F238E27FC236}">
                  <a16:creationId xmlns:a16="http://schemas.microsoft.com/office/drawing/2014/main" id="{EBF704E7-87BA-FF96-14BB-F07735F60D33}"/>
                </a:ext>
              </a:extLst>
            </p:cNvPr>
            <p:cNvSpPr txBox="1"/>
            <p:nvPr/>
          </p:nvSpPr>
          <p:spPr>
            <a:xfrm>
              <a:off x="1542658" y="34790"/>
              <a:ext cx="317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1</a:t>
              </a:r>
              <a:endParaRPr lang="zh-CN" altLang="en-US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sp>
        <p:nvSpPr>
          <p:cNvPr id="181" name="矩形: 圆角 180">
            <a:extLst>
              <a:ext uri="{FF2B5EF4-FFF2-40B4-BE49-F238E27FC236}">
                <a16:creationId xmlns:a16="http://schemas.microsoft.com/office/drawing/2014/main" id="{575E91A2-9926-22AA-BB89-FC847210F047}"/>
              </a:ext>
            </a:extLst>
          </p:cNvPr>
          <p:cNvSpPr/>
          <p:nvPr/>
        </p:nvSpPr>
        <p:spPr>
          <a:xfrm flipH="1">
            <a:off x="7121513" y="62216"/>
            <a:ext cx="959469" cy="329184"/>
          </a:xfrm>
          <a:prstGeom prst="roundRect">
            <a:avLst>
              <a:gd name="adj" fmla="val 188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6" name="文本框 185">
            <a:extLst>
              <a:ext uri="{FF2B5EF4-FFF2-40B4-BE49-F238E27FC236}">
                <a16:creationId xmlns:a16="http://schemas.microsoft.com/office/drawing/2014/main" id="{C685DDE6-AA4E-C55F-9559-BC00E982AD2A}"/>
              </a:ext>
            </a:extLst>
          </p:cNvPr>
          <p:cNvSpPr txBox="1"/>
          <p:nvPr/>
        </p:nvSpPr>
        <p:spPr>
          <a:xfrm>
            <a:off x="7075351" y="24834"/>
            <a:ext cx="10502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dirty="0">
                <a:latin typeface="黑体" panose="02010609060101010101" pitchFamily="49" charset="-122"/>
                <a:ea typeface="黑体" panose="02010609060101010101" pitchFamily="49" charset="-122"/>
              </a:rPr>
              <a:t>终点站</a:t>
            </a:r>
            <a:r>
              <a:rPr lang="en-US" altLang="zh-CN" sz="900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900" dirty="0">
                <a:latin typeface="黑体" panose="02010609060101010101" pitchFamily="49" charset="-122"/>
                <a:ea typeface="黑体" panose="02010609060101010101" pitchFamily="49" charset="-122"/>
              </a:rPr>
              <a:t>天海北站</a:t>
            </a:r>
          </a:p>
        </p:txBody>
      </p:sp>
      <p:pic>
        <p:nvPicPr>
          <p:cNvPr id="189" name="图片 188">
            <a:extLst>
              <a:ext uri="{FF2B5EF4-FFF2-40B4-BE49-F238E27FC236}">
                <a16:creationId xmlns:a16="http://schemas.microsoft.com/office/drawing/2014/main" id="{EB5A6B3D-1372-CAB4-A603-C26752CEE1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5821" y="196261"/>
            <a:ext cx="789348" cy="228967"/>
          </a:xfrm>
          <a:prstGeom prst="rect">
            <a:avLst/>
          </a:prstGeom>
        </p:spPr>
      </p:pic>
      <p:sp>
        <p:nvSpPr>
          <p:cNvPr id="316" name="椭圆 315">
            <a:extLst>
              <a:ext uri="{FF2B5EF4-FFF2-40B4-BE49-F238E27FC236}">
                <a16:creationId xmlns:a16="http://schemas.microsoft.com/office/drawing/2014/main" id="{312A227D-74E7-2D7A-0EF7-4460379C5458}"/>
              </a:ext>
            </a:extLst>
          </p:cNvPr>
          <p:cNvSpPr/>
          <p:nvPr/>
        </p:nvSpPr>
        <p:spPr>
          <a:xfrm>
            <a:off x="979216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18" name="椭圆 317">
            <a:extLst>
              <a:ext uri="{FF2B5EF4-FFF2-40B4-BE49-F238E27FC236}">
                <a16:creationId xmlns:a16="http://schemas.microsoft.com/office/drawing/2014/main" id="{EDF8C7D2-9D89-6E13-A5BC-339767104B92}"/>
              </a:ext>
            </a:extLst>
          </p:cNvPr>
          <p:cNvSpPr/>
          <p:nvPr/>
        </p:nvSpPr>
        <p:spPr>
          <a:xfrm>
            <a:off x="1549478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0" name="椭圆 319">
            <a:extLst>
              <a:ext uri="{FF2B5EF4-FFF2-40B4-BE49-F238E27FC236}">
                <a16:creationId xmlns:a16="http://schemas.microsoft.com/office/drawing/2014/main" id="{CACEDDA0-6C11-D57A-F091-6136B026712B}"/>
              </a:ext>
            </a:extLst>
          </p:cNvPr>
          <p:cNvSpPr/>
          <p:nvPr/>
        </p:nvSpPr>
        <p:spPr>
          <a:xfrm>
            <a:off x="2119740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2" name="椭圆 321">
            <a:extLst>
              <a:ext uri="{FF2B5EF4-FFF2-40B4-BE49-F238E27FC236}">
                <a16:creationId xmlns:a16="http://schemas.microsoft.com/office/drawing/2014/main" id="{FB10740F-6596-1E81-EA36-0C67C7F94349}"/>
              </a:ext>
            </a:extLst>
          </p:cNvPr>
          <p:cNvSpPr/>
          <p:nvPr/>
        </p:nvSpPr>
        <p:spPr>
          <a:xfrm>
            <a:off x="2690002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4" name="椭圆 323">
            <a:extLst>
              <a:ext uri="{FF2B5EF4-FFF2-40B4-BE49-F238E27FC236}">
                <a16:creationId xmlns:a16="http://schemas.microsoft.com/office/drawing/2014/main" id="{263C7477-24CB-4501-6A30-91E2E7D19616}"/>
              </a:ext>
            </a:extLst>
          </p:cNvPr>
          <p:cNvSpPr/>
          <p:nvPr/>
        </p:nvSpPr>
        <p:spPr>
          <a:xfrm>
            <a:off x="3260264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6" name="椭圆 325">
            <a:extLst>
              <a:ext uri="{FF2B5EF4-FFF2-40B4-BE49-F238E27FC236}">
                <a16:creationId xmlns:a16="http://schemas.microsoft.com/office/drawing/2014/main" id="{81084975-3380-9DD1-6F65-D69CE5DAAA42}"/>
              </a:ext>
            </a:extLst>
          </p:cNvPr>
          <p:cNvSpPr/>
          <p:nvPr/>
        </p:nvSpPr>
        <p:spPr>
          <a:xfrm>
            <a:off x="3830526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" name="椭圆 327">
            <a:extLst>
              <a:ext uri="{FF2B5EF4-FFF2-40B4-BE49-F238E27FC236}">
                <a16:creationId xmlns:a16="http://schemas.microsoft.com/office/drawing/2014/main" id="{E3C5085B-EB74-7558-99CA-05D4EA4614B2}"/>
              </a:ext>
            </a:extLst>
          </p:cNvPr>
          <p:cNvSpPr/>
          <p:nvPr/>
        </p:nvSpPr>
        <p:spPr>
          <a:xfrm>
            <a:off x="4400788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0" name="椭圆 329">
            <a:extLst>
              <a:ext uri="{FF2B5EF4-FFF2-40B4-BE49-F238E27FC236}">
                <a16:creationId xmlns:a16="http://schemas.microsoft.com/office/drawing/2014/main" id="{D01776B6-8CB6-F0C0-B8F0-D8D4BAA52E41}"/>
              </a:ext>
            </a:extLst>
          </p:cNvPr>
          <p:cNvSpPr/>
          <p:nvPr/>
        </p:nvSpPr>
        <p:spPr>
          <a:xfrm>
            <a:off x="4971050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2" name="椭圆 331">
            <a:extLst>
              <a:ext uri="{FF2B5EF4-FFF2-40B4-BE49-F238E27FC236}">
                <a16:creationId xmlns:a16="http://schemas.microsoft.com/office/drawing/2014/main" id="{B5B02665-B3E3-DBEB-739A-1D8B280F2D94}"/>
              </a:ext>
            </a:extLst>
          </p:cNvPr>
          <p:cNvSpPr/>
          <p:nvPr/>
        </p:nvSpPr>
        <p:spPr>
          <a:xfrm>
            <a:off x="5541312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4" name="椭圆 333">
            <a:extLst>
              <a:ext uri="{FF2B5EF4-FFF2-40B4-BE49-F238E27FC236}">
                <a16:creationId xmlns:a16="http://schemas.microsoft.com/office/drawing/2014/main" id="{A41EA92F-416C-8980-B1E2-3E1D75C13162}"/>
              </a:ext>
            </a:extLst>
          </p:cNvPr>
          <p:cNvSpPr/>
          <p:nvPr/>
        </p:nvSpPr>
        <p:spPr>
          <a:xfrm>
            <a:off x="6111574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6" name="椭圆 335">
            <a:extLst>
              <a:ext uri="{FF2B5EF4-FFF2-40B4-BE49-F238E27FC236}">
                <a16:creationId xmlns:a16="http://schemas.microsoft.com/office/drawing/2014/main" id="{0CAC727D-409E-6CE0-56F1-DB181B774A37}"/>
              </a:ext>
            </a:extLst>
          </p:cNvPr>
          <p:cNvSpPr/>
          <p:nvPr/>
        </p:nvSpPr>
        <p:spPr>
          <a:xfrm>
            <a:off x="6681836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8" name="椭圆 337">
            <a:extLst>
              <a:ext uri="{FF2B5EF4-FFF2-40B4-BE49-F238E27FC236}">
                <a16:creationId xmlns:a16="http://schemas.microsoft.com/office/drawing/2014/main" id="{93C1A1F2-6A4B-E15E-B4CA-E243668F4F1F}"/>
              </a:ext>
            </a:extLst>
          </p:cNvPr>
          <p:cNvSpPr/>
          <p:nvPr/>
        </p:nvSpPr>
        <p:spPr>
          <a:xfrm>
            <a:off x="7252098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0" name="椭圆 339">
            <a:extLst>
              <a:ext uri="{FF2B5EF4-FFF2-40B4-BE49-F238E27FC236}">
                <a16:creationId xmlns:a16="http://schemas.microsoft.com/office/drawing/2014/main" id="{7F88FB0F-C4CD-B7AD-DDCF-D0C4D07DB563}"/>
              </a:ext>
            </a:extLst>
          </p:cNvPr>
          <p:cNvSpPr/>
          <p:nvPr/>
        </p:nvSpPr>
        <p:spPr>
          <a:xfrm>
            <a:off x="7818314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2" name="椭圆 341">
            <a:extLst>
              <a:ext uri="{FF2B5EF4-FFF2-40B4-BE49-F238E27FC236}">
                <a16:creationId xmlns:a16="http://schemas.microsoft.com/office/drawing/2014/main" id="{106A2D6C-C5A0-DB91-04F6-A1F769BDD883}"/>
              </a:ext>
            </a:extLst>
          </p:cNvPr>
          <p:cNvSpPr/>
          <p:nvPr/>
        </p:nvSpPr>
        <p:spPr>
          <a:xfrm>
            <a:off x="8414500" y="874625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9" name="文本框 378">
            <a:extLst>
              <a:ext uri="{FF2B5EF4-FFF2-40B4-BE49-F238E27FC236}">
                <a16:creationId xmlns:a16="http://schemas.microsoft.com/office/drawing/2014/main" id="{730511A1-7BCD-E7BA-FBD3-5563E11C2E75}"/>
              </a:ext>
            </a:extLst>
          </p:cNvPr>
          <p:cNvSpPr txBox="1"/>
          <p:nvPr/>
        </p:nvSpPr>
        <p:spPr>
          <a:xfrm>
            <a:off x="2500995" y="483926"/>
            <a:ext cx="4988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金山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Jinshan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81" name="文本框 380">
            <a:extLst>
              <a:ext uri="{FF2B5EF4-FFF2-40B4-BE49-F238E27FC236}">
                <a16:creationId xmlns:a16="http://schemas.microsoft.com/office/drawing/2014/main" id="{4E417DCE-401F-74E4-975D-93E9C51FD753}"/>
              </a:ext>
            </a:extLst>
          </p:cNvPr>
          <p:cNvSpPr txBox="1"/>
          <p:nvPr/>
        </p:nvSpPr>
        <p:spPr>
          <a:xfrm>
            <a:off x="1751205" y="1019030"/>
            <a:ext cx="8595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中央大道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Central Avenue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83" name="文本框 382">
            <a:extLst>
              <a:ext uri="{FF2B5EF4-FFF2-40B4-BE49-F238E27FC236}">
                <a16:creationId xmlns:a16="http://schemas.microsoft.com/office/drawing/2014/main" id="{EA51E49B-B5FF-C594-61AD-EB2978CB3C44}"/>
              </a:ext>
            </a:extLst>
          </p:cNvPr>
          <p:cNvSpPr txBox="1"/>
          <p:nvPr/>
        </p:nvSpPr>
        <p:spPr>
          <a:xfrm>
            <a:off x="2788605" y="1019030"/>
            <a:ext cx="10631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吕岭北站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Lvling</a:t>
            </a:r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 North Station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85" name="文本框 384">
            <a:extLst>
              <a:ext uri="{FF2B5EF4-FFF2-40B4-BE49-F238E27FC236}">
                <a16:creationId xmlns:a16="http://schemas.microsoft.com/office/drawing/2014/main" id="{D937856A-C66E-AA14-1F03-9A5B11FA3410}"/>
              </a:ext>
            </a:extLst>
          </p:cNvPr>
          <p:cNvSpPr txBox="1"/>
          <p:nvPr/>
        </p:nvSpPr>
        <p:spPr>
          <a:xfrm>
            <a:off x="3497972" y="483926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海宁公园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Haining Park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87" name="文本框 386">
            <a:extLst>
              <a:ext uri="{FF2B5EF4-FFF2-40B4-BE49-F238E27FC236}">
                <a16:creationId xmlns:a16="http://schemas.microsoft.com/office/drawing/2014/main" id="{3DFA1C11-A220-6EC4-AA5E-8850639DB85E}"/>
              </a:ext>
            </a:extLst>
          </p:cNvPr>
          <p:cNvSpPr txBox="1"/>
          <p:nvPr/>
        </p:nvSpPr>
        <p:spPr>
          <a:xfrm>
            <a:off x="3711944" y="1019030"/>
            <a:ext cx="1502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海宁行政中心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Haining Administrative Center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89" name="文本框 388">
            <a:extLst>
              <a:ext uri="{FF2B5EF4-FFF2-40B4-BE49-F238E27FC236}">
                <a16:creationId xmlns:a16="http://schemas.microsoft.com/office/drawing/2014/main" id="{42DDE62E-AFA4-B4BC-5EAB-3C88D7E6C6CE}"/>
              </a:ext>
            </a:extLst>
          </p:cNvPr>
          <p:cNvSpPr txBox="1"/>
          <p:nvPr/>
        </p:nvSpPr>
        <p:spPr>
          <a:xfrm>
            <a:off x="4411249" y="483926"/>
            <a:ext cx="12442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海宁商务中心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Haining Business Center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91" name="文本框 390">
            <a:extLst>
              <a:ext uri="{FF2B5EF4-FFF2-40B4-BE49-F238E27FC236}">
                <a16:creationId xmlns:a16="http://schemas.microsoft.com/office/drawing/2014/main" id="{B155022F-E697-7359-45B0-073709AF528C}"/>
              </a:ext>
            </a:extLst>
          </p:cNvPr>
          <p:cNvSpPr txBox="1"/>
          <p:nvPr/>
        </p:nvSpPr>
        <p:spPr>
          <a:xfrm>
            <a:off x="5332712" y="1019030"/>
            <a:ext cx="5421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五通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Wutong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95" name="文本框 394">
            <a:extLst>
              <a:ext uri="{FF2B5EF4-FFF2-40B4-BE49-F238E27FC236}">
                <a16:creationId xmlns:a16="http://schemas.microsoft.com/office/drawing/2014/main" id="{AD6C6E33-50BD-1566-E297-EFA97A914D2A}"/>
              </a:ext>
            </a:extLst>
          </p:cNvPr>
          <p:cNvSpPr txBox="1"/>
          <p:nvPr/>
        </p:nvSpPr>
        <p:spPr>
          <a:xfrm>
            <a:off x="6497136" y="1019030"/>
            <a:ext cx="4940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弋浔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latin typeface="+mn-ea"/>
                <a:cs typeface="Cascadia Code" panose="020B0609020000020004" pitchFamily="49" charset="0"/>
              </a:rPr>
              <a:t>Yixun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97" name="文本框 396">
            <a:extLst>
              <a:ext uri="{FF2B5EF4-FFF2-40B4-BE49-F238E27FC236}">
                <a16:creationId xmlns:a16="http://schemas.microsoft.com/office/drawing/2014/main" id="{CCF8F135-0B8B-62CD-2248-E376A4049804}"/>
              </a:ext>
            </a:extLst>
          </p:cNvPr>
          <p:cNvSpPr txBox="1"/>
          <p:nvPr/>
        </p:nvSpPr>
        <p:spPr>
          <a:xfrm>
            <a:off x="6745332" y="483926"/>
            <a:ext cx="11368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迁安人民公园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latin typeface="+mn-ea"/>
                <a:cs typeface="Cascadia Code" panose="020B0609020000020004" pitchFamily="49" charset="0"/>
              </a:rPr>
              <a:t>Qian’an</a:t>
            </a:r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 People’s Park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99" name="文本框 398">
            <a:extLst>
              <a:ext uri="{FF2B5EF4-FFF2-40B4-BE49-F238E27FC236}">
                <a16:creationId xmlns:a16="http://schemas.microsoft.com/office/drawing/2014/main" id="{4CD1DCF9-555E-4DBA-51B2-1122ADDB9C34}"/>
              </a:ext>
            </a:extLst>
          </p:cNvPr>
          <p:cNvSpPr txBox="1"/>
          <p:nvPr/>
        </p:nvSpPr>
        <p:spPr>
          <a:xfrm>
            <a:off x="7435645" y="972461"/>
            <a:ext cx="88998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00" b="1" dirty="0">
                <a:latin typeface="宋体" panose="02010600030101010101" pitchFamily="2" charset="-122"/>
                <a:ea typeface="宋体" panose="02010600030101010101" pitchFamily="2" charset="-122"/>
              </a:rPr>
              <a:t>北站西广场</a:t>
            </a:r>
            <a:endParaRPr lang="en-US" altLang="zh-CN" sz="11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Railway Station</a:t>
            </a: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West Square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403" name="文本框 402">
            <a:extLst>
              <a:ext uri="{FF2B5EF4-FFF2-40B4-BE49-F238E27FC236}">
                <a16:creationId xmlns:a16="http://schemas.microsoft.com/office/drawing/2014/main" id="{42FB2EBA-4E12-DC50-B631-91B0C672D193}"/>
              </a:ext>
            </a:extLst>
          </p:cNvPr>
          <p:cNvSpPr txBox="1"/>
          <p:nvPr/>
        </p:nvSpPr>
        <p:spPr>
          <a:xfrm>
            <a:off x="8036326" y="411621"/>
            <a:ext cx="8467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00" b="1" dirty="0">
                <a:latin typeface="宋体" panose="02010600030101010101" pitchFamily="2" charset="-122"/>
                <a:ea typeface="宋体" panose="02010600030101010101" pitchFamily="2" charset="-122"/>
              </a:rPr>
              <a:t>天海北站</a:t>
            </a:r>
            <a:endParaRPr lang="en-US" altLang="zh-CN" sz="11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latin typeface="+mn-ea"/>
                <a:cs typeface="Cascadia Code" panose="020B0609020000020004" pitchFamily="49" charset="0"/>
              </a:rPr>
              <a:t>Tianhai</a:t>
            </a:r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 North</a:t>
            </a: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Railway Station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grpSp>
        <p:nvGrpSpPr>
          <p:cNvPr id="408" name="组合 407">
            <a:extLst>
              <a:ext uri="{FF2B5EF4-FFF2-40B4-BE49-F238E27FC236}">
                <a16:creationId xmlns:a16="http://schemas.microsoft.com/office/drawing/2014/main" id="{5AEAED75-4A06-36D3-1226-126C2DAA66C4}"/>
              </a:ext>
            </a:extLst>
          </p:cNvPr>
          <p:cNvGrpSpPr/>
          <p:nvPr/>
        </p:nvGrpSpPr>
        <p:grpSpPr>
          <a:xfrm flipH="1">
            <a:off x="416338" y="893731"/>
            <a:ext cx="86486" cy="88006"/>
            <a:chOff x="3384914" y="1617979"/>
            <a:chExt cx="790846" cy="825340"/>
          </a:xfrm>
        </p:grpSpPr>
        <p:sp>
          <p:nvSpPr>
            <p:cNvPr id="405" name="箭头: 环形 404">
              <a:extLst>
                <a:ext uri="{FF2B5EF4-FFF2-40B4-BE49-F238E27FC236}">
                  <a16:creationId xmlns:a16="http://schemas.microsoft.com/office/drawing/2014/main" id="{81EB4200-1A09-4759-6BDC-0D4C428CA219}"/>
                </a:ext>
              </a:extLst>
            </p:cNvPr>
            <p:cNvSpPr/>
            <p:nvPr/>
          </p:nvSpPr>
          <p:spPr>
            <a:xfrm>
              <a:off x="3384914" y="1617979"/>
              <a:ext cx="790846" cy="797055"/>
            </a:xfrm>
            <a:prstGeom prst="circular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07" name="箭头: 环形 406">
              <a:extLst>
                <a:ext uri="{FF2B5EF4-FFF2-40B4-BE49-F238E27FC236}">
                  <a16:creationId xmlns:a16="http://schemas.microsoft.com/office/drawing/2014/main" id="{F0537B15-C598-5634-3B80-96C18F248145}"/>
                </a:ext>
              </a:extLst>
            </p:cNvPr>
            <p:cNvSpPr/>
            <p:nvPr/>
          </p:nvSpPr>
          <p:spPr>
            <a:xfrm flipH="1" flipV="1">
              <a:off x="3384914" y="1646263"/>
              <a:ext cx="790846" cy="797056"/>
            </a:xfrm>
            <a:prstGeom prst="circularArrow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444" name="图片 443">
            <a:extLst>
              <a:ext uri="{FF2B5EF4-FFF2-40B4-BE49-F238E27FC236}">
                <a16:creationId xmlns:a16="http://schemas.microsoft.com/office/drawing/2014/main" id="{8E1984FD-AC5D-6821-56D5-584A7F78173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783" y="1232304"/>
            <a:ext cx="332273" cy="193917"/>
          </a:xfrm>
          <a:prstGeom prst="rect">
            <a:avLst/>
          </a:prstGeom>
        </p:spPr>
      </p:pic>
      <p:pic>
        <p:nvPicPr>
          <p:cNvPr id="452" name="图片 451">
            <a:extLst>
              <a:ext uri="{FF2B5EF4-FFF2-40B4-BE49-F238E27FC236}">
                <a16:creationId xmlns:a16="http://schemas.microsoft.com/office/drawing/2014/main" id="{9796E0F8-8856-657A-A65B-E7F76514E83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5845" y="1079839"/>
            <a:ext cx="334150" cy="193917"/>
          </a:xfrm>
          <a:prstGeom prst="rect">
            <a:avLst/>
          </a:prstGeom>
        </p:spPr>
      </p:pic>
      <p:grpSp>
        <p:nvGrpSpPr>
          <p:cNvPr id="460" name="组合 459">
            <a:extLst>
              <a:ext uri="{FF2B5EF4-FFF2-40B4-BE49-F238E27FC236}">
                <a16:creationId xmlns:a16="http://schemas.microsoft.com/office/drawing/2014/main" id="{8845D113-83AB-934E-8E72-C2FFD793C1F0}"/>
              </a:ext>
            </a:extLst>
          </p:cNvPr>
          <p:cNvGrpSpPr/>
          <p:nvPr/>
        </p:nvGrpSpPr>
        <p:grpSpPr>
          <a:xfrm rot="1951028">
            <a:off x="8427983" y="890552"/>
            <a:ext cx="94574" cy="94923"/>
            <a:chOff x="1440520" y="1462484"/>
            <a:chExt cx="461631" cy="463336"/>
          </a:xfrm>
        </p:grpSpPr>
        <p:sp>
          <p:nvSpPr>
            <p:cNvPr id="456" name="箭头: 环形 455">
              <a:extLst>
                <a:ext uri="{FF2B5EF4-FFF2-40B4-BE49-F238E27FC236}">
                  <a16:creationId xmlns:a16="http://schemas.microsoft.com/office/drawing/2014/main" id="{49314213-5D02-C05A-8214-3FADC161D48D}"/>
                </a:ext>
              </a:extLst>
            </p:cNvPr>
            <p:cNvSpPr/>
            <p:nvPr/>
          </p:nvSpPr>
          <p:spPr>
            <a:xfrm rot="338721" flipH="1">
              <a:off x="1446104" y="1476765"/>
              <a:ext cx="456047" cy="448158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13769514"/>
                <a:gd name="adj5" fmla="val 1250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57" name="箭头: 环形 456">
              <a:extLst>
                <a:ext uri="{FF2B5EF4-FFF2-40B4-BE49-F238E27FC236}">
                  <a16:creationId xmlns:a16="http://schemas.microsoft.com/office/drawing/2014/main" id="{72FE2A1B-7328-F816-0C55-8314B5137A79}"/>
                </a:ext>
              </a:extLst>
            </p:cNvPr>
            <p:cNvSpPr/>
            <p:nvPr/>
          </p:nvSpPr>
          <p:spPr>
            <a:xfrm rot="19710149" flipV="1">
              <a:off x="1446103" y="1477662"/>
              <a:ext cx="456047" cy="448158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15559861"/>
                <a:gd name="adj5" fmla="val 12500"/>
              </a:avLst>
            </a:prstGeom>
            <a:solidFill>
              <a:srgbClr val="FFC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59" name="箭头: 环形 458">
              <a:extLst>
                <a:ext uri="{FF2B5EF4-FFF2-40B4-BE49-F238E27FC236}">
                  <a16:creationId xmlns:a16="http://schemas.microsoft.com/office/drawing/2014/main" id="{3E53368B-5825-AC38-6F41-6C08DA91C285}"/>
                </a:ext>
              </a:extLst>
            </p:cNvPr>
            <p:cNvSpPr/>
            <p:nvPr/>
          </p:nvSpPr>
          <p:spPr>
            <a:xfrm rot="4784427" flipV="1">
              <a:off x="1436575" y="1466429"/>
              <a:ext cx="456047" cy="448158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15892767"/>
                <a:gd name="adj5" fmla="val 12500"/>
              </a:avLst>
            </a:prstGeom>
            <a:solidFill>
              <a:srgbClr val="52AB4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61" name="文本框 460">
            <a:extLst>
              <a:ext uri="{FF2B5EF4-FFF2-40B4-BE49-F238E27FC236}">
                <a16:creationId xmlns:a16="http://schemas.microsoft.com/office/drawing/2014/main" id="{07211E54-0CA4-F210-665E-43E073A2C8AF}"/>
              </a:ext>
            </a:extLst>
          </p:cNvPr>
          <p:cNvSpPr txBox="1"/>
          <p:nvPr/>
        </p:nvSpPr>
        <p:spPr>
          <a:xfrm>
            <a:off x="2304677" y="35893"/>
            <a:ext cx="44422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下一站：体育中心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200" dirty="0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rPr>
              <a:t>Next Station: Sports Center.</a:t>
            </a:r>
            <a:endParaRPr lang="zh-CN" altLang="en-US" sz="1200" dirty="0">
              <a:latin typeface="Cascadia Code" panose="020B0609020000020004" pitchFamily="49" charset="0"/>
              <a:ea typeface="黑体" panose="02010609060101010101" pitchFamily="49" charset="-122"/>
              <a:cs typeface="Cascadia Code" panose="020B0609020000020004" pitchFamily="49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E4B3E2F1-25D4-0A21-E98B-7DC35810B358}"/>
              </a:ext>
            </a:extLst>
          </p:cNvPr>
          <p:cNvGrpSpPr/>
          <p:nvPr/>
        </p:nvGrpSpPr>
        <p:grpSpPr>
          <a:xfrm>
            <a:off x="5621244" y="806304"/>
            <a:ext cx="261017" cy="259843"/>
            <a:chOff x="501595" y="804920"/>
            <a:chExt cx="261017" cy="259843"/>
          </a:xfrm>
        </p:grpSpPr>
        <p:sp>
          <p:nvSpPr>
            <p:cNvPr id="2" name="箭头: V 形 1">
              <a:extLst>
                <a:ext uri="{FF2B5EF4-FFF2-40B4-BE49-F238E27FC236}">
                  <a16:creationId xmlns:a16="http://schemas.microsoft.com/office/drawing/2014/main" id="{B92ED812-54EB-806A-782C-DDC210886626}"/>
                </a:ext>
              </a:extLst>
            </p:cNvPr>
            <p:cNvSpPr/>
            <p:nvPr/>
          </p:nvSpPr>
          <p:spPr>
            <a:xfrm>
              <a:off x="501595" y="804920"/>
              <a:ext cx="153399" cy="259843"/>
            </a:xfrm>
            <a:prstGeom prst="chevron">
              <a:avLst>
                <a:gd name="adj" fmla="val 5528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箭头: V 形 5">
              <a:extLst>
                <a:ext uri="{FF2B5EF4-FFF2-40B4-BE49-F238E27FC236}">
                  <a16:creationId xmlns:a16="http://schemas.microsoft.com/office/drawing/2014/main" id="{2B27C483-1FB6-59DB-DF84-4408ADDABC94}"/>
                </a:ext>
              </a:extLst>
            </p:cNvPr>
            <p:cNvSpPr/>
            <p:nvPr/>
          </p:nvSpPr>
          <p:spPr>
            <a:xfrm>
              <a:off x="609213" y="804920"/>
              <a:ext cx="153399" cy="259843"/>
            </a:xfrm>
            <a:prstGeom prst="chevron">
              <a:avLst>
                <a:gd name="adj" fmla="val 5528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73" name="文本框 372">
            <a:extLst>
              <a:ext uri="{FF2B5EF4-FFF2-40B4-BE49-F238E27FC236}">
                <a16:creationId xmlns:a16="http://schemas.microsoft.com/office/drawing/2014/main" id="{2FD0C7E7-9BE9-800B-523B-515D35B95566}"/>
              </a:ext>
            </a:extLst>
          </p:cNvPr>
          <p:cNvSpPr txBox="1"/>
          <p:nvPr/>
        </p:nvSpPr>
        <p:spPr>
          <a:xfrm>
            <a:off x="114082" y="483926"/>
            <a:ext cx="7088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天海港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Tianhai</a:t>
            </a:r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 Port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93" name="文本框 392">
            <a:extLst>
              <a:ext uri="{FF2B5EF4-FFF2-40B4-BE49-F238E27FC236}">
                <a16:creationId xmlns:a16="http://schemas.microsoft.com/office/drawing/2014/main" id="{01B9BA59-F62D-8644-60D9-92A144DA1B71}"/>
              </a:ext>
            </a:extLst>
          </p:cNvPr>
          <p:cNvSpPr txBox="1"/>
          <p:nvPr/>
        </p:nvSpPr>
        <p:spPr>
          <a:xfrm>
            <a:off x="5768561" y="483926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体育中心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Sports Center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592C9824-A3E9-0C71-0D01-314414C4B357}"/>
              </a:ext>
            </a:extLst>
          </p:cNvPr>
          <p:cNvSpPr/>
          <p:nvPr/>
        </p:nvSpPr>
        <p:spPr>
          <a:xfrm rot="16200000" flipV="1">
            <a:off x="3252467" y="802397"/>
            <a:ext cx="149365" cy="115523"/>
          </a:xfrm>
          <a:prstGeom prst="homePlate">
            <a:avLst>
              <a:gd name="adj" fmla="val 41754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C2F06F47-DBCE-2C84-81CA-777A98CBCCB6}"/>
              </a:ext>
            </a:extLst>
          </p:cNvPr>
          <p:cNvSpPr/>
          <p:nvPr/>
        </p:nvSpPr>
        <p:spPr>
          <a:xfrm>
            <a:off x="3262857" y="879787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FFF96A1-7266-E3E9-0D74-CDD3F6D68B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2449" y="546366"/>
            <a:ext cx="463118" cy="270278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469AB53F-2F19-2148-01DE-1DB00E996C2C}"/>
              </a:ext>
            </a:extLst>
          </p:cNvPr>
          <p:cNvGrpSpPr/>
          <p:nvPr/>
        </p:nvGrpSpPr>
        <p:grpSpPr>
          <a:xfrm flipH="1">
            <a:off x="3287580" y="895239"/>
            <a:ext cx="86486" cy="88006"/>
            <a:chOff x="3384914" y="1617979"/>
            <a:chExt cx="790846" cy="825340"/>
          </a:xfrm>
        </p:grpSpPr>
        <p:sp>
          <p:nvSpPr>
            <p:cNvPr id="11" name="箭头: 环形 10">
              <a:extLst>
                <a:ext uri="{FF2B5EF4-FFF2-40B4-BE49-F238E27FC236}">
                  <a16:creationId xmlns:a16="http://schemas.microsoft.com/office/drawing/2014/main" id="{2CEE2E7D-E61E-2431-FB64-13DBF56CFACC}"/>
                </a:ext>
              </a:extLst>
            </p:cNvPr>
            <p:cNvSpPr/>
            <p:nvPr/>
          </p:nvSpPr>
          <p:spPr>
            <a:xfrm>
              <a:off x="3384914" y="1617979"/>
              <a:ext cx="790846" cy="797055"/>
            </a:xfrm>
            <a:prstGeom prst="circular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箭头: 环形 11">
              <a:extLst>
                <a:ext uri="{FF2B5EF4-FFF2-40B4-BE49-F238E27FC236}">
                  <a16:creationId xmlns:a16="http://schemas.microsoft.com/office/drawing/2014/main" id="{BF30BAE5-32A1-A5CD-AF0E-4E7FFEFD3148}"/>
                </a:ext>
              </a:extLst>
            </p:cNvPr>
            <p:cNvSpPr/>
            <p:nvPr/>
          </p:nvSpPr>
          <p:spPr>
            <a:xfrm flipH="1" flipV="1">
              <a:off x="3384914" y="1646263"/>
              <a:ext cx="790846" cy="797056"/>
            </a:xfrm>
            <a:prstGeom prst="circularArrow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93671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1000" fill="hold"/>
                                        <p:tgtEl>
                                          <p:spTgt spid="4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63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13442E-7 3.85888E-6 L 0.02346 -0.00111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64" y="-11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57F26-CB67-85A6-D16A-DEFA05B5F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>
            <a:extLst>
              <a:ext uri="{FF2B5EF4-FFF2-40B4-BE49-F238E27FC236}">
                <a16:creationId xmlns:a16="http://schemas.microsoft.com/office/drawing/2014/main" id="{2A56C7A7-9AC4-F611-8DD7-32031C18D3FF}"/>
              </a:ext>
            </a:extLst>
          </p:cNvPr>
          <p:cNvSpPr txBox="1"/>
          <p:nvPr/>
        </p:nvSpPr>
        <p:spPr>
          <a:xfrm>
            <a:off x="68058" y="425228"/>
            <a:ext cx="203132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体育中心</a:t>
            </a:r>
            <a:endParaRPr lang="en-US" altLang="zh-CN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2000" dirty="0">
                <a:latin typeface="+mn-ea"/>
              </a:rPr>
              <a:t>Sports Center.</a:t>
            </a:r>
            <a:endParaRPr lang="zh-CN" altLang="en-US" sz="2000" dirty="0">
              <a:latin typeface="+mn-ea"/>
            </a:endParaRPr>
          </a:p>
        </p:txBody>
      </p:sp>
      <p:grpSp>
        <p:nvGrpSpPr>
          <p:cNvPr id="648" name="组合 647">
            <a:extLst>
              <a:ext uri="{FF2B5EF4-FFF2-40B4-BE49-F238E27FC236}">
                <a16:creationId xmlns:a16="http://schemas.microsoft.com/office/drawing/2014/main" id="{B42634FF-5C96-DD43-C3ED-95A1596984D4}"/>
              </a:ext>
            </a:extLst>
          </p:cNvPr>
          <p:cNvGrpSpPr/>
          <p:nvPr/>
        </p:nvGrpSpPr>
        <p:grpSpPr>
          <a:xfrm>
            <a:off x="-4835331" y="564611"/>
            <a:ext cx="4713780" cy="347183"/>
            <a:chOff x="2180050" y="555098"/>
            <a:chExt cx="4713780" cy="347183"/>
          </a:xfrm>
        </p:grpSpPr>
        <p:grpSp>
          <p:nvGrpSpPr>
            <p:cNvPr id="631" name="组合 630">
              <a:extLst>
                <a:ext uri="{FF2B5EF4-FFF2-40B4-BE49-F238E27FC236}">
                  <a16:creationId xmlns:a16="http://schemas.microsoft.com/office/drawing/2014/main" id="{38238A3B-228A-C88E-7742-15A20E92BE66}"/>
                </a:ext>
              </a:extLst>
            </p:cNvPr>
            <p:cNvGrpSpPr/>
            <p:nvPr/>
          </p:nvGrpSpPr>
          <p:grpSpPr>
            <a:xfrm>
              <a:off x="3758078" y="601135"/>
              <a:ext cx="771789" cy="230164"/>
              <a:chOff x="2969309" y="601138"/>
              <a:chExt cx="771789" cy="230164"/>
            </a:xfrm>
          </p:grpSpPr>
          <p:sp>
            <p:nvSpPr>
              <p:cNvPr id="632" name="矩形 631">
                <a:extLst>
                  <a:ext uri="{FF2B5EF4-FFF2-40B4-BE49-F238E27FC236}">
                    <a16:creationId xmlns:a16="http://schemas.microsoft.com/office/drawing/2014/main" id="{CFF4D0F0-7FD7-7555-B07F-6B03AD9CB956}"/>
                  </a:ext>
                </a:extLst>
              </p:cNvPr>
              <p:cNvSpPr/>
              <p:nvPr/>
            </p:nvSpPr>
            <p:spPr>
              <a:xfrm>
                <a:off x="2969309" y="601138"/>
                <a:ext cx="769621" cy="2301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3" name="矩形: 圆角 632">
                <a:extLst>
                  <a:ext uri="{FF2B5EF4-FFF2-40B4-BE49-F238E27FC236}">
                    <a16:creationId xmlns:a16="http://schemas.microsoft.com/office/drawing/2014/main" id="{AB6CC82D-8611-5F65-B4D0-4FB89661EA59}"/>
                  </a:ext>
                </a:extLst>
              </p:cNvPr>
              <p:cNvSpPr/>
              <p:nvPr/>
            </p:nvSpPr>
            <p:spPr>
              <a:xfrm>
                <a:off x="2971478" y="633445"/>
                <a:ext cx="769620" cy="97294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634" name="直接连接符 633">
                <a:extLst>
                  <a:ext uri="{FF2B5EF4-FFF2-40B4-BE49-F238E27FC236}">
                    <a16:creationId xmlns:a16="http://schemas.microsoft.com/office/drawing/2014/main" id="{EBB03646-C96B-EACC-B931-77707D57A2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478" y="76426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5" name="直接连接符 634">
                <a:extLst>
                  <a:ext uri="{FF2B5EF4-FFF2-40B4-BE49-F238E27FC236}">
                    <a16:creationId xmlns:a16="http://schemas.microsoft.com/office/drawing/2014/main" id="{BAA17C2D-C119-1FFC-5BC9-753E717C6C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36399" y="63344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03" name="组合 602">
              <a:extLst>
                <a:ext uri="{FF2B5EF4-FFF2-40B4-BE49-F238E27FC236}">
                  <a16:creationId xmlns:a16="http://schemas.microsoft.com/office/drawing/2014/main" id="{B529EB84-2AFF-0A91-2DA2-E272B43FFDBE}"/>
                </a:ext>
              </a:extLst>
            </p:cNvPr>
            <p:cNvGrpSpPr/>
            <p:nvPr/>
          </p:nvGrpSpPr>
          <p:grpSpPr>
            <a:xfrm>
              <a:off x="2969309" y="601138"/>
              <a:ext cx="771789" cy="230164"/>
              <a:chOff x="2969309" y="601138"/>
              <a:chExt cx="771789" cy="230164"/>
            </a:xfrm>
          </p:grpSpPr>
          <p:sp>
            <p:nvSpPr>
              <p:cNvPr id="602" name="矩形 601">
                <a:extLst>
                  <a:ext uri="{FF2B5EF4-FFF2-40B4-BE49-F238E27FC236}">
                    <a16:creationId xmlns:a16="http://schemas.microsoft.com/office/drawing/2014/main" id="{49184572-D891-1D4F-8CEC-579F2C62BC35}"/>
                  </a:ext>
                </a:extLst>
              </p:cNvPr>
              <p:cNvSpPr/>
              <p:nvPr/>
            </p:nvSpPr>
            <p:spPr>
              <a:xfrm>
                <a:off x="2969309" y="601138"/>
                <a:ext cx="769621" cy="2301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5" name="矩形: 圆角 134">
                <a:extLst>
                  <a:ext uri="{FF2B5EF4-FFF2-40B4-BE49-F238E27FC236}">
                    <a16:creationId xmlns:a16="http://schemas.microsoft.com/office/drawing/2014/main" id="{F43E040B-6308-7F0A-A6BD-62A69D981EC1}"/>
                  </a:ext>
                </a:extLst>
              </p:cNvPr>
              <p:cNvSpPr/>
              <p:nvPr/>
            </p:nvSpPr>
            <p:spPr>
              <a:xfrm>
                <a:off x="2971478" y="633445"/>
                <a:ext cx="769620" cy="97294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36" name="直接连接符 135">
                <a:extLst>
                  <a:ext uri="{FF2B5EF4-FFF2-40B4-BE49-F238E27FC236}">
                    <a16:creationId xmlns:a16="http://schemas.microsoft.com/office/drawing/2014/main" id="{CEBEA4CD-B49A-7072-B6E0-56B397D622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478" y="76426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直接连接符 136">
                <a:extLst>
                  <a:ext uri="{FF2B5EF4-FFF2-40B4-BE49-F238E27FC236}">
                    <a16:creationId xmlns:a16="http://schemas.microsoft.com/office/drawing/2014/main" id="{3F9D6575-0153-7932-EB7B-1F8C89662F1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36399" y="63344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4" name="组合 183">
              <a:extLst>
                <a:ext uri="{FF2B5EF4-FFF2-40B4-BE49-F238E27FC236}">
                  <a16:creationId xmlns:a16="http://schemas.microsoft.com/office/drawing/2014/main" id="{F0003BD2-2CC5-EAAD-9129-529D9CFEE665}"/>
                </a:ext>
              </a:extLst>
            </p:cNvPr>
            <p:cNvGrpSpPr/>
            <p:nvPr/>
          </p:nvGrpSpPr>
          <p:grpSpPr>
            <a:xfrm flipH="1">
              <a:off x="6096902" y="601138"/>
              <a:ext cx="796928" cy="230167"/>
              <a:chOff x="2533557" y="715860"/>
              <a:chExt cx="796928" cy="230167"/>
            </a:xfrm>
          </p:grpSpPr>
          <p:sp>
            <p:nvSpPr>
              <p:cNvPr id="187" name="矩形: 圆角 186">
                <a:extLst>
                  <a:ext uri="{FF2B5EF4-FFF2-40B4-BE49-F238E27FC236}">
                    <a16:creationId xmlns:a16="http://schemas.microsoft.com/office/drawing/2014/main" id="{04C2F145-C984-40ED-C0FF-85103E8BAE84}"/>
                  </a:ext>
                </a:extLst>
              </p:cNvPr>
              <p:cNvSpPr/>
              <p:nvPr/>
            </p:nvSpPr>
            <p:spPr>
              <a:xfrm>
                <a:off x="2533557" y="715860"/>
                <a:ext cx="783274" cy="230167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8" name="矩形: 圆角 187">
                <a:extLst>
                  <a:ext uri="{FF2B5EF4-FFF2-40B4-BE49-F238E27FC236}">
                    <a16:creationId xmlns:a16="http://schemas.microsoft.com/office/drawing/2014/main" id="{C684E9F6-11EA-AED8-EE51-499BE8E278FC}"/>
                  </a:ext>
                </a:extLst>
              </p:cNvPr>
              <p:cNvSpPr/>
              <p:nvPr/>
            </p:nvSpPr>
            <p:spPr>
              <a:xfrm>
                <a:off x="2601967" y="748165"/>
                <a:ext cx="728518" cy="97294"/>
              </a:xfrm>
              <a:prstGeom prst="roundRect">
                <a:avLst>
                  <a:gd name="adj" fmla="val 2937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91" name="直接连接符 190">
                <a:extLst>
                  <a:ext uri="{FF2B5EF4-FFF2-40B4-BE49-F238E27FC236}">
                    <a16:creationId xmlns:a16="http://schemas.microsoft.com/office/drawing/2014/main" id="{A4359DF2-7918-CA90-0B4D-B5B479CFCF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41223" y="87898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" name="直接连接符 255">
                <a:extLst>
                  <a:ext uri="{FF2B5EF4-FFF2-40B4-BE49-F238E27FC236}">
                    <a16:creationId xmlns:a16="http://schemas.microsoft.com/office/drawing/2014/main" id="{17113C0C-450A-04C1-F010-1C77886EC6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06144" y="74816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09" name="组合 608">
              <a:extLst>
                <a:ext uri="{FF2B5EF4-FFF2-40B4-BE49-F238E27FC236}">
                  <a16:creationId xmlns:a16="http://schemas.microsoft.com/office/drawing/2014/main" id="{8AEE40F3-0FD1-BBA2-645E-057EDEE1235C}"/>
                </a:ext>
              </a:extLst>
            </p:cNvPr>
            <p:cNvGrpSpPr/>
            <p:nvPr/>
          </p:nvGrpSpPr>
          <p:grpSpPr>
            <a:xfrm>
              <a:off x="2180050" y="568597"/>
              <a:ext cx="836837" cy="295251"/>
              <a:chOff x="2180050" y="568597"/>
              <a:chExt cx="836837" cy="295251"/>
            </a:xfrm>
          </p:grpSpPr>
          <p:sp>
            <p:nvSpPr>
              <p:cNvPr id="601" name="矩形: 单圆角 600">
                <a:extLst>
                  <a:ext uri="{FF2B5EF4-FFF2-40B4-BE49-F238E27FC236}">
                    <a16:creationId xmlns:a16="http://schemas.microsoft.com/office/drawing/2014/main" id="{20FB7309-5924-0DDC-33D5-73B5700F46A2}"/>
                  </a:ext>
                </a:extLst>
              </p:cNvPr>
              <p:cNvSpPr/>
              <p:nvPr/>
            </p:nvSpPr>
            <p:spPr>
              <a:xfrm flipH="1">
                <a:off x="2180050" y="601138"/>
                <a:ext cx="779683" cy="230167"/>
              </a:xfrm>
              <a:prstGeom prst="round1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8" name="矩形: 圆角 507">
                <a:extLst>
                  <a:ext uri="{FF2B5EF4-FFF2-40B4-BE49-F238E27FC236}">
                    <a16:creationId xmlns:a16="http://schemas.microsoft.com/office/drawing/2014/main" id="{B7163A58-995D-61FD-E328-7DBD65FBC90A}"/>
                  </a:ext>
                </a:extLst>
              </p:cNvPr>
              <p:cNvSpPr/>
              <p:nvPr/>
            </p:nvSpPr>
            <p:spPr>
              <a:xfrm>
                <a:off x="2248948" y="633445"/>
                <a:ext cx="767939" cy="97294"/>
              </a:xfrm>
              <a:prstGeom prst="roundRect">
                <a:avLst>
                  <a:gd name="adj" fmla="val 2937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509" name="直接连接符 508">
                <a:extLst>
                  <a:ext uri="{FF2B5EF4-FFF2-40B4-BE49-F238E27FC236}">
                    <a16:creationId xmlns:a16="http://schemas.microsoft.com/office/drawing/2014/main" id="{983DA08B-6155-E5BA-2DBC-158757F3D0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88205" y="76426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0" name="直接连接符 509">
                <a:extLst>
                  <a:ext uri="{FF2B5EF4-FFF2-40B4-BE49-F238E27FC236}">
                    <a16:creationId xmlns:a16="http://schemas.microsoft.com/office/drawing/2014/main" id="{E1C43C40-348F-59DB-5550-8B8A53A83D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53126" y="63344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6" name="直接连接符 505">
                <a:extLst>
                  <a:ext uri="{FF2B5EF4-FFF2-40B4-BE49-F238E27FC236}">
                    <a16:creationId xmlns:a16="http://schemas.microsoft.com/office/drawing/2014/main" id="{C05BB7D5-89A9-05A5-D106-A02B14A731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63813" y="568597"/>
                <a:ext cx="0" cy="295251"/>
              </a:xfrm>
              <a:prstGeom prst="line">
                <a:avLst/>
              </a:prstGeom>
              <a:ln w="254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2" name="矩形 161">
              <a:extLst>
                <a:ext uri="{FF2B5EF4-FFF2-40B4-BE49-F238E27FC236}">
                  <a16:creationId xmlns:a16="http://schemas.microsoft.com/office/drawing/2014/main" id="{7068FA65-A4EE-B437-D33C-0FB40259DD87}"/>
                </a:ext>
              </a:extLst>
            </p:cNvPr>
            <p:cNvSpPr/>
            <p:nvPr/>
          </p:nvSpPr>
          <p:spPr>
            <a:xfrm>
              <a:off x="3758981" y="555098"/>
              <a:ext cx="790456" cy="347183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b="1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当前车厢</a:t>
              </a:r>
              <a:endParaRPr lang="en-US" altLang="zh-CN" sz="11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ctr"/>
              <a:r>
                <a:rPr lang="zh-CN" altLang="zh-CN" sz="800" dirty="0"/>
                <a:t>Current Car</a:t>
              </a:r>
            </a:p>
          </p:txBody>
        </p:sp>
        <p:sp>
          <p:nvSpPr>
            <p:cNvPr id="611" name="矩形: 单圆角 610">
              <a:extLst>
                <a:ext uri="{FF2B5EF4-FFF2-40B4-BE49-F238E27FC236}">
                  <a16:creationId xmlns:a16="http://schemas.microsoft.com/office/drawing/2014/main" id="{2887DBF9-22CB-FA96-24E0-F5A5BBE6EED1}"/>
                </a:ext>
              </a:extLst>
            </p:cNvPr>
            <p:cNvSpPr/>
            <p:nvPr/>
          </p:nvSpPr>
          <p:spPr>
            <a:xfrm>
              <a:off x="6108241" y="601135"/>
              <a:ext cx="779683" cy="230167"/>
            </a:xfrm>
            <a:prstGeom prst="round1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2" name="矩形: 圆角 611">
              <a:extLst>
                <a:ext uri="{FF2B5EF4-FFF2-40B4-BE49-F238E27FC236}">
                  <a16:creationId xmlns:a16="http://schemas.microsoft.com/office/drawing/2014/main" id="{ECB3657F-40A6-AA06-9A84-01EDE0BF0BD4}"/>
                </a:ext>
              </a:extLst>
            </p:cNvPr>
            <p:cNvSpPr/>
            <p:nvPr/>
          </p:nvSpPr>
          <p:spPr>
            <a:xfrm flipH="1">
              <a:off x="6051087" y="633442"/>
              <a:ext cx="767939" cy="97294"/>
            </a:xfrm>
            <a:prstGeom prst="roundRect">
              <a:avLst>
                <a:gd name="adj" fmla="val 2937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13" name="直接连接符 612">
              <a:extLst>
                <a:ext uri="{FF2B5EF4-FFF2-40B4-BE49-F238E27FC236}">
                  <a16:creationId xmlns:a16="http://schemas.microsoft.com/office/drawing/2014/main" id="{124BAF2B-1BFE-404E-27DE-2D0C446A73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11828" y="764259"/>
              <a:ext cx="767941" cy="0"/>
            </a:xfrm>
            <a:prstGeom prst="line">
              <a:avLst/>
            </a:prstGeom>
            <a:ln>
              <a:solidFill>
                <a:srgbClr val="E6001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4" name="直接连接符 613">
              <a:extLst>
                <a:ext uri="{FF2B5EF4-FFF2-40B4-BE49-F238E27FC236}">
                  <a16:creationId xmlns:a16="http://schemas.microsoft.com/office/drawing/2014/main" id="{3E14F20E-EB71-2AB8-8FF3-CB51905850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14848" y="633442"/>
              <a:ext cx="0" cy="9729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DA4AB3FD-FE40-E9C3-CBF2-5048AFFFEB2D}"/>
                </a:ext>
              </a:extLst>
            </p:cNvPr>
            <p:cNvCxnSpPr>
              <a:cxnSpLocks/>
            </p:cNvCxnSpPr>
            <p:nvPr/>
          </p:nvCxnSpPr>
          <p:spPr>
            <a:xfrm>
              <a:off x="3747086" y="568597"/>
              <a:ext cx="0" cy="295251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36" name="组合 635">
              <a:extLst>
                <a:ext uri="{FF2B5EF4-FFF2-40B4-BE49-F238E27FC236}">
                  <a16:creationId xmlns:a16="http://schemas.microsoft.com/office/drawing/2014/main" id="{CB26F979-5B80-C1BC-F733-027623911C4C}"/>
                </a:ext>
              </a:extLst>
            </p:cNvPr>
            <p:cNvGrpSpPr/>
            <p:nvPr/>
          </p:nvGrpSpPr>
          <p:grpSpPr>
            <a:xfrm>
              <a:off x="4548425" y="601135"/>
              <a:ext cx="771789" cy="230164"/>
              <a:chOff x="2969309" y="601138"/>
              <a:chExt cx="771789" cy="230164"/>
            </a:xfrm>
          </p:grpSpPr>
          <p:sp>
            <p:nvSpPr>
              <p:cNvPr id="637" name="矩形 636">
                <a:extLst>
                  <a:ext uri="{FF2B5EF4-FFF2-40B4-BE49-F238E27FC236}">
                    <a16:creationId xmlns:a16="http://schemas.microsoft.com/office/drawing/2014/main" id="{26E22714-4EE3-160E-A876-CD6E03FCE433}"/>
                  </a:ext>
                </a:extLst>
              </p:cNvPr>
              <p:cNvSpPr/>
              <p:nvPr/>
            </p:nvSpPr>
            <p:spPr>
              <a:xfrm>
                <a:off x="2969309" y="601138"/>
                <a:ext cx="769621" cy="2301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8" name="矩形: 圆角 637">
                <a:extLst>
                  <a:ext uri="{FF2B5EF4-FFF2-40B4-BE49-F238E27FC236}">
                    <a16:creationId xmlns:a16="http://schemas.microsoft.com/office/drawing/2014/main" id="{555E3D44-0BFC-E68D-38F7-AC20B5C9E93F}"/>
                  </a:ext>
                </a:extLst>
              </p:cNvPr>
              <p:cNvSpPr/>
              <p:nvPr/>
            </p:nvSpPr>
            <p:spPr>
              <a:xfrm>
                <a:off x="2971478" y="633445"/>
                <a:ext cx="769620" cy="97294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639" name="直接连接符 638">
                <a:extLst>
                  <a:ext uri="{FF2B5EF4-FFF2-40B4-BE49-F238E27FC236}">
                    <a16:creationId xmlns:a16="http://schemas.microsoft.com/office/drawing/2014/main" id="{8446582D-8E98-F1CE-E451-109A749049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478" y="76426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0" name="直接连接符 639">
                <a:extLst>
                  <a:ext uri="{FF2B5EF4-FFF2-40B4-BE49-F238E27FC236}">
                    <a16:creationId xmlns:a16="http://schemas.microsoft.com/office/drawing/2014/main" id="{637F9ED9-EAD9-BECD-D79B-86A00A5A03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36399" y="63344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41" name="直接连接符 640">
              <a:extLst>
                <a:ext uri="{FF2B5EF4-FFF2-40B4-BE49-F238E27FC236}">
                  <a16:creationId xmlns:a16="http://schemas.microsoft.com/office/drawing/2014/main" id="{8B9AF4B6-D702-ACA1-3A4F-EB798FA1424C}"/>
                </a:ext>
              </a:extLst>
            </p:cNvPr>
            <p:cNvCxnSpPr>
              <a:cxnSpLocks/>
            </p:cNvCxnSpPr>
            <p:nvPr/>
          </p:nvCxnSpPr>
          <p:spPr>
            <a:xfrm>
              <a:off x="4537433" y="568597"/>
              <a:ext cx="0" cy="295251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42" name="组合 641">
              <a:extLst>
                <a:ext uri="{FF2B5EF4-FFF2-40B4-BE49-F238E27FC236}">
                  <a16:creationId xmlns:a16="http://schemas.microsoft.com/office/drawing/2014/main" id="{5D615CAB-1B03-5602-2E82-8650C1DD60ED}"/>
                </a:ext>
              </a:extLst>
            </p:cNvPr>
            <p:cNvGrpSpPr/>
            <p:nvPr/>
          </p:nvGrpSpPr>
          <p:grpSpPr>
            <a:xfrm>
              <a:off x="5330874" y="601132"/>
              <a:ext cx="771789" cy="230164"/>
              <a:chOff x="2969309" y="601138"/>
              <a:chExt cx="771789" cy="230164"/>
            </a:xfrm>
          </p:grpSpPr>
          <p:sp>
            <p:nvSpPr>
              <p:cNvPr id="643" name="矩形 642">
                <a:extLst>
                  <a:ext uri="{FF2B5EF4-FFF2-40B4-BE49-F238E27FC236}">
                    <a16:creationId xmlns:a16="http://schemas.microsoft.com/office/drawing/2014/main" id="{00DB411D-2A0A-900F-5A84-358AFBD4DCD5}"/>
                  </a:ext>
                </a:extLst>
              </p:cNvPr>
              <p:cNvSpPr/>
              <p:nvPr/>
            </p:nvSpPr>
            <p:spPr>
              <a:xfrm>
                <a:off x="2969309" y="601138"/>
                <a:ext cx="769621" cy="2301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4" name="矩形: 圆角 643">
                <a:extLst>
                  <a:ext uri="{FF2B5EF4-FFF2-40B4-BE49-F238E27FC236}">
                    <a16:creationId xmlns:a16="http://schemas.microsoft.com/office/drawing/2014/main" id="{564FCEBE-51CF-0CDD-76D7-E69AEF0CAFB9}"/>
                  </a:ext>
                </a:extLst>
              </p:cNvPr>
              <p:cNvSpPr/>
              <p:nvPr/>
            </p:nvSpPr>
            <p:spPr>
              <a:xfrm>
                <a:off x="2971478" y="633445"/>
                <a:ext cx="769620" cy="97294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645" name="直接连接符 644">
                <a:extLst>
                  <a:ext uri="{FF2B5EF4-FFF2-40B4-BE49-F238E27FC236}">
                    <a16:creationId xmlns:a16="http://schemas.microsoft.com/office/drawing/2014/main" id="{AEE13493-9940-D009-6026-FCAEACDC6C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478" y="76426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6" name="直接连接符 645">
                <a:extLst>
                  <a:ext uri="{FF2B5EF4-FFF2-40B4-BE49-F238E27FC236}">
                    <a16:creationId xmlns:a16="http://schemas.microsoft.com/office/drawing/2014/main" id="{3FEA5D60-0D22-D176-08EA-FDAA02BC31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36399" y="63344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47" name="直接连接符 646">
              <a:extLst>
                <a:ext uri="{FF2B5EF4-FFF2-40B4-BE49-F238E27FC236}">
                  <a16:creationId xmlns:a16="http://schemas.microsoft.com/office/drawing/2014/main" id="{2679E055-5A41-2D7C-A549-2E970EA32AEE}"/>
                </a:ext>
              </a:extLst>
            </p:cNvPr>
            <p:cNvCxnSpPr>
              <a:cxnSpLocks/>
            </p:cNvCxnSpPr>
            <p:nvPr/>
          </p:nvCxnSpPr>
          <p:spPr>
            <a:xfrm>
              <a:off x="5319882" y="568594"/>
              <a:ext cx="0" cy="295251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5" name="直接连接符 614">
              <a:extLst>
                <a:ext uri="{FF2B5EF4-FFF2-40B4-BE49-F238E27FC236}">
                  <a16:creationId xmlns:a16="http://schemas.microsoft.com/office/drawing/2014/main" id="{8CA8B9FF-527F-F705-0CD5-90816CA931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4161" y="568594"/>
              <a:ext cx="0" cy="295251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C5B94296-5FDA-AE45-FC2D-989B10F8AEBF}"/>
              </a:ext>
            </a:extLst>
          </p:cNvPr>
          <p:cNvSpPr/>
          <p:nvPr/>
        </p:nvSpPr>
        <p:spPr>
          <a:xfrm>
            <a:off x="7671197" y="486678"/>
            <a:ext cx="275749" cy="622300"/>
          </a:xfrm>
          <a:custGeom>
            <a:avLst/>
            <a:gdLst>
              <a:gd name="csX0" fmla="*/ 43894 w 275749"/>
              <a:gd name="csY0" fmla="*/ 63500 h 622300"/>
              <a:gd name="csX1" fmla="*/ 43894 w 275749"/>
              <a:gd name="csY1" fmla="*/ 251460 h 622300"/>
              <a:gd name="csX2" fmla="*/ 231854 w 275749"/>
              <a:gd name="csY2" fmla="*/ 251460 h 622300"/>
              <a:gd name="csX3" fmla="*/ 231854 w 275749"/>
              <a:gd name="csY3" fmla="*/ 63500 h 622300"/>
              <a:gd name="csX4" fmla="*/ 0 w 275749"/>
              <a:gd name="csY4" fmla="*/ 0 h 622300"/>
              <a:gd name="csX5" fmla="*/ 275749 w 275749"/>
              <a:gd name="csY5" fmla="*/ 0 h 622300"/>
              <a:gd name="csX6" fmla="*/ 275749 w 275749"/>
              <a:gd name="csY6" fmla="*/ 622300 h 622300"/>
              <a:gd name="csX7" fmla="*/ 0 w 275749"/>
              <a:gd name="csY7" fmla="*/ 622300 h 6223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75749" h="622300">
                <a:moveTo>
                  <a:pt x="43894" y="63500"/>
                </a:moveTo>
                <a:lnTo>
                  <a:pt x="43894" y="251460"/>
                </a:lnTo>
                <a:lnTo>
                  <a:pt x="231854" y="251460"/>
                </a:lnTo>
                <a:lnTo>
                  <a:pt x="231854" y="63500"/>
                </a:lnTo>
                <a:close/>
                <a:moveTo>
                  <a:pt x="0" y="0"/>
                </a:moveTo>
                <a:lnTo>
                  <a:pt x="275749" y="0"/>
                </a:lnTo>
                <a:lnTo>
                  <a:pt x="275749" y="622300"/>
                </a:lnTo>
                <a:lnTo>
                  <a:pt x="0" y="62230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3D07BB04-B8F5-CF96-BD2E-DD7F591BFD95}"/>
              </a:ext>
            </a:extLst>
          </p:cNvPr>
          <p:cNvSpPr/>
          <p:nvPr/>
        </p:nvSpPr>
        <p:spPr>
          <a:xfrm>
            <a:off x="7946946" y="486678"/>
            <a:ext cx="275749" cy="622300"/>
          </a:xfrm>
          <a:custGeom>
            <a:avLst/>
            <a:gdLst>
              <a:gd name="csX0" fmla="*/ 43894 w 275749"/>
              <a:gd name="csY0" fmla="*/ 63500 h 622300"/>
              <a:gd name="csX1" fmla="*/ 43894 w 275749"/>
              <a:gd name="csY1" fmla="*/ 251460 h 622300"/>
              <a:gd name="csX2" fmla="*/ 231854 w 275749"/>
              <a:gd name="csY2" fmla="*/ 251460 h 622300"/>
              <a:gd name="csX3" fmla="*/ 231854 w 275749"/>
              <a:gd name="csY3" fmla="*/ 63500 h 622300"/>
              <a:gd name="csX4" fmla="*/ 0 w 275749"/>
              <a:gd name="csY4" fmla="*/ 0 h 622300"/>
              <a:gd name="csX5" fmla="*/ 275749 w 275749"/>
              <a:gd name="csY5" fmla="*/ 0 h 622300"/>
              <a:gd name="csX6" fmla="*/ 275749 w 275749"/>
              <a:gd name="csY6" fmla="*/ 622300 h 622300"/>
              <a:gd name="csX7" fmla="*/ 0 w 275749"/>
              <a:gd name="csY7" fmla="*/ 622300 h 6223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75749" h="622300">
                <a:moveTo>
                  <a:pt x="43894" y="63500"/>
                </a:moveTo>
                <a:lnTo>
                  <a:pt x="43894" y="251460"/>
                </a:lnTo>
                <a:lnTo>
                  <a:pt x="231854" y="251460"/>
                </a:lnTo>
                <a:lnTo>
                  <a:pt x="231854" y="63500"/>
                </a:lnTo>
                <a:close/>
                <a:moveTo>
                  <a:pt x="0" y="0"/>
                </a:moveTo>
                <a:lnTo>
                  <a:pt x="275749" y="0"/>
                </a:lnTo>
                <a:lnTo>
                  <a:pt x="275749" y="622300"/>
                </a:lnTo>
                <a:lnTo>
                  <a:pt x="0" y="62230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20" name="箭头: 上 19">
            <a:extLst>
              <a:ext uri="{FF2B5EF4-FFF2-40B4-BE49-F238E27FC236}">
                <a16:creationId xmlns:a16="http://schemas.microsoft.com/office/drawing/2014/main" id="{47A98BD2-F913-98AB-7C56-73D60785B827}"/>
              </a:ext>
            </a:extLst>
          </p:cNvPr>
          <p:cNvSpPr/>
          <p:nvPr/>
        </p:nvSpPr>
        <p:spPr>
          <a:xfrm>
            <a:off x="7802166" y="882994"/>
            <a:ext cx="289560" cy="281940"/>
          </a:xfrm>
          <a:prstGeom prst="upArrow">
            <a:avLst>
              <a:gd name="adj1" fmla="val 53947"/>
              <a:gd name="adj2" fmla="val 5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scene3d>
            <a:camera prst="orthographicFront">
              <a:rot lat="3600003" lon="21599986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4D82277-4C11-27E6-87BB-DBFA28614DBF}"/>
              </a:ext>
            </a:extLst>
          </p:cNvPr>
          <p:cNvSpPr/>
          <p:nvPr/>
        </p:nvSpPr>
        <p:spPr>
          <a:xfrm>
            <a:off x="0" y="0"/>
            <a:ext cx="8999538" cy="438912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70F4D955-0150-D905-6EB3-B87CA4CFA806}"/>
              </a:ext>
            </a:extLst>
          </p:cNvPr>
          <p:cNvSpPr/>
          <p:nvPr/>
        </p:nvSpPr>
        <p:spPr>
          <a:xfrm>
            <a:off x="2408841" y="54864"/>
            <a:ext cx="4181856" cy="329184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53" name="组合 152">
            <a:extLst>
              <a:ext uri="{FF2B5EF4-FFF2-40B4-BE49-F238E27FC236}">
                <a16:creationId xmlns:a16="http://schemas.microsoft.com/office/drawing/2014/main" id="{8D818DBE-A9E0-9895-B3C4-A9EBAFC74636}"/>
              </a:ext>
            </a:extLst>
          </p:cNvPr>
          <p:cNvGrpSpPr/>
          <p:nvPr/>
        </p:nvGrpSpPr>
        <p:grpSpPr>
          <a:xfrm>
            <a:off x="390597" y="4959"/>
            <a:ext cx="1280134" cy="431250"/>
            <a:chOff x="188770" y="-11103"/>
            <a:chExt cx="1280134" cy="431250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9C8DC055-2BEE-2482-9512-59C0A1EBEC07}"/>
                </a:ext>
              </a:extLst>
            </p:cNvPr>
            <p:cNvSpPr/>
            <p:nvPr/>
          </p:nvSpPr>
          <p:spPr>
            <a:xfrm>
              <a:off x="188770" y="47240"/>
              <a:ext cx="1221882" cy="329184"/>
            </a:xfrm>
            <a:prstGeom prst="roundRect">
              <a:avLst>
                <a:gd name="adj" fmla="val 1882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8" name="文本框 147">
              <a:extLst>
                <a:ext uri="{FF2B5EF4-FFF2-40B4-BE49-F238E27FC236}">
                  <a16:creationId xmlns:a16="http://schemas.microsoft.com/office/drawing/2014/main" id="{CC442A71-A9F2-F936-7DD1-348945176C40}"/>
                </a:ext>
              </a:extLst>
            </p:cNvPr>
            <p:cNvSpPr txBox="1"/>
            <p:nvPr/>
          </p:nvSpPr>
          <p:spPr>
            <a:xfrm>
              <a:off x="496280" y="-11103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黑体" panose="02010609060101010101" pitchFamily="49" charset="-122"/>
                  <a:ea typeface="黑体" panose="02010609060101010101" pitchFamily="49" charset="-122"/>
                </a:rPr>
                <a:t>天海地铁</a:t>
              </a:r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8E688BA2-6D07-B67D-5F00-7F1445FBFAAB}"/>
                </a:ext>
              </a:extLst>
            </p:cNvPr>
            <p:cNvSpPr txBox="1"/>
            <p:nvPr/>
          </p:nvSpPr>
          <p:spPr>
            <a:xfrm>
              <a:off x="500369" y="204703"/>
              <a:ext cx="96853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00" dirty="0" err="1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Tianhai</a:t>
              </a:r>
              <a:r>
                <a:rPr lang="en-US" altLang="zh-CN" sz="800" dirty="0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 Metro</a:t>
              </a:r>
              <a:endParaRPr lang="zh-CN" altLang="en-US" sz="800" dirty="0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endParaRPr>
            </a:p>
          </p:txBody>
        </p:sp>
        <p:pic>
          <p:nvPicPr>
            <p:cNvPr id="152" name="图片 151">
              <a:extLst>
                <a:ext uri="{FF2B5EF4-FFF2-40B4-BE49-F238E27FC236}">
                  <a16:creationId xmlns:a16="http://schemas.microsoft.com/office/drawing/2014/main" id="{FEA100AE-394A-A34F-80BF-C5DFE00656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7754" y="54959"/>
              <a:ext cx="313746" cy="313746"/>
            </a:xfrm>
            <a:prstGeom prst="rect">
              <a:avLst/>
            </a:prstGeom>
          </p:spPr>
        </p:pic>
      </p:grpSp>
      <p:sp>
        <p:nvSpPr>
          <p:cNvPr id="167" name="文本框 166">
            <a:extLst>
              <a:ext uri="{FF2B5EF4-FFF2-40B4-BE49-F238E27FC236}">
                <a16:creationId xmlns:a16="http://schemas.microsoft.com/office/drawing/2014/main" id="{2C359F18-0EFF-5630-AE31-1B119C3C9C4A}"/>
              </a:ext>
            </a:extLst>
          </p:cNvPr>
          <p:cNvSpPr txBox="1"/>
          <p:nvPr/>
        </p:nvSpPr>
        <p:spPr>
          <a:xfrm>
            <a:off x="7601248" y="16203"/>
            <a:ext cx="1847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75" name="组合 174">
            <a:extLst>
              <a:ext uri="{FF2B5EF4-FFF2-40B4-BE49-F238E27FC236}">
                <a16:creationId xmlns:a16="http://schemas.microsoft.com/office/drawing/2014/main" id="{FA81691D-180B-4981-F687-A0A824FEF8B7}"/>
              </a:ext>
            </a:extLst>
          </p:cNvPr>
          <p:cNvGrpSpPr/>
          <p:nvPr/>
        </p:nvGrpSpPr>
        <p:grpSpPr>
          <a:xfrm>
            <a:off x="8140497" y="13642"/>
            <a:ext cx="821036" cy="400110"/>
            <a:chOff x="1526333" y="4012"/>
            <a:chExt cx="821036" cy="400110"/>
          </a:xfrm>
        </p:grpSpPr>
        <p:sp>
          <p:nvSpPr>
            <p:cNvPr id="176" name="矩形: 圆角 175">
              <a:extLst>
                <a:ext uri="{FF2B5EF4-FFF2-40B4-BE49-F238E27FC236}">
                  <a16:creationId xmlns:a16="http://schemas.microsoft.com/office/drawing/2014/main" id="{A2634B85-1D1E-C5D1-FF5E-7F746185B3BB}"/>
                </a:ext>
              </a:extLst>
            </p:cNvPr>
            <p:cNvSpPr/>
            <p:nvPr/>
          </p:nvSpPr>
          <p:spPr>
            <a:xfrm flipH="1">
              <a:off x="1526333" y="54864"/>
              <a:ext cx="753551" cy="329184"/>
            </a:xfrm>
            <a:prstGeom prst="roundRect">
              <a:avLst>
                <a:gd name="adj" fmla="val 1882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7" name="文本框 176">
              <a:extLst>
                <a:ext uri="{FF2B5EF4-FFF2-40B4-BE49-F238E27FC236}">
                  <a16:creationId xmlns:a16="http://schemas.microsoft.com/office/drawing/2014/main" id="{BF60C89F-7D42-CCEA-E7FA-AF7CAB4598BE}"/>
                </a:ext>
              </a:extLst>
            </p:cNvPr>
            <p:cNvSpPr txBox="1"/>
            <p:nvPr/>
          </p:nvSpPr>
          <p:spPr>
            <a:xfrm>
              <a:off x="1792890" y="4012"/>
              <a:ext cx="5544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latin typeface="黑体" panose="02010609060101010101" pitchFamily="49" charset="-122"/>
                  <a:ea typeface="黑体" panose="02010609060101010101" pitchFamily="49" charset="-122"/>
                </a:rPr>
                <a:t>号线</a:t>
              </a:r>
              <a:endPara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r>
                <a:rPr lang="en-US" altLang="zh-CN" sz="800" dirty="0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 Line</a:t>
              </a:r>
              <a:endParaRPr lang="zh-CN" altLang="en-US" sz="800" dirty="0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endParaRPr>
            </a:p>
          </p:txBody>
        </p:sp>
        <p:sp>
          <p:nvSpPr>
            <p:cNvPr id="178" name="矩形: 圆角 177">
              <a:extLst>
                <a:ext uri="{FF2B5EF4-FFF2-40B4-BE49-F238E27FC236}">
                  <a16:creationId xmlns:a16="http://schemas.microsoft.com/office/drawing/2014/main" id="{A17F3D3D-117B-5FF6-C4F8-EA74BD7CE68C}"/>
                </a:ext>
              </a:extLst>
            </p:cNvPr>
            <p:cNvSpPr/>
            <p:nvPr/>
          </p:nvSpPr>
          <p:spPr>
            <a:xfrm flipH="1">
              <a:off x="1557516" y="75456"/>
              <a:ext cx="288000" cy="288000"/>
            </a:xfrm>
            <a:prstGeom prst="roundRect">
              <a:avLst>
                <a:gd name="adj" fmla="val 18827"/>
              </a:avLst>
            </a:prstGeom>
            <a:solidFill>
              <a:srgbClr val="E6001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9" name="文本框 178">
              <a:extLst>
                <a:ext uri="{FF2B5EF4-FFF2-40B4-BE49-F238E27FC236}">
                  <a16:creationId xmlns:a16="http://schemas.microsoft.com/office/drawing/2014/main" id="{E5018FE4-C67D-3006-A1A5-148CD9192867}"/>
                </a:ext>
              </a:extLst>
            </p:cNvPr>
            <p:cNvSpPr txBox="1"/>
            <p:nvPr/>
          </p:nvSpPr>
          <p:spPr>
            <a:xfrm>
              <a:off x="1542658" y="34790"/>
              <a:ext cx="317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1</a:t>
              </a:r>
              <a:endParaRPr lang="zh-CN" altLang="en-US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sp>
        <p:nvSpPr>
          <p:cNvPr id="181" name="矩形: 圆角 180">
            <a:extLst>
              <a:ext uri="{FF2B5EF4-FFF2-40B4-BE49-F238E27FC236}">
                <a16:creationId xmlns:a16="http://schemas.microsoft.com/office/drawing/2014/main" id="{A28DCB91-F876-6DF3-15F1-1CD2ECF91EDA}"/>
              </a:ext>
            </a:extLst>
          </p:cNvPr>
          <p:cNvSpPr/>
          <p:nvPr/>
        </p:nvSpPr>
        <p:spPr>
          <a:xfrm flipH="1">
            <a:off x="7121513" y="62216"/>
            <a:ext cx="959469" cy="329184"/>
          </a:xfrm>
          <a:prstGeom prst="roundRect">
            <a:avLst>
              <a:gd name="adj" fmla="val 188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6" name="文本框 185">
            <a:extLst>
              <a:ext uri="{FF2B5EF4-FFF2-40B4-BE49-F238E27FC236}">
                <a16:creationId xmlns:a16="http://schemas.microsoft.com/office/drawing/2014/main" id="{F6CC2E4F-03AF-C5E8-29BB-85A1490B36B7}"/>
              </a:ext>
            </a:extLst>
          </p:cNvPr>
          <p:cNvSpPr txBox="1"/>
          <p:nvPr/>
        </p:nvSpPr>
        <p:spPr>
          <a:xfrm>
            <a:off x="7075351" y="24834"/>
            <a:ext cx="10502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dirty="0">
                <a:latin typeface="黑体" panose="02010609060101010101" pitchFamily="49" charset="-122"/>
                <a:ea typeface="黑体" panose="02010609060101010101" pitchFamily="49" charset="-122"/>
              </a:rPr>
              <a:t>终点站</a:t>
            </a:r>
            <a:r>
              <a:rPr lang="en-US" altLang="zh-CN" sz="900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900" dirty="0">
                <a:latin typeface="黑体" panose="02010609060101010101" pitchFamily="49" charset="-122"/>
                <a:ea typeface="黑体" panose="02010609060101010101" pitchFamily="49" charset="-122"/>
              </a:rPr>
              <a:t>天海北站</a:t>
            </a:r>
          </a:p>
        </p:txBody>
      </p:sp>
      <p:pic>
        <p:nvPicPr>
          <p:cNvPr id="189" name="图片 188">
            <a:extLst>
              <a:ext uri="{FF2B5EF4-FFF2-40B4-BE49-F238E27FC236}">
                <a16:creationId xmlns:a16="http://schemas.microsoft.com/office/drawing/2014/main" id="{6112AA3C-2910-9408-0EC7-38DE7146EA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5821" y="196261"/>
            <a:ext cx="789348" cy="228967"/>
          </a:xfrm>
          <a:prstGeom prst="rect">
            <a:avLst/>
          </a:prstGeom>
        </p:spPr>
      </p:pic>
      <p:sp>
        <p:nvSpPr>
          <p:cNvPr id="461" name="文本框 460">
            <a:extLst>
              <a:ext uri="{FF2B5EF4-FFF2-40B4-BE49-F238E27FC236}">
                <a16:creationId xmlns:a16="http://schemas.microsoft.com/office/drawing/2014/main" id="{3D8BEF2A-5B0B-DE83-F8BC-BE3C06FBADD2}"/>
              </a:ext>
            </a:extLst>
          </p:cNvPr>
          <p:cNvSpPr txBox="1"/>
          <p:nvPr/>
        </p:nvSpPr>
        <p:spPr>
          <a:xfrm>
            <a:off x="3521089" y="34532"/>
            <a:ext cx="22621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注意脚下 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Mind Your Step.</a:t>
            </a:r>
            <a:endParaRPr lang="zh-CN" altLang="en-US" sz="1200" dirty="0">
              <a:latin typeface="Cascadia Code" panose="020B0609020000020004" pitchFamily="49" charset="0"/>
              <a:ea typeface="黑体" panose="02010609060101010101" pitchFamily="49" charset="-122"/>
              <a:cs typeface="Cascadia Code" panose="020B0609020000020004" pitchFamily="49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FB3B224-B80A-4B95-C36C-737A813C40C3}"/>
              </a:ext>
            </a:extLst>
          </p:cNvPr>
          <p:cNvSpPr txBox="1"/>
          <p:nvPr/>
        </p:nvSpPr>
        <p:spPr>
          <a:xfrm>
            <a:off x="7381727" y="1067114"/>
            <a:ext cx="1130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本侧开门</a:t>
            </a:r>
            <a:endParaRPr lang="en-US" altLang="zh-CN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zh-CN" sz="800" dirty="0"/>
              <a:t>This Side Doors Open</a:t>
            </a:r>
          </a:p>
        </p:txBody>
      </p:sp>
      <p:sp>
        <p:nvSpPr>
          <p:cNvPr id="600" name="文本框 599">
            <a:extLst>
              <a:ext uri="{FF2B5EF4-FFF2-40B4-BE49-F238E27FC236}">
                <a16:creationId xmlns:a16="http://schemas.microsoft.com/office/drawing/2014/main" id="{8AED14AC-D8B0-6BA6-70FD-FA3CD0F058EA}"/>
              </a:ext>
            </a:extLst>
          </p:cNvPr>
          <p:cNvSpPr txBox="1"/>
          <p:nvPr/>
        </p:nvSpPr>
        <p:spPr>
          <a:xfrm>
            <a:off x="3114397" y="902281"/>
            <a:ext cx="2847254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灯闪铃响请勿上下车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zh-CN" sz="800" dirty="0">
                <a:latin typeface="+mn-ea"/>
              </a:rPr>
              <a:t>Flashing Lights and Alarm Sounding: Do Not Board or Alight</a:t>
            </a:r>
            <a:endParaRPr lang="en-US" altLang="zh-CN" sz="800" dirty="0">
              <a:latin typeface="+mn-ea"/>
            </a:endParaRPr>
          </a:p>
          <a:p>
            <a:pPr algn="ctr"/>
            <a:endParaRPr lang="zh-CN" altLang="en-US" sz="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72284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81 4.4763E-6 L -1.53466E-6 4.4763E-6 " pathEditMode="relative" rAng="0" ptsTypes="AA">
                                      <p:cBhvr>
                                        <p:cTn id="6" dur="1000" spd="-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2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7862E-6 4.4763E-6 L 0.01782 4.4763E-6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2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9414E-6 8.37927E-7 L 0.77051 -0.00221 " pathEditMode="relative" rAng="0" ptsTypes="AA">
                                      <p:cBhvr>
                                        <p:cTn id="10" dur="1500" fill="hold"/>
                                        <p:tgtEl>
                                          <p:spTgt spid="6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525" y="-1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" presetID="10" presetClass="entr" presetSubtype="0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19" grpId="0" animBg="1"/>
      <p:bldP spid="18" grpId="0" animBg="1"/>
      <p:bldP spid="2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77EBA-AF67-AE13-C59F-540088CB6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0A651D07-1065-770A-BF2B-5842F54EDE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550" y="1071848"/>
            <a:ext cx="463118" cy="270278"/>
          </a:xfrm>
          <a:prstGeom prst="rect">
            <a:avLst/>
          </a:prstGeom>
        </p:spPr>
      </p:pic>
      <p:sp>
        <p:nvSpPr>
          <p:cNvPr id="377" name="文本框 376">
            <a:extLst>
              <a:ext uri="{FF2B5EF4-FFF2-40B4-BE49-F238E27FC236}">
                <a16:creationId xmlns:a16="http://schemas.microsoft.com/office/drawing/2014/main" id="{0AD73857-F767-58BD-C1CE-986D8E7BB3D7}"/>
              </a:ext>
            </a:extLst>
          </p:cNvPr>
          <p:cNvSpPr txBox="1"/>
          <p:nvPr/>
        </p:nvSpPr>
        <p:spPr>
          <a:xfrm>
            <a:off x="1167610" y="483926"/>
            <a:ext cx="8883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人民广场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People’s Square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434" name="任意多边形: 形状 433">
            <a:extLst>
              <a:ext uri="{FF2B5EF4-FFF2-40B4-BE49-F238E27FC236}">
                <a16:creationId xmlns:a16="http://schemas.microsoft.com/office/drawing/2014/main" id="{F9D6883D-A763-B007-BCC1-FE82E57DB3BA}"/>
              </a:ext>
            </a:extLst>
          </p:cNvPr>
          <p:cNvSpPr/>
          <p:nvPr/>
        </p:nvSpPr>
        <p:spPr>
          <a:xfrm rot="5400000">
            <a:off x="8375845" y="972712"/>
            <a:ext cx="146670" cy="54534"/>
          </a:xfrm>
          <a:custGeom>
            <a:avLst/>
            <a:gdLst>
              <a:gd name="csX0" fmla="*/ 0 w 146670"/>
              <a:gd name="csY0" fmla="*/ 54534 h 54534"/>
              <a:gd name="csX1" fmla="*/ 0 w 146670"/>
              <a:gd name="csY1" fmla="*/ 0 h 54534"/>
              <a:gd name="csX2" fmla="*/ 146670 w 146670"/>
              <a:gd name="csY2" fmla="*/ 0 h 54534"/>
              <a:gd name="csX3" fmla="*/ 101130 w 146670"/>
              <a:gd name="csY3" fmla="*/ 54534 h 545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46670" h="54534">
                <a:moveTo>
                  <a:pt x="0" y="54534"/>
                </a:moveTo>
                <a:lnTo>
                  <a:pt x="0" y="0"/>
                </a:lnTo>
                <a:lnTo>
                  <a:pt x="146670" y="0"/>
                </a:lnTo>
                <a:lnTo>
                  <a:pt x="101130" y="54534"/>
                </a:lnTo>
                <a:close/>
              </a:path>
            </a:pathLst>
          </a:custGeom>
          <a:solidFill>
            <a:srgbClr val="52AB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436" name="任意多边形: 形状 435">
            <a:extLst>
              <a:ext uri="{FF2B5EF4-FFF2-40B4-BE49-F238E27FC236}">
                <a16:creationId xmlns:a16="http://schemas.microsoft.com/office/drawing/2014/main" id="{5267E00A-20E1-8905-4D11-C8700AECFE41}"/>
              </a:ext>
            </a:extLst>
          </p:cNvPr>
          <p:cNvSpPr/>
          <p:nvPr/>
        </p:nvSpPr>
        <p:spPr>
          <a:xfrm rot="16200000" flipH="1">
            <a:off x="8430379" y="972712"/>
            <a:ext cx="146670" cy="54534"/>
          </a:xfrm>
          <a:custGeom>
            <a:avLst/>
            <a:gdLst>
              <a:gd name="csX0" fmla="*/ 0 w 146670"/>
              <a:gd name="csY0" fmla="*/ 54534 h 54534"/>
              <a:gd name="csX1" fmla="*/ 0 w 146670"/>
              <a:gd name="csY1" fmla="*/ 0 h 54534"/>
              <a:gd name="csX2" fmla="*/ 146670 w 146670"/>
              <a:gd name="csY2" fmla="*/ 0 h 54534"/>
              <a:gd name="csX3" fmla="*/ 101130 w 146670"/>
              <a:gd name="csY3" fmla="*/ 54534 h 545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46670" h="54534">
                <a:moveTo>
                  <a:pt x="0" y="54534"/>
                </a:moveTo>
                <a:lnTo>
                  <a:pt x="0" y="0"/>
                </a:lnTo>
                <a:lnTo>
                  <a:pt x="146670" y="0"/>
                </a:lnTo>
                <a:lnTo>
                  <a:pt x="101130" y="54534"/>
                </a:lnTo>
                <a:close/>
              </a:path>
            </a:pathLst>
          </a:custGeom>
          <a:solidFill>
            <a:srgbClr val="FFC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419" name="箭头: 五边形 418">
            <a:extLst>
              <a:ext uri="{FF2B5EF4-FFF2-40B4-BE49-F238E27FC236}">
                <a16:creationId xmlns:a16="http://schemas.microsoft.com/office/drawing/2014/main" id="{A77DD612-872E-0CC2-DF5F-11D14ACCEF35}"/>
              </a:ext>
            </a:extLst>
          </p:cNvPr>
          <p:cNvSpPr/>
          <p:nvPr/>
        </p:nvSpPr>
        <p:spPr>
          <a:xfrm rot="5400000">
            <a:off x="389462" y="939404"/>
            <a:ext cx="149365" cy="115523"/>
          </a:xfrm>
          <a:prstGeom prst="homePlate">
            <a:avLst>
              <a:gd name="adj" fmla="val 41754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4" name="矩形 343">
            <a:extLst>
              <a:ext uri="{FF2B5EF4-FFF2-40B4-BE49-F238E27FC236}">
                <a16:creationId xmlns:a16="http://schemas.microsoft.com/office/drawing/2014/main" id="{8A580CC5-A236-A45D-06EA-66100B373D40}"/>
              </a:ext>
            </a:extLst>
          </p:cNvPr>
          <p:cNvSpPr/>
          <p:nvPr/>
        </p:nvSpPr>
        <p:spPr>
          <a:xfrm>
            <a:off x="446284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5" name="文本框 374">
            <a:extLst>
              <a:ext uri="{FF2B5EF4-FFF2-40B4-BE49-F238E27FC236}">
                <a16:creationId xmlns:a16="http://schemas.microsoft.com/office/drawing/2014/main" id="{E0859E37-858E-D763-CF8D-7BEB6E73090A}"/>
              </a:ext>
            </a:extLst>
          </p:cNvPr>
          <p:cNvSpPr txBox="1"/>
          <p:nvPr/>
        </p:nvSpPr>
        <p:spPr>
          <a:xfrm>
            <a:off x="691110" y="1018885"/>
            <a:ext cx="7072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镇海路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Zhenhai</a:t>
            </a:r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 Rd.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190" name="椭圆 189">
            <a:extLst>
              <a:ext uri="{FF2B5EF4-FFF2-40B4-BE49-F238E27FC236}">
                <a16:creationId xmlns:a16="http://schemas.microsoft.com/office/drawing/2014/main" id="{25113FF3-0F62-443D-39C1-F015F05BB577}"/>
              </a:ext>
            </a:extLst>
          </p:cNvPr>
          <p:cNvSpPr/>
          <p:nvPr/>
        </p:nvSpPr>
        <p:spPr>
          <a:xfrm>
            <a:off x="396607" y="874625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46" name="矩形 345">
            <a:extLst>
              <a:ext uri="{FF2B5EF4-FFF2-40B4-BE49-F238E27FC236}">
                <a16:creationId xmlns:a16="http://schemas.microsoft.com/office/drawing/2014/main" id="{7ADF8847-AFF6-2224-A986-D0B0F324F26F}"/>
              </a:ext>
            </a:extLst>
          </p:cNvPr>
          <p:cNvSpPr/>
          <p:nvPr/>
        </p:nvSpPr>
        <p:spPr>
          <a:xfrm>
            <a:off x="1042208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8" name="矩形 347">
            <a:extLst>
              <a:ext uri="{FF2B5EF4-FFF2-40B4-BE49-F238E27FC236}">
                <a16:creationId xmlns:a16="http://schemas.microsoft.com/office/drawing/2014/main" id="{35429202-4730-31CA-D368-A49F02FDAA03}"/>
              </a:ext>
            </a:extLst>
          </p:cNvPr>
          <p:cNvSpPr/>
          <p:nvPr/>
        </p:nvSpPr>
        <p:spPr>
          <a:xfrm>
            <a:off x="1611803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0" name="矩形 349">
            <a:extLst>
              <a:ext uri="{FF2B5EF4-FFF2-40B4-BE49-F238E27FC236}">
                <a16:creationId xmlns:a16="http://schemas.microsoft.com/office/drawing/2014/main" id="{34146CFC-1387-ED0E-7C66-8A3F7B5E419E}"/>
              </a:ext>
            </a:extLst>
          </p:cNvPr>
          <p:cNvSpPr/>
          <p:nvPr/>
        </p:nvSpPr>
        <p:spPr>
          <a:xfrm>
            <a:off x="2204776" y="900114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2" name="矩形 351">
            <a:extLst>
              <a:ext uri="{FF2B5EF4-FFF2-40B4-BE49-F238E27FC236}">
                <a16:creationId xmlns:a16="http://schemas.microsoft.com/office/drawing/2014/main" id="{E50EBBD8-1FE7-846D-0D9F-20E98DDFD7A3}"/>
              </a:ext>
            </a:extLst>
          </p:cNvPr>
          <p:cNvSpPr/>
          <p:nvPr/>
        </p:nvSpPr>
        <p:spPr>
          <a:xfrm>
            <a:off x="2783501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4" name="矩形 353">
            <a:extLst>
              <a:ext uri="{FF2B5EF4-FFF2-40B4-BE49-F238E27FC236}">
                <a16:creationId xmlns:a16="http://schemas.microsoft.com/office/drawing/2014/main" id="{B83AC934-6865-826D-F561-622268B7F53A}"/>
              </a:ext>
            </a:extLst>
          </p:cNvPr>
          <p:cNvSpPr/>
          <p:nvPr/>
        </p:nvSpPr>
        <p:spPr>
          <a:xfrm>
            <a:off x="3320018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6" name="矩形 355">
            <a:extLst>
              <a:ext uri="{FF2B5EF4-FFF2-40B4-BE49-F238E27FC236}">
                <a16:creationId xmlns:a16="http://schemas.microsoft.com/office/drawing/2014/main" id="{5B708D90-7CFF-A393-8817-18307ECFD4C6}"/>
              </a:ext>
            </a:extLst>
          </p:cNvPr>
          <p:cNvSpPr/>
          <p:nvPr/>
        </p:nvSpPr>
        <p:spPr>
          <a:xfrm>
            <a:off x="3893516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8" name="矩形 357">
            <a:extLst>
              <a:ext uri="{FF2B5EF4-FFF2-40B4-BE49-F238E27FC236}">
                <a16:creationId xmlns:a16="http://schemas.microsoft.com/office/drawing/2014/main" id="{F50EEFFB-7835-A6BE-669A-41CD763633B2}"/>
              </a:ext>
            </a:extLst>
          </p:cNvPr>
          <p:cNvSpPr/>
          <p:nvPr/>
        </p:nvSpPr>
        <p:spPr>
          <a:xfrm>
            <a:off x="4463780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0" name="矩形 359">
            <a:extLst>
              <a:ext uri="{FF2B5EF4-FFF2-40B4-BE49-F238E27FC236}">
                <a16:creationId xmlns:a16="http://schemas.microsoft.com/office/drawing/2014/main" id="{873F9A2E-F440-A98F-3D0B-D8EA6F04F9CC}"/>
              </a:ext>
            </a:extLst>
          </p:cNvPr>
          <p:cNvSpPr/>
          <p:nvPr/>
        </p:nvSpPr>
        <p:spPr>
          <a:xfrm>
            <a:off x="5034042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2" name="矩形 361">
            <a:extLst>
              <a:ext uri="{FF2B5EF4-FFF2-40B4-BE49-F238E27FC236}">
                <a16:creationId xmlns:a16="http://schemas.microsoft.com/office/drawing/2014/main" id="{795C037E-7CDF-614E-7EA6-06E039D150D8}"/>
              </a:ext>
            </a:extLst>
          </p:cNvPr>
          <p:cNvSpPr/>
          <p:nvPr/>
        </p:nvSpPr>
        <p:spPr>
          <a:xfrm>
            <a:off x="5603637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4" name="矩形 363">
            <a:extLst>
              <a:ext uri="{FF2B5EF4-FFF2-40B4-BE49-F238E27FC236}">
                <a16:creationId xmlns:a16="http://schemas.microsoft.com/office/drawing/2014/main" id="{C63A021C-27A9-429B-2EE5-1E08A28F984B}"/>
              </a:ext>
            </a:extLst>
          </p:cNvPr>
          <p:cNvSpPr/>
          <p:nvPr/>
        </p:nvSpPr>
        <p:spPr>
          <a:xfrm>
            <a:off x="6174566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8" name="矩形 367">
            <a:extLst>
              <a:ext uri="{FF2B5EF4-FFF2-40B4-BE49-F238E27FC236}">
                <a16:creationId xmlns:a16="http://schemas.microsoft.com/office/drawing/2014/main" id="{F6627DAF-CE3C-87AD-661C-861BC9822926}"/>
              </a:ext>
            </a:extLst>
          </p:cNvPr>
          <p:cNvSpPr/>
          <p:nvPr/>
        </p:nvSpPr>
        <p:spPr>
          <a:xfrm>
            <a:off x="6744161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0" name="矩形 369">
            <a:extLst>
              <a:ext uri="{FF2B5EF4-FFF2-40B4-BE49-F238E27FC236}">
                <a16:creationId xmlns:a16="http://schemas.microsoft.com/office/drawing/2014/main" id="{BF3C4CF0-974C-1973-6343-B81AE0AA4EB9}"/>
              </a:ext>
            </a:extLst>
          </p:cNvPr>
          <p:cNvSpPr/>
          <p:nvPr/>
        </p:nvSpPr>
        <p:spPr>
          <a:xfrm>
            <a:off x="7313756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2" name="矩形 371">
            <a:extLst>
              <a:ext uri="{FF2B5EF4-FFF2-40B4-BE49-F238E27FC236}">
                <a16:creationId xmlns:a16="http://schemas.microsoft.com/office/drawing/2014/main" id="{FD8EDAB7-728B-02CB-3D01-46A5D4FE21FE}"/>
              </a:ext>
            </a:extLst>
          </p:cNvPr>
          <p:cNvSpPr/>
          <p:nvPr/>
        </p:nvSpPr>
        <p:spPr>
          <a:xfrm>
            <a:off x="7880639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199F183-6FAA-2FBD-4C22-BA8C9B0872E1}"/>
              </a:ext>
            </a:extLst>
          </p:cNvPr>
          <p:cNvSpPr/>
          <p:nvPr/>
        </p:nvSpPr>
        <p:spPr>
          <a:xfrm>
            <a:off x="0" y="0"/>
            <a:ext cx="8999538" cy="438912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EE643209-3E37-8EB1-440B-207583D53AD4}"/>
              </a:ext>
            </a:extLst>
          </p:cNvPr>
          <p:cNvSpPr/>
          <p:nvPr/>
        </p:nvSpPr>
        <p:spPr>
          <a:xfrm>
            <a:off x="2408841" y="54864"/>
            <a:ext cx="4181856" cy="329184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53" name="组合 152">
            <a:extLst>
              <a:ext uri="{FF2B5EF4-FFF2-40B4-BE49-F238E27FC236}">
                <a16:creationId xmlns:a16="http://schemas.microsoft.com/office/drawing/2014/main" id="{7DDD5E69-8D28-C634-5BA2-C31E5DA34893}"/>
              </a:ext>
            </a:extLst>
          </p:cNvPr>
          <p:cNvGrpSpPr/>
          <p:nvPr/>
        </p:nvGrpSpPr>
        <p:grpSpPr>
          <a:xfrm>
            <a:off x="390597" y="4959"/>
            <a:ext cx="1280134" cy="431250"/>
            <a:chOff x="188770" y="-11103"/>
            <a:chExt cx="1280134" cy="431250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9641C738-C269-78A7-3844-51429404496F}"/>
                </a:ext>
              </a:extLst>
            </p:cNvPr>
            <p:cNvSpPr/>
            <p:nvPr/>
          </p:nvSpPr>
          <p:spPr>
            <a:xfrm>
              <a:off x="188770" y="47240"/>
              <a:ext cx="1221882" cy="329184"/>
            </a:xfrm>
            <a:prstGeom prst="roundRect">
              <a:avLst>
                <a:gd name="adj" fmla="val 1882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8" name="文本框 147">
              <a:extLst>
                <a:ext uri="{FF2B5EF4-FFF2-40B4-BE49-F238E27FC236}">
                  <a16:creationId xmlns:a16="http://schemas.microsoft.com/office/drawing/2014/main" id="{2448368D-BFA7-1857-352B-BF6BF3D89936}"/>
                </a:ext>
              </a:extLst>
            </p:cNvPr>
            <p:cNvSpPr txBox="1"/>
            <p:nvPr/>
          </p:nvSpPr>
          <p:spPr>
            <a:xfrm>
              <a:off x="496280" y="-11103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黑体" panose="02010609060101010101" pitchFamily="49" charset="-122"/>
                  <a:ea typeface="黑体" panose="02010609060101010101" pitchFamily="49" charset="-122"/>
                </a:rPr>
                <a:t>天海地铁</a:t>
              </a:r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4CA2C4E8-D5D5-9376-911C-C8373CA175F7}"/>
                </a:ext>
              </a:extLst>
            </p:cNvPr>
            <p:cNvSpPr txBox="1"/>
            <p:nvPr/>
          </p:nvSpPr>
          <p:spPr>
            <a:xfrm>
              <a:off x="500369" y="204703"/>
              <a:ext cx="96853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00" dirty="0" err="1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Tianhai</a:t>
              </a:r>
              <a:r>
                <a:rPr lang="en-US" altLang="zh-CN" sz="800" dirty="0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 Metro</a:t>
              </a:r>
              <a:endParaRPr lang="zh-CN" altLang="en-US" sz="800" dirty="0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endParaRPr>
            </a:p>
          </p:txBody>
        </p:sp>
        <p:pic>
          <p:nvPicPr>
            <p:cNvPr id="152" name="图片 151">
              <a:extLst>
                <a:ext uri="{FF2B5EF4-FFF2-40B4-BE49-F238E27FC236}">
                  <a16:creationId xmlns:a16="http://schemas.microsoft.com/office/drawing/2014/main" id="{A6287B60-DC5E-D564-028A-146AF3AC8B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7754" y="54959"/>
              <a:ext cx="313746" cy="313746"/>
            </a:xfrm>
            <a:prstGeom prst="rect">
              <a:avLst/>
            </a:prstGeom>
          </p:spPr>
        </p:pic>
      </p:grpSp>
      <p:sp>
        <p:nvSpPr>
          <p:cNvPr id="167" name="文本框 166">
            <a:extLst>
              <a:ext uri="{FF2B5EF4-FFF2-40B4-BE49-F238E27FC236}">
                <a16:creationId xmlns:a16="http://schemas.microsoft.com/office/drawing/2014/main" id="{4E8193F3-65ED-E7F1-A83C-7CDCC08AC7F9}"/>
              </a:ext>
            </a:extLst>
          </p:cNvPr>
          <p:cNvSpPr txBox="1"/>
          <p:nvPr/>
        </p:nvSpPr>
        <p:spPr>
          <a:xfrm>
            <a:off x="7601248" y="16203"/>
            <a:ext cx="1847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75" name="组合 174">
            <a:extLst>
              <a:ext uri="{FF2B5EF4-FFF2-40B4-BE49-F238E27FC236}">
                <a16:creationId xmlns:a16="http://schemas.microsoft.com/office/drawing/2014/main" id="{AB05A0CC-B5C3-19A4-227D-2F814F267B61}"/>
              </a:ext>
            </a:extLst>
          </p:cNvPr>
          <p:cNvGrpSpPr/>
          <p:nvPr/>
        </p:nvGrpSpPr>
        <p:grpSpPr>
          <a:xfrm>
            <a:off x="8140497" y="13642"/>
            <a:ext cx="821036" cy="400110"/>
            <a:chOff x="1526333" y="4012"/>
            <a:chExt cx="821036" cy="400110"/>
          </a:xfrm>
        </p:grpSpPr>
        <p:sp>
          <p:nvSpPr>
            <p:cNvPr id="176" name="矩形: 圆角 175">
              <a:extLst>
                <a:ext uri="{FF2B5EF4-FFF2-40B4-BE49-F238E27FC236}">
                  <a16:creationId xmlns:a16="http://schemas.microsoft.com/office/drawing/2014/main" id="{31E2D6E2-3549-ED50-A996-9384018BD64D}"/>
                </a:ext>
              </a:extLst>
            </p:cNvPr>
            <p:cNvSpPr/>
            <p:nvPr/>
          </p:nvSpPr>
          <p:spPr>
            <a:xfrm flipH="1">
              <a:off x="1526333" y="54864"/>
              <a:ext cx="753551" cy="329184"/>
            </a:xfrm>
            <a:prstGeom prst="roundRect">
              <a:avLst>
                <a:gd name="adj" fmla="val 1882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7" name="文本框 176">
              <a:extLst>
                <a:ext uri="{FF2B5EF4-FFF2-40B4-BE49-F238E27FC236}">
                  <a16:creationId xmlns:a16="http://schemas.microsoft.com/office/drawing/2014/main" id="{69C3B56D-D3B1-20E6-81A1-4013ECFEFF43}"/>
                </a:ext>
              </a:extLst>
            </p:cNvPr>
            <p:cNvSpPr txBox="1"/>
            <p:nvPr/>
          </p:nvSpPr>
          <p:spPr>
            <a:xfrm>
              <a:off x="1792890" y="4012"/>
              <a:ext cx="5544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latin typeface="黑体" panose="02010609060101010101" pitchFamily="49" charset="-122"/>
                  <a:ea typeface="黑体" panose="02010609060101010101" pitchFamily="49" charset="-122"/>
                </a:rPr>
                <a:t>号线</a:t>
              </a:r>
              <a:endPara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r>
                <a:rPr lang="en-US" altLang="zh-CN" sz="800" dirty="0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 Line</a:t>
              </a:r>
              <a:endParaRPr lang="zh-CN" altLang="en-US" sz="800" dirty="0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endParaRPr>
            </a:p>
          </p:txBody>
        </p:sp>
        <p:sp>
          <p:nvSpPr>
            <p:cNvPr id="178" name="矩形: 圆角 177">
              <a:extLst>
                <a:ext uri="{FF2B5EF4-FFF2-40B4-BE49-F238E27FC236}">
                  <a16:creationId xmlns:a16="http://schemas.microsoft.com/office/drawing/2014/main" id="{348B3044-8019-4936-26F7-09BC0C29689B}"/>
                </a:ext>
              </a:extLst>
            </p:cNvPr>
            <p:cNvSpPr/>
            <p:nvPr/>
          </p:nvSpPr>
          <p:spPr>
            <a:xfrm flipH="1">
              <a:off x="1557516" y="75456"/>
              <a:ext cx="288000" cy="288000"/>
            </a:xfrm>
            <a:prstGeom prst="roundRect">
              <a:avLst>
                <a:gd name="adj" fmla="val 18827"/>
              </a:avLst>
            </a:prstGeom>
            <a:solidFill>
              <a:srgbClr val="E6001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9" name="文本框 178">
              <a:extLst>
                <a:ext uri="{FF2B5EF4-FFF2-40B4-BE49-F238E27FC236}">
                  <a16:creationId xmlns:a16="http://schemas.microsoft.com/office/drawing/2014/main" id="{0481CE7B-1FA5-2081-FCB5-B76AADDF1DD7}"/>
                </a:ext>
              </a:extLst>
            </p:cNvPr>
            <p:cNvSpPr txBox="1"/>
            <p:nvPr/>
          </p:nvSpPr>
          <p:spPr>
            <a:xfrm>
              <a:off x="1542658" y="34790"/>
              <a:ext cx="317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1</a:t>
              </a:r>
              <a:endParaRPr lang="zh-CN" altLang="en-US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sp>
        <p:nvSpPr>
          <p:cNvPr id="181" name="矩形: 圆角 180">
            <a:extLst>
              <a:ext uri="{FF2B5EF4-FFF2-40B4-BE49-F238E27FC236}">
                <a16:creationId xmlns:a16="http://schemas.microsoft.com/office/drawing/2014/main" id="{0A649B71-F77E-BCB5-8091-A0D27C0C4D2B}"/>
              </a:ext>
            </a:extLst>
          </p:cNvPr>
          <p:cNvSpPr/>
          <p:nvPr/>
        </p:nvSpPr>
        <p:spPr>
          <a:xfrm flipH="1">
            <a:off x="7121513" y="62216"/>
            <a:ext cx="959469" cy="329184"/>
          </a:xfrm>
          <a:prstGeom prst="roundRect">
            <a:avLst>
              <a:gd name="adj" fmla="val 188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6" name="文本框 185">
            <a:extLst>
              <a:ext uri="{FF2B5EF4-FFF2-40B4-BE49-F238E27FC236}">
                <a16:creationId xmlns:a16="http://schemas.microsoft.com/office/drawing/2014/main" id="{7AFA0D2A-F8C0-F5B5-5A5D-42E08B59647F}"/>
              </a:ext>
            </a:extLst>
          </p:cNvPr>
          <p:cNvSpPr txBox="1"/>
          <p:nvPr/>
        </p:nvSpPr>
        <p:spPr>
          <a:xfrm>
            <a:off x="7075351" y="24834"/>
            <a:ext cx="10502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dirty="0">
                <a:latin typeface="黑体" panose="02010609060101010101" pitchFamily="49" charset="-122"/>
                <a:ea typeface="黑体" panose="02010609060101010101" pitchFamily="49" charset="-122"/>
              </a:rPr>
              <a:t>终点站</a:t>
            </a:r>
            <a:r>
              <a:rPr lang="en-US" altLang="zh-CN" sz="900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900" dirty="0">
                <a:latin typeface="黑体" panose="02010609060101010101" pitchFamily="49" charset="-122"/>
                <a:ea typeface="黑体" panose="02010609060101010101" pitchFamily="49" charset="-122"/>
              </a:rPr>
              <a:t>天海北站</a:t>
            </a:r>
          </a:p>
        </p:txBody>
      </p:sp>
      <p:pic>
        <p:nvPicPr>
          <p:cNvPr id="189" name="图片 188">
            <a:extLst>
              <a:ext uri="{FF2B5EF4-FFF2-40B4-BE49-F238E27FC236}">
                <a16:creationId xmlns:a16="http://schemas.microsoft.com/office/drawing/2014/main" id="{45020EE6-266A-C830-B7F1-4B906F7C33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5821" y="196261"/>
            <a:ext cx="789348" cy="228967"/>
          </a:xfrm>
          <a:prstGeom prst="rect">
            <a:avLst/>
          </a:prstGeom>
        </p:spPr>
      </p:pic>
      <p:sp>
        <p:nvSpPr>
          <p:cNvPr id="316" name="椭圆 315">
            <a:extLst>
              <a:ext uri="{FF2B5EF4-FFF2-40B4-BE49-F238E27FC236}">
                <a16:creationId xmlns:a16="http://schemas.microsoft.com/office/drawing/2014/main" id="{BCC164CD-DBA4-5096-6E17-C162B49AC421}"/>
              </a:ext>
            </a:extLst>
          </p:cNvPr>
          <p:cNvSpPr/>
          <p:nvPr/>
        </p:nvSpPr>
        <p:spPr>
          <a:xfrm>
            <a:off x="979216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18" name="椭圆 317">
            <a:extLst>
              <a:ext uri="{FF2B5EF4-FFF2-40B4-BE49-F238E27FC236}">
                <a16:creationId xmlns:a16="http://schemas.microsoft.com/office/drawing/2014/main" id="{CAA525B0-D956-40BF-4AE6-218B3FDB1204}"/>
              </a:ext>
            </a:extLst>
          </p:cNvPr>
          <p:cNvSpPr/>
          <p:nvPr/>
        </p:nvSpPr>
        <p:spPr>
          <a:xfrm>
            <a:off x="1549478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0" name="椭圆 319">
            <a:extLst>
              <a:ext uri="{FF2B5EF4-FFF2-40B4-BE49-F238E27FC236}">
                <a16:creationId xmlns:a16="http://schemas.microsoft.com/office/drawing/2014/main" id="{0BD8DED7-F3E0-C462-B770-1E246713A60B}"/>
              </a:ext>
            </a:extLst>
          </p:cNvPr>
          <p:cNvSpPr/>
          <p:nvPr/>
        </p:nvSpPr>
        <p:spPr>
          <a:xfrm>
            <a:off x="2119740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2" name="椭圆 321">
            <a:extLst>
              <a:ext uri="{FF2B5EF4-FFF2-40B4-BE49-F238E27FC236}">
                <a16:creationId xmlns:a16="http://schemas.microsoft.com/office/drawing/2014/main" id="{1A715576-7C75-6062-411F-11EC23896EB0}"/>
              </a:ext>
            </a:extLst>
          </p:cNvPr>
          <p:cNvSpPr/>
          <p:nvPr/>
        </p:nvSpPr>
        <p:spPr>
          <a:xfrm>
            <a:off x="2690002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4" name="椭圆 323">
            <a:extLst>
              <a:ext uri="{FF2B5EF4-FFF2-40B4-BE49-F238E27FC236}">
                <a16:creationId xmlns:a16="http://schemas.microsoft.com/office/drawing/2014/main" id="{E883DD13-2EE2-E407-BDC8-D244171E05E4}"/>
              </a:ext>
            </a:extLst>
          </p:cNvPr>
          <p:cNvSpPr/>
          <p:nvPr/>
        </p:nvSpPr>
        <p:spPr>
          <a:xfrm>
            <a:off x="3260264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6" name="椭圆 325">
            <a:extLst>
              <a:ext uri="{FF2B5EF4-FFF2-40B4-BE49-F238E27FC236}">
                <a16:creationId xmlns:a16="http://schemas.microsoft.com/office/drawing/2014/main" id="{57938844-50DA-D3FB-9AC3-87E619C76319}"/>
              </a:ext>
            </a:extLst>
          </p:cNvPr>
          <p:cNvSpPr/>
          <p:nvPr/>
        </p:nvSpPr>
        <p:spPr>
          <a:xfrm>
            <a:off x="3830526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" name="椭圆 327">
            <a:extLst>
              <a:ext uri="{FF2B5EF4-FFF2-40B4-BE49-F238E27FC236}">
                <a16:creationId xmlns:a16="http://schemas.microsoft.com/office/drawing/2014/main" id="{FBD49156-ACE2-91EF-5E6D-839CCAA961FB}"/>
              </a:ext>
            </a:extLst>
          </p:cNvPr>
          <p:cNvSpPr/>
          <p:nvPr/>
        </p:nvSpPr>
        <p:spPr>
          <a:xfrm>
            <a:off x="4400788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0" name="椭圆 329">
            <a:extLst>
              <a:ext uri="{FF2B5EF4-FFF2-40B4-BE49-F238E27FC236}">
                <a16:creationId xmlns:a16="http://schemas.microsoft.com/office/drawing/2014/main" id="{775A55E0-CBAC-5EAD-4B27-FD790E7A1160}"/>
              </a:ext>
            </a:extLst>
          </p:cNvPr>
          <p:cNvSpPr/>
          <p:nvPr/>
        </p:nvSpPr>
        <p:spPr>
          <a:xfrm>
            <a:off x="4971050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2" name="椭圆 331">
            <a:extLst>
              <a:ext uri="{FF2B5EF4-FFF2-40B4-BE49-F238E27FC236}">
                <a16:creationId xmlns:a16="http://schemas.microsoft.com/office/drawing/2014/main" id="{AE12BBE4-EC37-2675-C2D4-F49B5F8F9233}"/>
              </a:ext>
            </a:extLst>
          </p:cNvPr>
          <p:cNvSpPr/>
          <p:nvPr/>
        </p:nvSpPr>
        <p:spPr>
          <a:xfrm>
            <a:off x="5541312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4" name="椭圆 333">
            <a:extLst>
              <a:ext uri="{FF2B5EF4-FFF2-40B4-BE49-F238E27FC236}">
                <a16:creationId xmlns:a16="http://schemas.microsoft.com/office/drawing/2014/main" id="{BBEC0C29-55A8-2322-6807-E0E8E4B9C2D2}"/>
              </a:ext>
            </a:extLst>
          </p:cNvPr>
          <p:cNvSpPr/>
          <p:nvPr/>
        </p:nvSpPr>
        <p:spPr>
          <a:xfrm>
            <a:off x="6111574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6" name="椭圆 335">
            <a:extLst>
              <a:ext uri="{FF2B5EF4-FFF2-40B4-BE49-F238E27FC236}">
                <a16:creationId xmlns:a16="http://schemas.microsoft.com/office/drawing/2014/main" id="{30406065-E587-BB91-F5D4-615C8CE041C0}"/>
              </a:ext>
            </a:extLst>
          </p:cNvPr>
          <p:cNvSpPr/>
          <p:nvPr/>
        </p:nvSpPr>
        <p:spPr>
          <a:xfrm>
            <a:off x="6681836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8" name="椭圆 337">
            <a:extLst>
              <a:ext uri="{FF2B5EF4-FFF2-40B4-BE49-F238E27FC236}">
                <a16:creationId xmlns:a16="http://schemas.microsoft.com/office/drawing/2014/main" id="{CE256C8D-E878-08B7-B6E4-AAB356B76994}"/>
              </a:ext>
            </a:extLst>
          </p:cNvPr>
          <p:cNvSpPr/>
          <p:nvPr/>
        </p:nvSpPr>
        <p:spPr>
          <a:xfrm>
            <a:off x="7252098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0" name="椭圆 339">
            <a:extLst>
              <a:ext uri="{FF2B5EF4-FFF2-40B4-BE49-F238E27FC236}">
                <a16:creationId xmlns:a16="http://schemas.microsoft.com/office/drawing/2014/main" id="{40048994-70F4-CBB3-24F8-473FD82EA7A1}"/>
              </a:ext>
            </a:extLst>
          </p:cNvPr>
          <p:cNvSpPr/>
          <p:nvPr/>
        </p:nvSpPr>
        <p:spPr>
          <a:xfrm>
            <a:off x="7818314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2" name="椭圆 341">
            <a:extLst>
              <a:ext uri="{FF2B5EF4-FFF2-40B4-BE49-F238E27FC236}">
                <a16:creationId xmlns:a16="http://schemas.microsoft.com/office/drawing/2014/main" id="{D071B996-0D85-9E3E-A32B-95DA2F29D2E8}"/>
              </a:ext>
            </a:extLst>
          </p:cNvPr>
          <p:cNvSpPr/>
          <p:nvPr/>
        </p:nvSpPr>
        <p:spPr>
          <a:xfrm>
            <a:off x="8414500" y="874625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9" name="文本框 378">
            <a:extLst>
              <a:ext uri="{FF2B5EF4-FFF2-40B4-BE49-F238E27FC236}">
                <a16:creationId xmlns:a16="http://schemas.microsoft.com/office/drawing/2014/main" id="{A5F9AAB4-15DE-2845-B6A3-F18E20576EB3}"/>
              </a:ext>
            </a:extLst>
          </p:cNvPr>
          <p:cNvSpPr txBox="1"/>
          <p:nvPr/>
        </p:nvSpPr>
        <p:spPr>
          <a:xfrm>
            <a:off x="2500995" y="483926"/>
            <a:ext cx="4988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金山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Jinshan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81" name="文本框 380">
            <a:extLst>
              <a:ext uri="{FF2B5EF4-FFF2-40B4-BE49-F238E27FC236}">
                <a16:creationId xmlns:a16="http://schemas.microsoft.com/office/drawing/2014/main" id="{DC4DAD0B-10F6-086E-5A43-1A3E53E658F0}"/>
              </a:ext>
            </a:extLst>
          </p:cNvPr>
          <p:cNvSpPr txBox="1"/>
          <p:nvPr/>
        </p:nvSpPr>
        <p:spPr>
          <a:xfrm>
            <a:off x="1751205" y="1019030"/>
            <a:ext cx="8595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中央大道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Central Avenue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83" name="文本框 382">
            <a:extLst>
              <a:ext uri="{FF2B5EF4-FFF2-40B4-BE49-F238E27FC236}">
                <a16:creationId xmlns:a16="http://schemas.microsoft.com/office/drawing/2014/main" id="{CD10190E-2F1A-4D42-4339-888D80FDFC31}"/>
              </a:ext>
            </a:extLst>
          </p:cNvPr>
          <p:cNvSpPr txBox="1"/>
          <p:nvPr/>
        </p:nvSpPr>
        <p:spPr>
          <a:xfrm>
            <a:off x="2788605" y="1019030"/>
            <a:ext cx="10631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吕岭北站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Lvling</a:t>
            </a:r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 North Station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85" name="文本框 384">
            <a:extLst>
              <a:ext uri="{FF2B5EF4-FFF2-40B4-BE49-F238E27FC236}">
                <a16:creationId xmlns:a16="http://schemas.microsoft.com/office/drawing/2014/main" id="{B5E3B81C-7DA8-0D11-BE21-B2E8EDA61684}"/>
              </a:ext>
            </a:extLst>
          </p:cNvPr>
          <p:cNvSpPr txBox="1"/>
          <p:nvPr/>
        </p:nvSpPr>
        <p:spPr>
          <a:xfrm>
            <a:off x="3497972" y="483926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海宁公园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Haining Park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87" name="文本框 386">
            <a:extLst>
              <a:ext uri="{FF2B5EF4-FFF2-40B4-BE49-F238E27FC236}">
                <a16:creationId xmlns:a16="http://schemas.microsoft.com/office/drawing/2014/main" id="{826DC043-BB7A-BBC3-001F-966FA552322D}"/>
              </a:ext>
            </a:extLst>
          </p:cNvPr>
          <p:cNvSpPr txBox="1"/>
          <p:nvPr/>
        </p:nvSpPr>
        <p:spPr>
          <a:xfrm>
            <a:off x="3711944" y="1019030"/>
            <a:ext cx="1502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海宁行政中心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Haining Administrative Center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89" name="文本框 388">
            <a:extLst>
              <a:ext uri="{FF2B5EF4-FFF2-40B4-BE49-F238E27FC236}">
                <a16:creationId xmlns:a16="http://schemas.microsoft.com/office/drawing/2014/main" id="{25C1D18E-A183-A945-F29B-CD75E725BEDD}"/>
              </a:ext>
            </a:extLst>
          </p:cNvPr>
          <p:cNvSpPr txBox="1"/>
          <p:nvPr/>
        </p:nvSpPr>
        <p:spPr>
          <a:xfrm>
            <a:off x="4411249" y="483926"/>
            <a:ext cx="12442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海宁商务中心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Haining Business Center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91" name="文本框 390">
            <a:extLst>
              <a:ext uri="{FF2B5EF4-FFF2-40B4-BE49-F238E27FC236}">
                <a16:creationId xmlns:a16="http://schemas.microsoft.com/office/drawing/2014/main" id="{F93F0624-4BE6-420E-A40D-8EF56551876B}"/>
              </a:ext>
            </a:extLst>
          </p:cNvPr>
          <p:cNvSpPr txBox="1"/>
          <p:nvPr/>
        </p:nvSpPr>
        <p:spPr>
          <a:xfrm>
            <a:off x="5332712" y="1019030"/>
            <a:ext cx="5421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五通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Wutong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95" name="文本框 394">
            <a:extLst>
              <a:ext uri="{FF2B5EF4-FFF2-40B4-BE49-F238E27FC236}">
                <a16:creationId xmlns:a16="http://schemas.microsoft.com/office/drawing/2014/main" id="{6A32C71D-BEF6-879C-021B-F70470FB5938}"/>
              </a:ext>
            </a:extLst>
          </p:cNvPr>
          <p:cNvSpPr txBox="1"/>
          <p:nvPr/>
        </p:nvSpPr>
        <p:spPr>
          <a:xfrm>
            <a:off x="6497136" y="1019030"/>
            <a:ext cx="4940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弋浔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latin typeface="+mn-ea"/>
                <a:cs typeface="Cascadia Code" panose="020B0609020000020004" pitchFamily="49" charset="0"/>
              </a:rPr>
              <a:t>Yixun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97" name="文本框 396">
            <a:extLst>
              <a:ext uri="{FF2B5EF4-FFF2-40B4-BE49-F238E27FC236}">
                <a16:creationId xmlns:a16="http://schemas.microsoft.com/office/drawing/2014/main" id="{1E094E2C-BB85-51BB-1224-F84432A1AE62}"/>
              </a:ext>
            </a:extLst>
          </p:cNvPr>
          <p:cNvSpPr txBox="1"/>
          <p:nvPr/>
        </p:nvSpPr>
        <p:spPr>
          <a:xfrm>
            <a:off x="6745332" y="483926"/>
            <a:ext cx="11368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迁安人民公园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latin typeface="+mn-ea"/>
                <a:cs typeface="Cascadia Code" panose="020B0609020000020004" pitchFamily="49" charset="0"/>
              </a:rPr>
              <a:t>Qian’an</a:t>
            </a:r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 People’s Park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99" name="文本框 398">
            <a:extLst>
              <a:ext uri="{FF2B5EF4-FFF2-40B4-BE49-F238E27FC236}">
                <a16:creationId xmlns:a16="http://schemas.microsoft.com/office/drawing/2014/main" id="{F4198A5C-7DC9-1200-C6F7-274C25070DD1}"/>
              </a:ext>
            </a:extLst>
          </p:cNvPr>
          <p:cNvSpPr txBox="1"/>
          <p:nvPr/>
        </p:nvSpPr>
        <p:spPr>
          <a:xfrm>
            <a:off x="7435645" y="972461"/>
            <a:ext cx="88998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00" b="1" dirty="0">
                <a:latin typeface="宋体" panose="02010600030101010101" pitchFamily="2" charset="-122"/>
                <a:ea typeface="宋体" panose="02010600030101010101" pitchFamily="2" charset="-122"/>
              </a:rPr>
              <a:t>北站西广场</a:t>
            </a:r>
            <a:endParaRPr lang="en-US" altLang="zh-CN" sz="11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Railway Station</a:t>
            </a: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West Square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403" name="文本框 402">
            <a:extLst>
              <a:ext uri="{FF2B5EF4-FFF2-40B4-BE49-F238E27FC236}">
                <a16:creationId xmlns:a16="http://schemas.microsoft.com/office/drawing/2014/main" id="{2CF606FA-C991-F380-8298-B9CAC3B15D9F}"/>
              </a:ext>
            </a:extLst>
          </p:cNvPr>
          <p:cNvSpPr txBox="1"/>
          <p:nvPr/>
        </p:nvSpPr>
        <p:spPr>
          <a:xfrm>
            <a:off x="8036326" y="411621"/>
            <a:ext cx="8467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00" b="1" dirty="0">
                <a:latin typeface="宋体" panose="02010600030101010101" pitchFamily="2" charset="-122"/>
                <a:ea typeface="宋体" panose="02010600030101010101" pitchFamily="2" charset="-122"/>
              </a:rPr>
              <a:t>天海北站</a:t>
            </a:r>
            <a:endParaRPr lang="en-US" altLang="zh-CN" sz="11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latin typeface="+mn-ea"/>
                <a:cs typeface="Cascadia Code" panose="020B0609020000020004" pitchFamily="49" charset="0"/>
              </a:rPr>
              <a:t>Tianhai</a:t>
            </a:r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 North</a:t>
            </a: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Railway Station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grpSp>
        <p:nvGrpSpPr>
          <p:cNvPr id="408" name="组合 407">
            <a:extLst>
              <a:ext uri="{FF2B5EF4-FFF2-40B4-BE49-F238E27FC236}">
                <a16:creationId xmlns:a16="http://schemas.microsoft.com/office/drawing/2014/main" id="{31098A57-DF55-FBF4-48E5-8918F4498BFD}"/>
              </a:ext>
            </a:extLst>
          </p:cNvPr>
          <p:cNvGrpSpPr/>
          <p:nvPr/>
        </p:nvGrpSpPr>
        <p:grpSpPr>
          <a:xfrm flipH="1">
            <a:off x="416338" y="893731"/>
            <a:ext cx="86486" cy="88006"/>
            <a:chOff x="3384914" y="1617979"/>
            <a:chExt cx="790846" cy="825340"/>
          </a:xfrm>
        </p:grpSpPr>
        <p:sp>
          <p:nvSpPr>
            <p:cNvPr id="405" name="箭头: 环形 404">
              <a:extLst>
                <a:ext uri="{FF2B5EF4-FFF2-40B4-BE49-F238E27FC236}">
                  <a16:creationId xmlns:a16="http://schemas.microsoft.com/office/drawing/2014/main" id="{1B0359D1-3232-5343-D8F1-6D44C30C2455}"/>
                </a:ext>
              </a:extLst>
            </p:cNvPr>
            <p:cNvSpPr/>
            <p:nvPr/>
          </p:nvSpPr>
          <p:spPr>
            <a:xfrm>
              <a:off x="3384914" y="1617979"/>
              <a:ext cx="790846" cy="797055"/>
            </a:xfrm>
            <a:prstGeom prst="circular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07" name="箭头: 环形 406">
              <a:extLst>
                <a:ext uri="{FF2B5EF4-FFF2-40B4-BE49-F238E27FC236}">
                  <a16:creationId xmlns:a16="http://schemas.microsoft.com/office/drawing/2014/main" id="{CE62D56C-E88A-B3B0-8C86-843874DCB0E4}"/>
                </a:ext>
              </a:extLst>
            </p:cNvPr>
            <p:cNvSpPr/>
            <p:nvPr/>
          </p:nvSpPr>
          <p:spPr>
            <a:xfrm flipH="1" flipV="1">
              <a:off x="3384914" y="1646263"/>
              <a:ext cx="790846" cy="797056"/>
            </a:xfrm>
            <a:prstGeom prst="circularArrow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444" name="图片 443">
            <a:extLst>
              <a:ext uri="{FF2B5EF4-FFF2-40B4-BE49-F238E27FC236}">
                <a16:creationId xmlns:a16="http://schemas.microsoft.com/office/drawing/2014/main" id="{6FF06865-F857-995C-3CD2-9C5B9B136B6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783" y="1232304"/>
            <a:ext cx="332273" cy="193917"/>
          </a:xfrm>
          <a:prstGeom prst="rect">
            <a:avLst/>
          </a:prstGeom>
        </p:spPr>
      </p:pic>
      <p:pic>
        <p:nvPicPr>
          <p:cNvPr id="452" name="图片 451">
            <a:extLst>
              <a:ext uri="{FF2B5EF4-FFF2-40B4-BE49-F238E27FC236}">
                <a16:creationId xmlns:a16="http://schemas.microsoft.com/office/drawing/2014/main" id="{FEB84ABB-0B68-FFA8-3884-0357FEAB357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5845" y="1079839"/>
            <a:ext cx="334150" cy="193917"/>
          </a:xfrm>
          <a:prstGeom prst="rect">
            <a:avLst/>
          </a:prstGeom>
        </p:spPr>
      </p:pic>
      <p:grpSp>
        <p:nvGrpSpPr>
          <p:cNvPr id="460" name="组合 459">
            <a:extLst>
              <a:ext uri="{FF2B5EF4-FFF2-40B4-BE49-F238E27FC236}">
                <a16:creationId xmlns:a16="http://schemas.microsoft.com/office/drawing/2014/main" id="{7AD9DCC7-9E18-91A4-E62E-BB831696D56C}"/>
              </a:ext>
            </a:extLst>
          </p:cNvPr>
          <p:cNvGrpSpPr/>
          <p:nvPr/>
        </p:nvGrpSpPr>
        <p:grpSpPr>
          <a:xfrm rot="1951028">
            <a:off x="8427983" y="890552"/>
            <a:ext cx="94574" cy="94923"/>
            <a:chOff x="1440520" y="1462484"/>
            <a:chExt cx="461631" cy="463336"/>
          </a:xfrm>
        </p:grpSpPr>
        <p:sp>
          <p:nvSpPr>
            <p:cNvPr id="456" name="箭头: 环形 455">
              <a:extLst>
                <a:ext uri="{FF2B5EF4-FFF2-40B4-BE49-F238E27FC236}">
                  <a16:creationId xmlns:a16="http://schemas.microsoft.com/office/drawing/2014/main" id="{F6A5B80C-25BE-4848-6C73-DF5C2C64D027}"/>
                </a:ext>
              </a:extLst>
            </p:cNvPr>
            <p:cNvSpPr/>
            <p:nvPr/>
          </p:nvSpPr>
          <p:spPr>
            <a:xfrm rot="338721" flipH="1">
              <a:off x="1446104" y="1476765"/>
              <a:ext cx="456047" cy="448158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13769514"/>
                <a:gd name="adj5" fmla="val 1250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57" name="箭头: 环形 456">
              <a:extLst>
                <a:ext uri="{FF2B5EF4-FFF2-40B4-BE49-F238E27FC236}">
                  <a16:creationId xmlns:a16="http://schemas.microsoft.com/office/drawing/2014/main" id="{4A7B5A94-BBFE-4447-677D-03CA05F3E13D}"/>
                </a:ext>
              </a:extLst>
            </p:cNvPr>
            <p:cNvSpPr/>
            <p:nvPr/>
          </p:nvSpPr>
          <p:spPr>
            <a:xfrm rot="19710149" flipV="1">
              <a:off x="1446103" y="1477662"/>
              <a:ext cx="456047" cy="448158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15559861"/>
                <a:gd name="adj5" fmla="val 12500"/>
              </a:avLst>
            </a:prstGeom>
            <a:solidFill>
              <a:srgbClr val="FFC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59" name="箭头: 环形 458">
              <a:extLst>
                <a:ext uri="{FF2B5EF4-FFF2-40B4-BE49-F238E27FC236}">
                  <a16:creationId xmlns:a16="http://schemas.microsoft.com/office/drawing/2014/main" id="{808B8881-4CF8-0203-B86E-77BD91050CBA}"/>
                </a:ext>
              </a:extLst>
            </p:cNvPr>
            <p:cNvSpPr/>
            <p:nvPr/>
          </p:nvSpPr>
          <p:spPr>
            <a:xfrm rot="4784427" flipV="1">
              <a:off x="1436575" y="1466429"/>
              <a:ext cx="456047" cy="448158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15892767"/>
                <a:gd name="adj5" fmla="val 12500"/>
              </a:avLst>
            </a:prstGeom>
            <a:solidFill>
              <a:srgbClr val="52AB4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61" name="文本框 460">
            <a:extLst>
              <a:ext uri="{FF2B5EF4-FFF2-40B4-BE49-F238E27FC236}">
                <a16:creationId xmlns:a16="http://schemas.microsoft.com/office/drawing/2014/main" id="{2D147CD2-5220-AC18-5CE1-51CEC8D0F9D7}"/>
              </a:ext>
            </a:extLst>
          </p:cNvPr>
          <p:cNvSpPr txBox="1"/>
          <p:nvPr/>
        </p:nvSpPr>
        <p:spPr>
          <a:xfrm>
            <a:off x="2868937" y="35893"/>
            <a:ext cx="33137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下一站：弋浔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200" dirty="0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rPr>
              <a:t>Next Station: </a:t>
            </a:r>
            <a:r>
              <a:rPr lang="en-US" altLang="zh-CN" sz="1200" dirty="0" err="1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rPr>
              <a:t>Yixun</a:t>
            </a:r>
            <a:r>
              <a:rPr lang="en-US" altLang="zh-CN" sz="1200" dirty="0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rPr>
              <a:t>.</a:t>
            </a:r>
            <a:endParaRPr lang="zh-CN" altLang="en-US" sz="1200" dirty="0">
              <a:latin typeface="Cascadia Code" panose="020B0609020000020004" pitchFamily="49" charset="0"/>
              <a:ea typeface="黑体" panose="02010609060101010101" pitchFamily="49" charset="-122"/>
              <a:cs typeface="Cascadia Code" panose="020B0609020000020004" pitchFamily="49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381761CC-F8ED-F80E-A09E-48AA2143A41F}"/>
              </a:ext>
            </a:extLst>
          </p:cNvPr>
          <p:cNvGrpSpPr/>
          <p:nvPr/>
        </p:nvGrpSpPr>
        <p:grpSpPr>
          <a:xfrm>
            <a:off x="6191662" y="806304"/>
            <a:ext cx="261017" cy="259843"/>
            <a:chOff x="501595" y="804920"/>
            <a:chExt cx="261017" cy="259843"/>
          </a:xfrm>
        </p:grpSpPr>
        <p:sp>
          <p:nvSpPr>
            <p:cNvPr id="2" name="箭头: V 形 1">
              <a:extLst>
                <a:ext uri="{FF2B5EF4-FFF2-40B4-BE49-F238E27FC236}">
                  <a16:creationId xmlns:a16="http://schemas.microsoft.com/office/drawing/2014/main" id="{D89A0F0B-DA65-DEFF-9A41-500646DAB0C2}"/>
                </a:ext>
              </a:extLst>
            </p:cNvPr>
            <p:cNvSpPr/>
            <p:nvPr/>
          </p:nvSpPr>
          <p:spPr>
            <a:xfrm>
              <a:off x="501595" y="804920"/>
              <a:ext cx="153399" cy="259843"/>
            </a:xfrm>
            <a:prstGeom prst="chevron">
              <a:avLst>
                <a:gd name="adj" fmla="val 5528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箭头: V 形 5">
              <a:extLst>
                <a:ext uri="{FF2B5EF4-FFF2-40B4-BE49-F238E27FC236}">
                  <a16:creationId xmlns:a16="http://schemas.microsoft.com/office/drawing/2014/main" id="{59BE5875-4633-7B0B-D833-D70ADD95389B}"/>
                </a:ext>
              </a:extLst>
            </p:cNvPr>
            <p:cNvSpPr/>
            <p:nvPr/>
          </p:nvSpPr>
          <p:spPr>
            <a:xfrm>
              <a:off x="609213" y="804920"/>
              <a:ext cx="153399" cy="259843"/>
            </a:xfrm>
            <a:prstGeom prst="chevron">
              <a:avLst>
                <a:gd name="adj" fmla="val 5528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73" name="文本框 372">
            <a:extLst>
              <a:ext uri="{FF2B5EF4-FFF2-40B4-BE49-F238E27FC236}">
                <a16:creationId xmlns:a16="http://schemas.microsoft.com/office/drawing/2014/main" id="{A7B69636-B339-327B-1852-EDBD6F38ABB3}"/>
              </a:ext>
            </a:extLst>
          </p:cNvPr>
          <p:cNvSpPr txBox="1"/>
          <p:nvPr/>
        </p:nvSpPr>
        <p:spPr>
          <a:xfrm>
            <a:off x="114082" y="483926"/>
            <a:ext cx="7088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天海港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Tianhai</a:t>
            </a:r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 Port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93" name="文本框 392">
            <a:extLst>
              <a:ext uri="{FF2B5EF4-FFF2-40B4-BE49-F238E27FC236}">
                <a16:creationId xmlns:a16="http://schemas.microsoft.com/office/drawing/2014/main" id="{AB0AD632-9B1E-A02E-0392-F47C1DC50092}"/>
              </a:ext>
            </a:extLst>
          </p:cNvPr>
          <p:cNvSpPr txBox="1"/>
          <p:nvPr/>
        </p:nvSpPr>
        <p:spPr>
          <a:xfrm>
            <a:off x="5768561" y="483926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体育中心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Sports Center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629380E6-0E57-6A4A-0CA3-CBA60517DB2F}"/>
              </a:ext>
            </a:extLst>
          </p:cNvPr>
          <p:cNvSpPr/>
          <p:nvPr/>
        </p:nvSpPr>
        <p:spPr>
          <a:xfrm rot="16200000" flipV="1">
            <a:off x="3252467" y="802397"/>
            <a:ext cx="149365" cy="115523"/>
          </a:xfrm>
          <a:prstGeom prst="homePlate">
            <a:avLst>
              <a:gd name="adj" fmla="val 41754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99785590-314E-EEA8-6BA7-020FE76B8A7E}"/>
              </a:ext>
            </a:extLst>
          </p:cNvPr>
          <p:cNvSpPr/>
          <p:nvPr/>
        </p:nvSpPr>
        <p:spPr>
          <a:xfrm>
            <a:off x="3262857" y="879787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EA12F36-0E60-6DE6-B4DF-97DF1A7813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2449" y="546366"/>
            <a:ext cx="463118" cy="270278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8272825E-CF81-7E35-8593-A24C5F03058F}"/>
              </a:ext>
            </a:extLst>
          </p:cNvPr>
          <p:cNvGrpSpPr/>
          <p:nvPr/>
        </p:nvGrpSpPr>
        <p:grpSpPr>
          <a:xfrm flipH="1">
            <a:off x="3287580" y="895239"/>
            <a:ext cx="86486" cy="88006"/>
            <a:chOff x="3384914" y="1617979"/>
            <a:chExt cx="790846" cy="825340"/>
          </a:xfrm>
        </p:grpSpPr>
        <p:sp>
          <p:nvSpPr>
            <p:cNvPr id="11" name="箭头: 环形 10">
              <a:extLst>
                <a:ext uri="{FF2B5EF4-FFF2-40B4-BE49-F238E27FC236}">
                  <a16:creationId xmlns:a16="http://schemas.microsoft.com/office/drawing/2014/main" id="{3B336A29-C8AD-883D-147C-6C309BCE64D1}"/>
                </a:ext>
              </a:extLst>
            </p:cNvPr>
            <p:cNvSpPr/>
            <p:nvPr/>
          </p:nvSpPr>
          <p:spPr>
            <a:xfrm>
              <a:off x="3384914" y="1617979"/>
              <a:ext cx="790846" cy="797055"/>
            </a:xfrm>
            <a:prstGeom prst="circular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箭头: 环形 11">
              <a:extLst>
                <a:ext uri="{FF2B5EF4-FFF2-40B4-BE49-F238E27FC236}">
                  <a16:creationId xmlns:a16="http://schemas.microsoft.com/office/drawing/2014/main" id="{A8422005-1DCE-D2A0-B112-F9053637331E}"/>
                </a:ext>
              </a:extLst>
            </p:cNvPr>
            <p:cNvSpPr/>
            <p:nvPr/>
          </p:nvSpPr>
          <p:spPr>
            <a:xfrm flipH="1" flipV="1">
              <a:off x="3384914" y="1646263"/>
              <a:ext cx="790846" cy="797056"/>
            </a:xfrm>
            <a:prstGeom prst="circularArrow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5590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1000" fill="hold"/>
                                        <p:tgtEl>
                                          <p:spTgt spid="4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63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4803E-6 3.85888E-6 L 0.02346 -0.00111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64" y="-11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700B7-2B4F-C801-CEF7-6DCE07F83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>
            <a:extLst>
              <a:ext uri="{FF2B5EF4-FFF2-40B4-BE49-F238E27FC236}">
                <a16:creationId xmlns:a16="http://schemas.microsoft.com/office/drawing/2014/main" id="{A79193DC-4D14-BF11-4CEB-263C3F461D7F}"/>
              </a:ext>
            </a:extLst>
          </p:cNvPr>
          <p:cNvSpPr txBox="1"/>
          <p:nvPr/>
        </p:nvSpPr>
        <p:spPr>
          <a:xfrm>
            <a:off x="529722" y="425228"/>
            <a:ext cx="110799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弋浔</a:t>
            </a:r>
            <a:endParaRPr lang="en-US" altLang="zh-CN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2000" dirty="0" err="1">
                <a:latin typeface="+mn-ea"/>
              </a:rPr>
              <a:t>Yixun</a:t>
            </a:r>
            <a:r>
              <a:rPr lang="en-US" altLang="zh-CN" sz="2000" dirty="0">
                <a:latin typeface="+mn-ea"/>
              </a:rPr>
              <a:t>.</a:t>
            </a:r>
            <a:endParaRPr lang="zh-CN" altLang="en-US" sz="2000" dirty="0">
              <a:latin typeface="+mn-ea"/>
            </a:endParaRPr>
          </a:p>
        </p:txBody>
      </p:sp>
      <p:grpSp>
        <p:nvGrpSpPr>
          <p:cNvPr id="648" name="组合 647">
            <a:extLst>
              <a:ext uri="{FF2B5EF4-FFF2-40B4-BE49-F238E27FC236}">
                <a16:creationId xmlns:a16="http://schemas.microsoft.com/office/drawing/2014/main" id="{F6E07DDE-CCAA-534D-4698-F7005ADF93BC}"/>
              </a:ext>
            </a:extLst>
          </p:cNvPr>
          <p:cNvGrpSpPr/>
          <p:nvPr/>
        </p:nvGrpSpPr>
        <p:grpSpPr>
          <a:xfrm>
            <a:off x="-4835331" y="564611"/>
            <a:ext cx="4713780" cy="347183"/>
            <a:chOff x="2180050" y="555098"/>
            <a:chExt cx="4713780" cy="347183"/>
          </a:xfrm>
        </p:grpSpPr>
        <p:grpSp>
          <p:nvGrpSpPr>
            <p:cNvPr id="631" name="组合 630">
              <a:extLst>
                <a:ext uri="{FF2B5EF4-FFF2-40B4-BE49-F238E27FC236}">
                  <a16:creationId xmlns:a16="http://schemas.microsoft.com/office/drawing/2014/main" id="{77B80D45-6B14-2ABD-40CA-9977D0C6FDF6}"/>
                </a:ext>
              </a:extLst>
            </p:cNvPr>
            <p:cNvGrpSpPr/>
            <p:nvPr/>
          </p:nvGrpSpPr>
          <p:grpSpPr>
            <a:xfrm>
              <a:off x="3758078" y="601135"/>
              <a:ext cx="771789" cy="230164"/>
              <a:chOff x="2969309" y="601138"/>
              <a:chExt cx="771789" cy="230164"/>
            </a:xfrm>
          </p:grpSpPr>
          <p:sp>
            <p:nvSpPr>
              <p:cNvPr id="632" name="矩形 631">
                <a:extLst>
                  <a:ext uri="{FF2B5EF4-FFF2-40B4-BE49-F238E27FC236}">
                    <a16:creationId xmlns:a16="http://schemas.microsoft.com/office/drawing/2014/main" id="{DB19F495-7E76-3DA4-F7C0-0480A982AD48}"/>
                  </a:ext>
                </a:extLst>
              </p:cNvPr>
              <p:cNvSpPr/>
              <p:nvPr/>
            </p:nvSpPr>
            <p:spPr>
              <a:xfrm>
                <a:off x="2969309" y="601138"/>
                <a:ext cx="769621" cy="2301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3" name="矩形: 圆角 632">
                <a:extLst>
                  <a:ext uri="{FF2B5EF4-FFF2-40B4-BE49-F238E27FC236}">
                    <a16:creationId xmlns:a16="http://schemas.microsoft.com/office/drawing/2014/main" id="{1791CE07-3B36-10D7-B318-9097E5191608}"/>
                  </a:ext>
                </a:extLst>
              </p:cNvPr>
              <p:cNvSpPr/>
              <p:nvPr/>
            </p:nvSpPr>
            <p:spPr>
              <a:xfrm>
                <a:off x="2971478" y="633445"/>
                <a:ext cx="769620" cy="97294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634" name="直接连接符 633">
                <a:extLst>
                  <a:ext uri="{FF2B5EF4-FFF2-40B4-BE49-F238E27FC236}">
                    <a16:creationId xmlns:a16="http://schemas.microsoft.com/office/drawing/2014/main" id="{6D63CA01-992C-D9A9-CE18-81326B3B6D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478" y="76426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5" name="直接连接符 634">
                <a:extLst>
                  <a:ext uri="{FF2B5EF4-FFF2-40B4-BE49-F238E27FC236}">
                    <a16:creationId xmlns:a16="http://schemas.microsoft.com/office/drawing/2014/main" id="{370FFCCC-D743-7705-BAA6-C077D776C6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36399" y="63344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03" name="组合 602">
              <a:extLst>
                <a:ext uri="{FF2B5EF4-FFF2-40B4-BE49-F238E27FC236}">
                  <a16:creationId xmlns:a16="http://schemas.microsoft.com/office/drawing/2014/main" id="{C800296F-7803-1DDC-BAA0-22D4DCBE3902}"/>
                </a:ext>
              </a:extLst>
            </p:cNvPr>
            <p:cNvGrpSpPr/>
            <p:nvPr/>
          </p:nvGrpSpPr>
          <p:grpSpPr>
            <a:xfrm>
              <a:off x="2969309" y="601138"/>
              <a:ext cx="771789" cy="230164"/>
              <a:chOff x="2969309" y="601138"/>
              <a:chExt cx="771789" cy="230164"/>
            </a:xfrm>
          </p:grpSpPr>
          <p:sp>
            <p:nvSpPr>
              <p:cNvPr id="602" name="矩形 601">
                <a:extLst>
                  <a:ext uri="{FF2B5EF4-FFF2-40B4-BE49-F238E27FC236}">
                    <a16:creationId xmlns:a16="http://schemas.microsoft.com/office/drawing/2014/main" id="{02CF1CEC-7D6F-4901-874B-7C87F8DBE149}"/>
                  </a:ext>
                </a:extLst>
              </p:cNvPr>
              <p:cNvSpPr/>
              <p:nvPr/>
            </p:nvSpPr>
            <p:spPr>
              <a:xfrm>
                <a:off x="2969309" y="601138"/>
                <a:ext cx="769621" cy="2301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5" name="矩形: 圆角 134">
                <a:extLst>
                  <a:ext uri="{FF2B5EF4-FFF2-40B4-BE49-F238E27FC236}">
                    <a16:creationId xmlns:a16="http://schemas.microsoft.com/office/drawing/2014/main" id="{F3224AF1-98F5-A716-50CA-9C9894E122B8}"/>
                  </a:ext>
                </a:extLst>
              </p:cNvPr>
              <p:cNvSpPr/>
              <p:nvPr/>
            </p:nvSpPr>
            <p:spPr>
              <a:xfrm>
                <a:off x="2971478" y="633445"/>
                <a:ext cx="769620" cy="97294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36" name="直接连接符 135">
                <a:extLst>
                  <a:ext uri="{FF2B5EF4-FFF2-40B4-BE49-F238E27FC236}">
                    <a16:creationId xmlns:a16="http://schemas.microsoft.com/office/drawing/2014/main" id="{73145F41-FE92-4977-75B3-68A32F809F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478" y="76426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直接连接符 136">
                <a:extLst>
                  <a:ext uri="{FF2B5EF4-FFF2-40B4-BE49-F238E27FC236}">
                    <a16:creationId xmlns:a16="http://schemas.microsoft.com/office/drawing/2014/main" id="{A3ADCD79-4195-E142-2548-CC44044637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36399" y="63344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4" name="组合 183">
              <a:extLst>
                <a:ext uri="{FF2B5EF4-FFF2-40B4-BE49-F238E27FC236}">
                  <a16:creationId xmlns:a16="http://schemas.microsoft.com/office/drawing/2014/main" id="{7177FC23-5B35-5A45-686F-E04F949D2620}"/>
                </a:ext>
              </a:extLst>
            </p:cNvPr>
            <p:cNvGrpSpPr/>
            <p:nvPr/>
          </p:nvGrpSpPr>
          <p:grpSpPr>
            <a:xfrm flipH="1">
              <a:off x="6096902" y="601138"/>
              <a:ext cx="796928" cy="230167"/>
              <a:chOff x="2533557" y="715860"/>
              <a:chExt cx="796928" cy="230167"/>
            </a:xfrm>
          </p:grpSpPr>
          <p:sp>
            <p:nvSpPr>
              <p:cNvPr id="187" name="矩形: 圆角 186">
                <a:extLst>
                  <a:ext uri="{FF2B5EF4-FFF2-40B4-BE49-F238E27FC236}">
                    <a16:creationId xmlns:a16="http://schemas.microsoft.com/office/drawing/2014/main" id="{31D864CA-DC99-A716-5061-D0085954CEB4}"/>
                  </a:ext>
                </a:extLst>
              </p:cNvPr>
              <p:cNvSpPr/>
              <p:nvPr/>
            </p:nvSpPr>
            <p:spPr>
              <a:xfrm>
                <a:off x="2533557" y="715860"/>
                <a:ext cx="783274" cy="230167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8" name="矩形: 圆角 187">
                <a:extLst>
                  <a:ext uri="{FF2B5EF4-FFF2-40B4-BE49-F238E27FC236}">
                    <a16:creationId xmlns:a16="http://schemas.microsoft.com/office/drawing/2014/main" id="{F5B7DF51-D116-A667-B76D-04EFCE2EE1F8}"/>
                  </a:ext>
                </a:extLst>
              </p:cNvPr>
              <p:cNvSpPr/>
              <p:nvPr/>
            </p:nvSpPr>
            <p:spPr>
              <a:xfrm>
                <a:off x="2601967" y="748165"/>
                <a:ext cx="728518" cy="97294"/>
              </a:xfrm>
              <a:prstGeom prst="roundRect">
                <a:avLst>
                  <a:gd name="adj" fmla="val 2937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91" name="直接连接符 190">
                <a:extLst>
                  <a:ext uri="{FF2B5EF4-FFF2-40B4-BE49-F238E27FC236}">
                    <a16:creationId xmlns:a16="http://schemas.microsoft.com/office/drawing/2014/main" id="{A1FB248D-9134-E150-F445-4296D8ED4D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41223" y="87898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" name="直接连接符 255">
                <a:extLst>
                  <a:ext uri="{FF2B5EF4-FFF2-40B4-BE49-F238E27FC236}">
                    <a16:creationId xmlns:a16="http://schemas.microsoft.com/office/drawing/2014/main" id="{B556A44A-55EB-B93A-9971-91D98466A7F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06144" y="74816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09" name="组合 608">
              <a:extLst>
                <a:ext uri="{FF2B5EF4-FFF2-40B4-BE49-F238E27FC236}">
                  <a16:creationId xmlns:a16="http://schemas.microsoft.com/office/drawing/2014/main" id="{D9AD5300-9BF1-A5BE-1FFA-EA9945BC87F3}"/>
                </a:ext>
              </a:extLst>
            </p:cNvPr>
            <p:cNvGrpSpPr/>
            <p:nvPr/>
          </p:nvGrpSpPr>
          <p:grpSpPr>
            <a:xfrm>
              <a:off x="2180050" y="568597"/>
              <a:ext cx="836837" cy="295251"/>
              <a:chOff x="2180050" y="568597"/>
              <a:chExt cx="836837" cy="295251"/>
            </a:xfrm>
          </p:grpSpPr>
          <p:sp>
            <p:nvSpPr>
              <p:cNvPr id="601" name="矩形: 单圆角 600">
                <a:extLst>
                  <a:ext uri="{FF2B5EF4-FFF2-40B4-BE49-F238E27FC236}">
                    <a16:creationId xmlns:a16="http://schemas.microsoft.com/office/drawing/2014/main" id="{E2AB2BA8-902A-1114-DD62-692E5AAC099A}"/>
                  </a:ext>
                </a:extLst>
              </p:cNvPr>
              <p:cNvSpPr/>
              <p:nvPr/>
            </p:nvSpPr>
            <p:spPr>
              <a:xfrm flipH="1">
                <a:off x="2180050" y="601138"/>
                <a:ext cx="779683" cy="230167"/>
              </a:xfrm>
              <a:prstGeom prst="round1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8" name="矩形: 圆角 507">
                <a:extLst>
                  <a:ext uri="{FF2B5EF4-FFF2-40B4-BE49-F238E27FC236}">
                    <a16:creationId xmlns:a16="http://schemas.microsoft.com/office/drawing/2014/main" id="{F2E4B436-2C85-618A-CF79-677CFE1C92B8}"/>
                  </a:ext>
                </a:extLst>
              </p:cNvPr>
              <p:cNvSpPr/>
              <p:nvPr/>
            </p:nvSpPr>
            <p:spPr>
              <a:xfrm>
                <a:off x="2248948" y="633445"/>
                <a:ext cx="767939" cy="97294"/>
              </a:xfrm>
              <a:prstGeom prst="roundRect">
                <a:avLst>
                  <a:gd name="adj" fmla="val 2937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509" name="直接连接符 508">
                <a:extLst>
                  <a:ext uri="{FF2B5EF4-FFF2-40B4-BE49-F238E27FC236}">
                    <a16:creationId xmlns:a16="http://schemas.microsoft.com/office/drawing/2014/main" id="{3B927556-B07D-2867-2061-27B06A63FA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88205" y="76426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0" name="直接连接符 509">
                <a:extLst>
                  <a:ext uri="{FF2B5EF4-FFF2-40B4-BE49-F238E27FC236}">
                    <a16:creationId xmlns:a16="http://schemas.microsoft.com/office/drawing/2014/main" id="{5787E072-3CC5-3905-0490-E25EFBC1C2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53126" y="63344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6" name="直接连接符 505">
                <a:extLst>
                  <a:ext uri="{FF2B5EF4-FFF2-40B4-BE49-F238E27FC236}">
                    <a16:creationId xmlns:a16="http://schemas.microsoft.com/office/drawing/2014/main" id="{2BFDE574-C686-98FF-6B9D-02FD841FDB1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63813" y="568597"/>
                <a:ext cx="0" cy="295251"/>
              </a:xfrm>
              <a:prstGeom prst="line">
                <a:avLst/>
              </a:prstGeom>
              <a:ln w="254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2" name="矩形 161">
              <a:extLst>
                <a:ext uri="{FF2B5EF4-FFF2-40B4-BE49-F238E27FC236}">
                  <a16:creationId xmlns:a16="http://schemas.microsoft.com/office/drawing/2014/main" id="{69F94888-F704-1FB6-DFFE-F2E9FA83596F}"/>
                </a:ext>
              </a:extLst>
            </p:cNvPr>
            <p:cNvSpPr/>
            <p:nvPr/>
          </p:nvSpPr>
          <p:spPr>
            <a:xfrm>
              <a:off x="3758981" y="555098"/>
              <a:ext cx="790456" cy="347183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b="1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当前车厢</a:t>
              </a:r>
              <a:endParaRPr lang="en-US" altLang="zh-CN" sz="11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ctr"/>
              <a:r>
                <a:rPr lang="zh-CN" altLang="zh-CN" sz="800" dirty="0"/>
                <a:t>Current Car</a:t>
              </a:r>
            </a:p>
          </p:txBody>
        </p:sp>
        <p:sp>
          <p:nvSpPr>
            <p:cNvPr id="611" name="矩形: 单圆角 610">
              <a:extLst>
                <a:ext uri="{FF2B5EF4-FFF2-40B4-BE49-F238E27FC236}">
                  <a16:creationId xmlns:a16="http://schemas.microsoft.com/office/drawing/2014/main" id="{6444E0A7-60A1-D352-CDAB-EB8394884E78}"/>
                </a:ext>
              </a:extLst>
            </p:cNvPr>
            <p:cNvSpPr/>
            <p:nvPr/>
          </p:nvSpPr>
          <p:spPr>
            <a:xfrm>
              <a:off x="6108241" y="601135"/>
              <a:ext cx="779683" cy="230167"/>
            </a:xfrm>
            <a:prstGeom prst="round1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2" name="矩形: 圆角 611">
              <a:extLst>
                <a:ext uri="{FF2B5EF4-FFF2-40B4-BE49-F238E27FC236}">
                  <a16:creationId xmlns:a16="http://schemas.microsoft.com/office/drawing/2014/main" id="{28850192-E563-56B7-0258-B9DF3413921B}"/>
                </a:ext>
              </a:extLst>
            </p:cNvPr>
            <p:cNvSpPr/>
            <p:nvPr/>
          </p:nvSpPr>
          <p:spPr>
            <a:xfrm flipH="1">
              <a:off x="6051087" y="633442"/>
              <a:ext cx="767939" cy="97294"/>
            </a:xfrm>
            <a:prstGeom prst="roundRect">
              <a:avLst>
                <a:gd name="adj" fmla="val 2937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13" name="直接连接符 612">
              <a:extLst>
                <a:ext uri="{FF2B5EF4-FFF2-40B4-BE49-F238E27FC236}">
                  <a16:creationId xmlns:a16="http://schemas.microsoft.com/office/drawing/2014/main" id="{E736BA52-578C-852D-FF2B-AA8078B187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11828" y="764259"/>
              <a:ext cx="767941" cy="0"/>
            </a:xfrm>
            <a:prstGeom prst="line">
              <a:avLst/>
            </a:prstGeom>
            <a:ln>
              <a:solidFill>
                <a:srgbClr val="E6001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4" name="直接连接符 613">
              <a:extLst>
                <a:ext uri="{FF2B5EF4-FFF2-40B4-BE49-F238E27FC236}">
                  <a16:creationId xmlns:a16="http://schemas.microsoft.com/office/drawing/2014/main" id="{4986F373-885C-090B-D85D-7D78BD26AD5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14848" y="633442"/>
              <a:ext cx="0" cy="9729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597E0ECA-153E-A399-FDC3-2E970FD7A906}"/>
                </a:ext>
              </a:extLst>
            </p:cNvPr>
            <p:cNvCxnSpPr>
              <a:cxnSpLocks/>
            </p:cNvCxnSpPr>
            <p:nvPr/>
          </p:nvCxnSpPr>
          <p:spPr>
            <a:xfrm>
              <a:off x="3747086" y="568597"/>
              <a:ext cx="0" cy="295251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36" name="组合 635">
              <a:extLst>
                <a:ext uri="{FF2B5EF4-FFF2-40B4-BE49-F238E27FC236}">
                  <a16:creationId xmlns:a16="http://schemas.microsoft.com/office/drawing/2014/main" id="{8C3CAD2B-4D8A-9302-EBFE-A92A413439D6}"/>
                </a:ext>
              </a:extLst>
            </p:cNvPr>
            <p:cNvGrpSpPr/>
            <p:nvPr/>
          </p:nvGrpSpPr>
          <p:grpSpPr>
            <a:xfrm>
              <a:off x="4548425" y="601135"/>
              <a:ext cx="771789" cy="230164"/>
              <a:chOff x="2969309" y="601138"/>
              <a:chExt cx="771789" cy="230164"/>
            </a:xfrm>
          </p:grpSpPr>
          <p:sp>
            <p:nvSpPr>
              <p:cNvPr id="637" name="矩形 636">
                <a:extLst>
                  <a:ext uri="{FF2B5EF4-FFF2-40B4-BE49-F238E27FC236}">
                    <a16:creationId xmlns:a16="http://schemas.microsoft.com/office/drawing/2014/main" id="{CD68833A-5AF9-525C-B73A-E0570865AC86}"/>
                  </a:ext>
                </a:extLst>
              </p:cNvPr>
              <p:cNvSpPr/>
              <p:nvPr/>
            </p:nvSpPr>
            <p:spPr>
              <a:xfrm>
                <a:off x="2969309" y="601138"/>
                <a:ext cx="769621" cy="2301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8" name="矩形: 圆角 637">
                <a:extLst>
                  <a:ext uri="{FF2B5EF4-FFF2-40B4-BE49-F238E27FC236}">
                    <a16:creationId xmlns:a16="http://schemas.microsoft.com/office/drawing/2014/main" id="{545B397B-CB17-B831-9239-CB4B2FF86DDC}"/>
                  </a:ext>
                </a:extLst>
              </p:cNvPr>
              <p:cNvSpPr/>
              <p:nvPr/>
            </p:nvSpPr>
            <p:spPr>
              <a:xfrm>
                <a:off x="2971478" y="633445"/>
                <a:ext cx="769620" cy="97294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639" name="直接连接符 638">
                <a:extLst>
                  <a:ext uri="{FF2B5EF4-FFF2-40B4-BE49-F238E27FC236}">
                    <a16:creationId xmlns:a16="http://schemas.microsoft.com/office/drawing/2014/main" id="{CD4ED407-3F44-8E50-0814-9C571DB104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478" y="76426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0" name="直接连接符 639">
                <a:extLst>
                  <a:ext uri="{FF2B5EF4-FFF2-40B4-BE49-F238E27FC236}">
                    <a16:creationId xmlns:a16="http://schemas.microsoft.com/office/drawing/2014/main" id="{B4203746-7701-9BBC-A103-154BE18A1D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36399" y="63344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41" name="直接连接符 640">
              <a:extLst>
                <a:ext uri="{FF2B5EF4-FFF2-40B4-BE49-F238E27FC236}">
                  <a16:creationId xmlns:a16="http://schemas.microsoft.com/office/drawing/2014/main" id="{A010F775-C1D9-B575-52FA-256714EED25A}"/>
                </a:ext>
              </a:extLst>
            </p:cNvPr>
            <p:cNvCxnSpPr>
              <a:cxnSpLocks/>
            </p:cNvCxnSpPr>
            <p:nvPr/>
          </p:nvCxnSpPr>
          <p:spPr>
            <a:xfrm>
              <a:off x="4537433" y="568597"/>
              <a:ext cx="0" cy="295251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42" name="组合 641">
              <a:extLst>
                <a:ext uri="{FF2B5EF4-FFF2-40B4-BE49-F238E27FC236}">
                  <a16:creationId xmlns:a16="http://schemas.microsoft.com/office/drawing/2014/main" id="{4F34DB1A-9E63-2F9E-F0BD-DE3CD1BBF0AE}"/>
                </a:ext>
              </a:extLst>
            </p:cNvPr>
            <p:cNvGrpSpPr/>
            <p:nvPr/>
          </p:nvGrpSpPr>
          <p:grpSpPr>
            <a:xfrm>
              <a:off x="5330874" y="601132"/>
              <a:ext cx="771789" cy="230164"/>
              <a:chOff x="2969309" y="601138"/>
              <a:chExt cx="771789" cy="230164"/>
            </a:xfrm>
          </p:grpSpPr>
          <p:sp>
            <p:nvSpPr>
              <p:cNvPr id="643" name="矩形 642">
                <a:extLst>
                  <a:ext uri="{FF2B5EF4-FFF2-40B4-BE49-F238E27FC236}">
                    <a16:creationId xmlns:a16="http://schemas.microsoft.com/office/drawing/2014/main" id="{DC22F69C-8456-A924-89C7-05878BFC480C}"/>
                  </a:ext>
                </a:extLst>
              </p:cNvPr>
              <p:cNvSpPr/>
              <p:nvPr/>
            </p:nvSpPr>
            <p:spPr>
              <a:xfrm>
                <a:off x="2969309" y="601138"/>
                <a:ext cx="769621" cy="2301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4" name="矩形: 圆角 643">
                <a:extLst>
                  <a:ext uri="{FF2B5EF4-FFF2-40B4-BE49-F238E27FC236}">
                    <a16:creationId xmlns:a16="http://schemas.microsoft.com/office/drawing/2014/main" id="{BF1EFE09-B137-4FAD-C8B1-78359995C569}"/>
                  </a:ext>
                </a:extLst>
              </p:cNvPr>
              <p:cNvSpPr/>
              <p:nvPr/>
            </p:nvSpPr>
            <p:spPr>
              <a:xfrm>
                <a:off x="2971478" y="633445"/>
                <a:ext cx="769620" cy="97294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645" name="直接连接符 644">
                <a:extLst>
                  <a:ext uri="{FF2B5EF4-FFF2-40B4-BE49-F238E27FC236}">
                    <a16:creationId xmlns:a16="http://schemas.microsoft.com/office/drawing/2014/main" id="{C8A990EB-0C95-138B-F1C5-ACAAA8FA9E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478" y="76426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6" name="直接连接符 645">
                <a:extLst>
                  <a:ext uri="{FF2B5EF4-FFF2-40B4-BE49-F238E27FC236}">
                    <a16:creationId xmlns:a16="http://schemas.microsoft.com/office/drawing/2014/main" id="{3C2166C0-D7D6-4CAB-F57D-505DD0BC018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36399" y="63344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47" name="直接连接符 646">
              <a:extLst>
                <a:ext uri="{FF2B5EF4-FFF2-40B4-BE49-F238E27FC236}">
                  <a16:creationId xmlns:a16="http://schemas.microsoft.com/office/drawing/2014/main" id="{E3BBA01F-744F-1E76-CF46-C0CDED6451E9}"/>
                </a:ext>
              </a:extLst>
            </p:cNvPr>
            <p:cNvCxnSpPr>
              <a:cxnSpLocks/>
            </p:cNvCxnSpPr>
            <p:nvPr/>
          </p:nvCxnSpPr>
          <p:spPr>
            <a:xfrm>
              <a:off x="5319882" y="568594"/>
              <a:ext cx="0" cy="295251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5" name="直接连接符 614">
              <a:extLst>
                <a:ext uri="{FF2B5EF4-FFF2-40B4-BE49-F238E27FC236}">
                  <a16:creationId xmlns:a16="http://schemas.microsoft.com/office/drawing/2014/main" id="{D4D32727-EDFC-4995-BB6B-027B7B8486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4161" y="568594"/>
              <a:ext cx="0" cy="295251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34BF0B6-35E6-116A-3D39-13E3A2E50E77}"/>
              </a:ext>
            </a:extLst>
          </p:cNvPr>
          <p:cNvSpPr/>
          <p:nvPr/>
        </p:nvSpPr>
        <p:spPr>
          <a:xfrm>
            <a:off x="7671197" y="486678"/>
            <a:ext cx="275749" cy="622300"/>
          </a:xfrm>
          <a:custGeom>
            <a:avLst/>
            <a:gdLst>
              <a:gd name="csX0" fmla="*/ 43894 w 275749"/>
              <a:gd name="csY0" fmla="*/ 63500 h 622300"/>
              <a:gd name="csX1" fmla="*/ 43894 w 275749"/>
              <a:gd name="csY1" fmla="*/ 251460 h 622300"/>
              <a:gd name="csX2" fmla="*/ 231854 w 275749"/>
              <a:gd name="csY2" fmla="*/ 251460 h 622300"/>
              <a:gd name="csX3" fmla="*/ 231854 w 275749"/>
              <a:gd name="csY3" fmla="*/ 63500 h 622300"/>
              <a:gd name="csX4" fmla="*/ 0 w 275749"/>
              <a:gd name="csY4" fmla="*/ 0 h 622300"/>
              <a:gd name="csX5" fmla="*/ 275749 w 275749"/>
              <a:gd name="csY5" fmla="*/ 0 h 622300"/>
              <a:gd name="csX6" fmla="*/ 275749 w 275749"/>
              <a:gd name="csY6" fmla="*/ 622300 h 622300"/>
              <a:gd name="csX7" fmla="*/ 0 w 275749"/>
              <a:gd name="csY7" fmla="*/ 622300 h 6223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75749" h="622300">
                <a:moveTo>
                  <a:pt x="43894" y="63500"/>
                </a:moveTo>
                <a:lnTo>
                  <a:pt x="43894" y="251460"/>
                </a:lnTo>
                <a:lnTo>
                  <a:pt x="231854" y="251460"/>
                </a:lnTo>
                <a:lnTo>
                  <a:pt x="231854" y="63500"/>
                </a:lnTo>
                <a:close/>
                <a:moveTo>
                  <a:pt x="0" y="0"/>
                </a:moveTo>
                <a:lnTo>
                  <a:pt x="275749" y="0"/>
                </a:lnTo>
                <a:lnTo>
                  <a:pt x="275749" y="622300"/>
                </a:lnTo>
                <a:lnTo>
                  <a:pt x="0" y="62230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A55061BD-1C13-7B7C-C3BB-40E0FD6A965A}"/>
              </a:ext>
            </a:extLst>
          </p:cNvPr>
          <p:cNvSpPr/>
          <p:nvPr/>
        </p:nvSpPr>
        <p:spPr>
          <a:xfrm>
            <a:off x="7946946" y="486678"/>
            <a:ext cx="275749" cy="622300"/>
          </a:xfrm>
          <a:custGeom>
            <a:avLst/>
            <a:gdLst>
              <a:gd name="csX0" fmla="*/ 43894 w 275749"/>
              <a:gd name="csY0" fmla="*/ 63500 h 622300"/>
              <a:gd name="csX1" fmla="*/ 43894 w 275749"/>
              <a:gd name="csY1" fmla="*/ 251460 h 622300"/>
              <a:gd name="csX2" fmla="*/ 231854 w 275749"/>
              <a:gd name="csY2" fmla="*/ 251460 h 622300"/>
              <a:gd name="csX3" fmla="*/ 231854 w 275749"/>
              <a:gd name="csY3" fmla="*/ 63500 h 622300"/>
              <a:gd name="csX4" fmla="*/ 0 w 275749"/>
              <a:gd name="csY4" fmla="*/ 0 h 622300"/>
              <a:gd name="csX5" fmla="*/ 275749 w 275749"/>
              <a:gd name="csY5" fmla="*/ 0 h 622300"/>
              <a:gd name="csX6" fmla="*/ 275749 w 275749"/>
              <a:gd name="csY6" fmla="*/ 622300 h 622300"/>
              <a:gd name="csX7" fmla="*/ 0 w 275749"/>
              <a:gd name="csY7" fmla="*/ 622300 h 6223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75749" h="622300">
                <a:moveTo>
                  <a:pt x="43894" y="63500"/>
                </a:moveTo>
                <a:lnTo>
                  <a:pt x="43894" y="251460"/>
                </a:lnTo>
                <a:lnTo>
                  <a:pt x="231854" y="251460"/>
                </a:lnTo>
                <a:lnTo>
                  <a:pt x="231854" y="63500"/>
                </a:lnTo>
                <a:close/>
                <a:moveTo>
                  <a:pt x="0" y="0"/>
                </a:moveTo>
                <a:lnTo>
                  <a:pt x="275749" y="0"/>
                </a:lnTo>
                <a:lnTo>
                  <a:pt x="275749" y="622300"/>
                </a:lnTo>
                <a:lnTo>
                  <a:pt x="0" y="62230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20" name="箭头: 上 19">
            <a:extLst>
              <a:ext uri="{FF2B5EF4-FFF2-40B4-BE49-F238E27FC236}">
                <a16:creationId xmlns:a16="http://schemas.microsoft.com/office/drawing/2014/main" id="{FEBDA789-AB51-E5AB-412A-63F45E305962}"/>
              </a:ext>
            </a:extLst>
          </p:cNvPr>
          <p:cNvSpPr/>
          <p:nvPr/>
        </p:nvSpPr>
        <p:spPr>
          <a:xfrm>
            <a:off x="7802166" y="882994"/>
            <a:ext cx="289560" cy="281940"/>
          </a:xfrm>
          <a:prstGeom prst="upArrow">
            <a:avLst>
              <a:gd name="adj1" fmla="val 53947"/>
              <a:gd name="adj2" fmla="val 5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scene3d>
            <a:camera prst="orthographicFront">
              <a:rot lat="3600003" lon="21599986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B31CA94-EF43-D1DF-042F-C7BEA6B8DD23}"/>
              </a:ext>
            </a:extLst>
          </p:cNvPr>
          <p:cNvSpPr/>
          <p:nvPr/>
        </p:nvSpPr>
        <p:spPr>
          <a:xfrm>
            <a:off x="0" y="0"/>
            <a:ext cx="8999538" cy="438912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00E1C6A7-9E44-61E3-21E0-84E5BB2F2A30}"/>
              </a:ext>
            </a:extLst>
          </p:cNvPr>
          <p:cNvSpPr/>
          <p:nvPr/>
        </p:nvSpPr>
        <p:spPr>
          <a:xfrm>
            <a:off x="2408841" y="54864"/>
            <a:ext cx="4181856" cy="329184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53" name="组合 152">
            <a:extLst>
              <a:ext uri="{FF2B5EF4-FFF2-40B4-BE49-F238E27FC236}">
                <a16:creationId xmlns:a16="http://schemas.microsoft.com/office/drawing/2014/main" id="{87513D17-253E-0153-CEA4-31F088162E8A}"/>
              </a:ext>
            </a:extLst>
          </p:cNvPr>
          <p:cNvGrpSpPr/>
          <p:nvPr/>
        </p:nvGrpSpPr>
        <p:grpSpPr>
          <a:xfrm>
            <a:off x="390597" y="4959"/>
            <a:ext cx="1280134" cy="431250"/>
            <a:chOff x="188770" y="-11103"/>
            <a:chExt cx="1280134" cy="431250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FA805D78-5EF5-1965-C876-27D9D72BAD82}"/>
                </a:ext>
              </a:extLst>
            </p:cNvPr>
            <p:cNvSpPr/>
            <p:nvPr/>
          </p:nvSpPr>
          <p:spPr>
            <a:xfrm>
              <a:off x="188770" y="47240"/>
              <a:ext cx="1221882" cy="329184"/>
            </a:xfrm>
            <a:prstGeom prst="roundRect">
              <a:avLst>
                <a:gd name="adj" fmla="val 1882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8" name="文本框 147">
              <a:extLst>
                <a:ext uri="{FF2B5EF4-FFF2-40B4-BE49-F238E27FC236}">
                  <a16:creationId xmlns:a16="http://schemas.microsoft.com/office/drawing/2014/main" id="{C07538DC-1322-05E3-123A-F56C201C2EBE}"/>
                </a:ext>
              </a:extLst>
            </p:cNvPr>
            <p:cNvSpPr txBox="1"/>
            <p:nvPr/>
          </p:nvSpPr>
          <p:spPr>
            <a:xfrm>
              <a:off x="496280" y="-11103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黑体" panose="02010609060101010101" pitchFamily="49" charset="-122"/>
                  <a:ea typeface="黑体" panose="02010609060101010101" pitchFamily="49" charset="-122"/>
                </a:rPr>
                <a:t>天海地铁</a:t>
              </a:r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D82F120F-28E7-C36B-4512-072AD4A025D8}"/>
                </a:ext>
              </a:extLst>
            </p:cNvPr>
            <p:cNvSpPr txBox="1"/>
            <p:nvPr/>
          </p:nvSpPr>
          <p:spPr>
            <a:xfrm>
              <a:off x="500369" y="204703"/>
              <a:ext cx="96853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00" dirty="0" err="1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Tianhai</a:t>
              </a:r>
              <a:r>
                <a:rPr lang="en-US" altLang="zh-CN" sz="800" dirty="0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 Metro</a:t>
              </a:r>
              <a:endParaRPr lang="zh-CN" altLang="en-US" sz="800" dirty="0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endParaRPr>
            </a:p>
          </p:txBody>
        </p:sp>
        <p:pic>
          <p:nvPicPr>
            <p:cNvPr id="152" name="图片 151">
              <a:extLst>
                <a:ext uri="{FF2B5EF4-FFF2-40B4-BE49-F238E27FC236}">
                  <a16:creationId xmlns:a16="http://schemas.microsoft.com/office/drawing/2014/main" id="{285A9390-56DD-BC58-B46C-82AF20D2DA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7754" y="54959"/>
              <a:ext cx="313746" cy="313746"/>
            </a:xfrm>
            <a:prstGeom prst="rect">
              <a:avLst/>
            </a:prstGeom>
          </p:spPr>
        </p:pic>
      </p:grpSp>
      <p:sp>
        <p:nvSpPr>
          <p:cNvPr id="167" name="文本框 166">
            <a:extLst>
              <a:ext uri="{FF2B5EF4-FFF2-40B4-BE49-F238E27FC236}">
                <a16:creationId xmlns:a16="http://schemas.microsoft.com/office/drawing/2014/main" id="{79A5FEEB-AD44-30C8-770B-CED3BA76D1F9}"/>
              </a:ext>
            </a:extLst>
          </p:cNvPr>
          <p:cNvSpPr txBox="1"/>
          <p:nvPr/>
        </p:nvSpPr>
        <p:spPr>
          <a:xfrm>
            <a:off x="7601248" y="16203"/>
            <a:ext cx="1847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75" name="组合 174">
            <a:extLst>
              <a:ext uri="{FF2B5EF4-FFF2-40B4-BE49-F238E27FC236}">
                <a16:creationId xmlns:a16="http://schemas.microsoft.com/office/drawing/2014/main" id="{EAB3387C-2892-44B7-4195-140F4F061DE0}"/>
              </a:ext>
            </a:extLst>
          </p:cNvPr>
          <p:cNvGrpSpPr/>
          <p:nvPr/>
        </p:nvGrpSpPr>
        <p:grpSpPr>
          <a:xfrm>
            <a:off x="8140497" y="13642"/>
            <a:ext cx="821036" cy="400110"/>
            <a:chOff x="1526333" y="4012"/>
            <a:chExt cx="821036" cy="400110"/>
          </a:xfrm>
        </p:grpSpPr>
        <p:sp>
          <p:nvSpPr>
            <p:cNvPr id="176" name="矩形: 圆角 175">
              <a:extLst>
                <a:ext uri="{FF2B5EF4-FFF2-40B4-BE49-F238E27FC236}">
                  <a16:creationId xmlns:a16="http://schemas.microsoft.com/office/drawing/2014/main" id="{BA6FC7A1-1265-AC05-20FD-D57478FADEC6}"/>
                </a:ext>
              </a:extLst>
            </p:cNvPr>
            <p:cNvSpPr/>
            <p:nvPr/>
          </p:nvSpPr>
          <p:spPr>
            <a:xfrm flipH="1">
              <a:off x="1526333" y="54864"/>
              <a:ext cx="753551" cy="329184"/>
            </a:xfrm>
            <a:prstGeom prst="roundRect">
              <a:avLst>
                <a:gd name="adj" fmla="val 1882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7" name="文本框 176">
              <a:extLst>
                <a:ext uri="{FF2B5EF4-FFF2-40B4-BE49-F238E27FC236}">
                  <a16:creationId xmlns:a16="http://schemas.microsoft.com/office/drawing/2014/main" id="{0F6AED25-BA43-257C-8963-9BD0208572E1}"/>
                </a:ext>
              </a:extLst>
            </p:cNvPr>
            <p:cNvSpPr txBox="1"/>
            <p:nvPr/>
          </p:nvSpPr>
          <p:spPr>
            <a:xfrm>
              <a:off x="1792890" y="4012"/>
              <a:ext cx="5544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latin typeface="黑体" panose="02010609060101010101" pitchFamily="49" charset="-122"/>
                  <a:ea typeface="黑体" panose="02010609060101010101" pitchFamily="49" charset="-122"/>
                </a:rPr>
                <a:t>号线</a:t>
              </a:r>
              <a:endPara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r>
                <a:rPr lang="en-US" altLang="zh-CN" sz="800" dirty="0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 Line</a:t>
              </a:r>
              <a:endParaRPr lang="zh-CN" altLang="en-US" sz="800" dirty="0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endParaRPr>
            </a:p>
          </p:txBody>
        </p:sp>
        <p:sp>
          <p:nvSpPr>
            <p:cNvPr id="178" name="矩形: 圆角 177">
              <a:extLst>
                <a:ext uri="{FF2B5EF4-FFF2-40B4-BE49-F238E27FC236}">
                  <a16:creationId xmlns:a16="http://schemas.microsoft.com/office/drawing/2014/main" id="{503ACF02-9FFB-0963-E097-4282D8450D19}"/>
                </a:ext>
              </a:extLst>
            </p:cNvPr>
            <p:cNvSpPr/>
            <p:nvPr/>
          </p:nvSpPr>
          <p:spPr>
            <a:xfrm flipH="1">
              <a:off x="1557516" y="75456"/>
              <a:ext cx="288000" cy="288000"/>
            </a:xfrm>
            <a:prstGeom prst="roundRect">
              <a:avLst>
                <a:gd name="adj" fmla="val 18827"/>
              </a:avLst>
            </a:prstGeom>
            <a:solidFill>
              <a:srgbClr val="E6001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9" name="文本框 178">
              <a:extLst>
                <a:ext uri="{FF2B5EF4-FFF2-40B4-BE49-F238E27FC236}">
                  <a16:creationId xmlns:a16="http://schemas.microsoft.com/office/drawing/2014/main" id="{3AB82253-C090-FFD8-D299-97A6D75D2F9F}"/>
                </a:ext>
              </a:extLst>
            </p:cNvPr>
            <p:cNvSpPr txBox="1"/>
            <p:nvPr/>
          </p:nvSpPr>
          <p:spPr>
            <a:xfrm>
              <a:off x="1542658" y="34790"/>
              <a:ext cx="317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1</a:t>
              </a:r>
              <a:endParaRPr lang="zh-CN" altLang="en-US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sp>
        <p:nvSpPr>
          <p:cNvPr id="181" name="矩形: 圆角 180">
            <a:extLst>
              <a:ext uri="{FF2B5EF4-FFF2-40B4-BE49-F238E27FC236}">
                <a16:creationId xmlns:a16="http://schemas.microsoft.com/office/drawing/2014/main" id="{A520B98A-CB13-B001-96BA-665E047A7C9D}"/>
              </a:ext>
            </a:extLst>
          </p:cNvPr>
          <p:cNvSpPr/>
          <p:nvPr/>
        </p:nvSpPr>
        <p:spPr>
          <a:xfrm flipH="1">
            <a:off x="7121513" y="62216"/>
            <a:ext cx="959469" cy="329184"/>
          </a:xfrm>
          <a:prstGeom prst="roundRect">
            <a:avLst>
              <a:gd name="adj" fmla="val 188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6" name="文本框 185">
            <a:extLst>
              <a:ext uri="{FF2B5EF4-FFF2-40B4-BE49-F238E27FC236}">
                <a16:creationId xmlns:a16="http://schemas.microsoft.com/office/drawing/2014/main" id="{32A010A2-7630-DDA5-3438-87A8D8CE6698}"/>
              </a:ext>
            </a:extLst>
          </p:cNvPr>
          <p:cNvSpPr txBox="1"/>
          <p:nvPr/>
        </p:nvSpPr>
        <p:spPr>
          <a:xfrm>
            <a:off x="7075351" y="24834"/>
            <a:ext cx="10502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dirty="0">
                <a:latin typeface="黑体" panose="02010609060101010101" pitchFamily="49" charset="-122"/>
                <a:ea typeface="黑体" panose="02010609060101010101" pitchFamily="49" charset="-122"/>
              </a:rPr>
              <a:t>终点站</a:t>
            </a:r>
            <a:r>
              <a:rPr lang="en-US" altLang="zh-CN" sz="900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900" dirty="0">
                <a:latin typeface="黑体" panose="02010609060101010101" pitchFamily="49" charset="-122"/>
                <a:ea typeface="黑体" panose="02010609060101010101" pitchFamily="49" charset="-122"/>
              </a:rPr>
              <a:t>天海北站</a:t>
            </a:r>
          </a:p>
        </p:txBody>
      </p:sp>
      <p:pic>
        <p:nvPicPr>
          <p:cNvPr id="189" name="图片 188">
            <a:extLst>
              <a:ext uri="{FF2B5EF4-FFF2-40B4-BE49-F238E27FC236}">
                <a16:creationId xmlns:a16="http://schemas.microsoft.com/office/drawing/2014/main" id="{5E522D9F-911B-FD20-33CA-056C4D8F20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5821" y="196261"/>
            <a:ext cx="789348" cy="228967"/>
          </a:xfrm>
          <a:prstGeom prst="rect">
            <a:avLst/>
          </a:prstGeom>
        </p:spPr>
      </p:pic>
      <p:sp>
        <p:nvSpPr>
          <p:cNvPr id="461" name="文本框 460">
            <a:extLst>
              <a:ext uri="{FF2B5EF4-FFF2-40B4-BE49-F238E27FC236}">
                <a16:creationId xmlns:a16="http://schemas.microsoft.com/office/drawing/2014/main" id="{E08453C9-F27A-E568-612A-7D26E170238A}"/>
              </a:ext>
            </a:extLst>
          </p:cNvPr>
          <p:cNvSpPr txBox="1"/>
          <p:nvPr/>
        </p:nvSpPr>
        <p:spPr>
          <a:xfrm>
            <a:off x="3521089" y="34532"/>
            <a:ext cx="22621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注意脚下 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Mind Your Step.</a:t>
            </a:r>
            <a:endParaRPr lang="zh-CN" altLang="en-US" sz="1200" dirty="0">
              <a:latin typeface="Cascadia Code" panose="020B0609020000020004" pitchFamily="49" charset="0"/>
              <a:ea typeface="黑体" panose="02010609060101010101" pitchFamily="49" charset="-122"/>
              <a:cs typeface="Cascadia Code" panose="020B0609020000020004" pitchFamily="49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EAAF5BB-89F7-6BDF-EA04-1A80A819605B}"/>
              </a:ext>
            </a:extLst>
          </p:cNvPr>
          <p:cNvSpPr txBox="1"/>
          <p:nvPr/>
        </p:nvSpPr>
        <p:spPr>
          <a:xfrm>
            <a:off x="7381727" y="1067114"/>
            <a:ext cx="1130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本侧开门</a:t>
            </a:r>
            <a:endParaRPr lang="en-US" altLang="zh-CN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zh-CN" sz="800" dirty="0"/>
              <a:t>This Side Doors Open</a:t>
            </a:r>
          </a:p>
        </p:txBody>
      </p:sp>
      <p:sp>
        <p:nvSpPr>
          <p:cNvPr id="600" name="文本框 599">
            <a:extLst>
              <a:ext uri="{FF2B5EF4-FFF2-40B4-BE49-F238E27FC236}">
                <a16:creationId xmlns:a16="http://schemas.microsoft.com/office/drawing/2014/main" id="{49AA5341-25E3-AF36-1020-9B916101A9A1}"/>
              </a:ext>
            </a:extLst>
          </p:cNvPr>
          <p:cNvSpPr txBox="1"/>
          <p:nvPr/>
        </p:nvSpPr>
        <p:spPr>
          <a:xfrm>
            <a:off x="3114397" y="902281"/>
            <a:ext cx="2847254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灯闪铃响请勿上下车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zh-CN" sz="800" dirty="0">
                <a:latin typeface="+mn-ea"/>
              </a:rPr>
              <a:t>Flashing Lights and Alarm Sounding: Do Not Board or Alight</a:t>
            </a:r>
            <a:endParaRPr lang="en-US" altLang="zh-CN" sz="800" dirty="0">
              <a:latin typeface="+mn-ea"/>
            </a:endParaRPr>
          </a:p>
          <a:p>
            <a:pPr algn="ctr"/>
            <a:endParaRPr lang="zh-CN" altLang="en-US" sz="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16978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81 4.4763E-6 L -1.53466E-6 4.4763E-6 " pathEditMode="relative" rAng="0" ptsTypes="AA">
                                      <p:cBhvr>
                                        <p:cTn id="6" dur="1000" spd="-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2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7862E-6 4.4763E-6 L 0.01782 4.4763E-6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2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9414E-6 8.37927E-7 L 0.77051 -0.00221 " pathEditMode="relative" rAng="0" ptsTypes="AA">
                                      <p:cBhvr>
                                        <p:cTn id="10" dur="1500" fill="hold"/>
                                        <p:tgtEl>
                                          <p:spTgt spid="6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525" y="-1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" presetID="10" presetClass="entr" presetSubtype="0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19" grpId="0" animBg="1"/>
      <p:bldP spid="18" grpId="0" animBg="1"/>
      <p:bldP spid="2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23FF-3A69-4FD3-BFCD-6268B8DE7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0D8526F5-D49F-80E2-1286-03FB81314C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550" y="1071848"/>
            <a:ext cx="463118" cy="270278"/>
          </a:xfrm>
          <a:prstGeom prst="rect">
            <a:avLst/>
          </a:prstGeom>
        </p:spPr>
      </p:pic>
      <p:sp>
        <p:nvSpPr>
          <p:cNvPr id="377" name="文本框 376">
            <a:extLst>
              <a:ext uri="{FF2B5EF4-FFF2-40B4-BE49-F238E27FC236}">
                <a16:creationId xmlns:a16="http://schemas.microsoft.com/office/drawing/2014/main" id="{4C3E23A1-7633-D967-D491-7C2CA4B17B71}"/>
              </a:ext>
            </a:extLst>
          </p:cNvPr>
          <p:cNvSpPr txBox="1"/>
          <p:nvPr/>
        </p:nvSpPr>
        <p:spPr>
          <a:xfrm>
            <a:off x="1167610" y="483926"/>
            <a:ext cx="8883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人民广场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People’s Square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434" name="任意多边形: 形状 433">
            <a:extLst>
              <a:ext uri="{FF2B5EF4-FFF2-40B4-BE49-F238E27FC236}">
                <a16:creationId xmlns:a16="http://schemas.microsoft.com/office/drawing/2014/main" id="{0DBEE54B-2987-DF9E-3C14-FD6A764D58B8}"/>
              </a:ext>
            </a:extLst>
          </p:cNvPr>
          <p:cNvSpPr/>
          <p:nvPr/>
        </p:nvSpPr>
        <p:spPr>
          <a:xfrm rot="5400000">
            <a:off x="8375845" y="972712"/>
            <a:ext cx="146670" cy="54534"/>
          </a:xfrm>
          <a:custGeom>
            <a:avLst/>
            <a:gdLst>
              <a:gd name="csX0" fmla="*/ 0 w 146670"/>
              <a:gd name="csY0" fmla="*/ 54534 h 54534"/>
              <a:gd name="csX1" fmla="*/ 0 w 146670"/>
              <a:gd name="csY1" fmla="*/ 0 h 54534"/>
              <a:gd name="csX2" fmla="*/ 146670 w 146670"/>
              <a:gd name="csY2" fmla="*/ 0 h 54534"/>
              <a:gd name="csX3" fmla="*/ 101130 w 146670"/>
              <a:gd name="csY3" fmla="*/ 54534 h 545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46670" h="54534">
                <a:moveTo>
                  <a:pt x="0" y="54534"/>
                </a:moveTo>
                <a:lnTo>
                  <a:pt x="0" y="0"/>
                </a:lnTo>
                <a:lnTo>
                  <a:pt x="146670" y="0"/>
                </a:lnTo>
                <a:lnTo>
                  <a:pt x="101130" y="54534"/>
                </a:lnTo>
                <a:close/>
              </a:path>
            </a:pathLst>
          </a:custGeom>
          <a:solidFill>
            <a:srgbClr val="52AB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436" name="任意多边形: 形状 435">
            <a:extLst>
              <a:ext uri="{FF2B5EF4-FFF2-40B4-BE49-F238E27FC236}">
                <a16:creationId xmlns:a16="http://schemas.microsoft.com/office/drawing/2014/main" id="{AA2EAC69-EE01-1C00-0EB6-AE86D098DCCC}"/>
              </a:ext>
            </a:extLst>
          </p:cNvPr>
          <p:cNvSpPr/>
          <p:nvPr/>
        </p:nvSpPr>
        <p:spPr>
          <a:xfrm rot="16200000" flipH="1">
            <a:off x="8430379" y="972712"/>
            <a:ext cx="146670" cy="54534"/>
          </a:xfrm>
          <a:custGeom>
            <a:avLst/>
            <a:gdLst>
              <a:gd name="csX0" fmla="*/ 0 w 146670"/>
              <a:gd name="csY0" fmla="*/ 54534 h 54534"/>
              <a:gd name="csX1" fmla="*/ 0 w 146670"/>
              <a:gd name="csY1" fmla="*/ 0 h 54534"/>
              <a:gd name="csX2" fmla="*/ 146670 w 146670"/>
              <a:gd name="csY2" fmla="*/ 0 h 54534"/>
              <a:gd name="csX3" fmla="*/ 101130 w 146670"/>
              <a:gd name="csY3" fmla="*/ 54534 h 545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46670" h="54534">
                <a:moveTo>
                  <a:pt x="0" y="54534"/>
                </a:moveTo>
                <a:lnTo>
                  <a:pt x="0" y="0"/>
                </a:lnTo>
                <a:lnTo>
                  <a:pt x="146670" y="0"/>
                </a:lnTo>
                <a:lnTo>
                  <a:pt x="101130" y="54534"/>
                </a:lnTo>
                <a:close/>
              </a:path>
            </a:pathLst>
          </a:custGeom>
          <a:solidFill>
            <a:srgbClr val="FFC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419" name="箭头: 五边形 418">
            <a:extLst>
              <a:ext uri="{FF2B5EF4-FFF2-40B4-BE49-F238E27FC236}">
                <a16:creationId xmlns:a16="http://schemas.microsoft.com/office/drawing/2014/main" id="{8E896B00-207D-40CF-FE8C-E4EA29D1460E}"/>
              </a:ext>
            </a:extLst>
          </p:cNvPr>
          <p:cNvSpPr/>
          <p:nvPr/>
        </p:nvSpPr>
        <p:spPr>
          <a:xfrm rot="5400000">
            <a:off x="389462" y="939404"/>
            <a:ext cx="149365" cy="115523"/>
          </a:xfrm>
          <a:prstGeom prst="homePlate">
            <a:avLst>
              <a:gd name="adj" fmla="val 41754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4" name="矩形 343">
            <a:extLst>
              <a:ext uri="{FF2B5EF4-FFF2-40B4-BE49-F238E27FC236}">
                <a16:creationId xmlns:a16="http://schemas.microsoft.com/office/drawing/2014/main" id="{004DE2A5-AE56-5633-8CBD-9AC0706E244D}"/>
              </a:ext>
            </a:extLst>
          </p:cNvPr>
          <p:cNvSpPr/>
          <p:nvPr/>
        </p:nvSpPr>
        <p:spPr>
          <a:xfrm>
            <a:off x="446284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5" name="文本框 374">
            <a:extLst>
              <a:ext uri="{FF2B5EF4-FFF2-40B4-BE49-F238E27FC236}">
                <a16:creationId xmlns:a16="http://schemas.microsoft.com/office/drawing/2014/main" id="{33765B54-F145-C6BF-58DB-A36AD09C19E8}"/>
              </a:ext>
            </a:extLst>
          </p:cNvPr>
          <p:cNvSpPr txBox="1"/>
          <p:nvPr/>
        </p:nvSpPr>
        <p:spPr>
          <a:xfrm>
            <a:off x="691110" y="1018885"/>
            <a:ext cx="7072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镇海路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Zhenhai</a:t>
            </a:r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 Rd.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190" name="椭圆 189">
            <a:extLst>
              <a:ext uri="{FF2B5EF4-FFF2-40B4-BE49-F238E27FC236}">
                <a16:creationId xmlns:a16="http://schemas.microsoft.com/office/drawing/2014/main" id="{65EE2CC6-DD68-B691-3BAF-267B65C369A1}"/>
              </a:ext>
            </a:extLst>
          </p:cNvPr>
          <p:cNvSpPr/>
          <p:nvPr/>
        </p:nvSpPr>
        <p:spPr>
          <a:xfrm>
            <a:off x="396607" y="874625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46" name="矩形 345">
            <a:extLst>
              <a:ext uri="{FF2B5EF4-FFF2-40B4-BE49-F238E27FC236}">
                <a16:creationId xmlns:a16="http://schemas.microsoft.com/office/drawing/2014/main" id="{F30E4AC3-B440-5E52-267F-92A0711D2447}"/>
              </a:ext>
            </a:extLst>
          </p:cNvPr>
          <p:cNvSpPr/>
          <p:nvPr/>
        </p:nvSpPr>
        <p:spPr>
          <a:xfrm>
            <a:off x="1042208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8" name="矩形 347">
            <a:extLst>
              <a:ext uri="{FF2B5EF4-FFF2-40B4-BE49-F238E27FC236}">
                <a16:creationId xmlns:a16="http://schemas.microsoft.com/office/drawing/2014/main" id="{E3D35DD1-1D4D-65E3-E64A-A11799C732ED}"/>
              </a:ext>
            </a:extLst>
          </p:cNvPr>
          <p:cNvSpPr/>
          <p:nvPr/>
        </p:nvSpPr>
        <p:spPr>
          <a:xfrm>
            <a:off x="1611803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0" name="矩形 349">
            <a:extLst>
              <a:ext uri="{FF2B5EF4-FFF2-40B4-BE49-F238E27FC236}">
                <a16:creationId xmlns:a16="http://schemas.microsoft.com/office/drawing/2014/main" id="{599DCDA8-8036-A56C-8F2A-8DA40273732B}"/>
              </a:ext>
            </a:extLst>
          </p:cNvPr>
          <p:cNvSpPr/>
          <p:nvPr/>
        </p:nvSpPr>
        <p:spPr>
          <a:xfrm>
            <a:off x="2204776" y="900114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2" name="矩形 351">
            <a:extLst>
              <a:ext uri="{FF2B5EF4-FFF2-40B4-BE49-F238E27FC236}">
                <a16:creationId xmlns:a16="http://schemas.microsoft.com/office/drawing/2014/main" id="{CBD13E86-B381-1781-C740-7A1C22D774F3}"/>
              </a:ext>
            </a:extLst>
          </p:cNvPr>
          <p:cNvSpPr/>
          <p:nvPr/>
        </p:nvSpPr>
        <p:spPr>
          <a:xfrm>
            <a:off x="2783501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4" name="矩形 353">
            <a:extLst>
              <a:ext uri="{FF2B5EF4-FFF2-40B4-BE49-F238E27FC236}">
                <a16:creationId xmlns:a16="http://schemas.microsoft.com/office/drawing/2014/main" id="{6645AAA9-B00C-3A28-D5FB-7A5ACF2DF640}"/>
              </a:ext>
            </a:extLst>
          </p:cNvPr>
          <p:cNvSpPr/>
          <p:nvPr/>
        </p:nvSpPr>
        <p:spPr>
          <a:xfrm>
            <a:off x="3320018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6" name="矩形 355">
            <a:extLst>
              <a:ext uri="{FF2B5EF4-FFF2-40B4-BE49-F238E27FC236}">
                <a16:creationId xmlns:a16="http://schemas.microsoft.com/office/drawing/2014/main" id="{0BDDEDFA-4FD2-BC8E-AB29-D282E314DE40}"/>
              </a:ext>
            </a:extLst>
          </p:cNvPr>
          <p:cNvSpPr/>
          <p:nvPr/>
        </p:nvSpPr>
        <p:spPr>
          <a:xfrm>
            <a:off x="3893516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8" name="矩形 357">
            <a:extLst>
              <a:ext uri="{FF2B5EF4-FFF2-40B4-BE49-F238E27FC236}">
                <a16:creationId xmlns:a16="http://schemas.microsoft.com/office/drawing/2014/main" id="{F5FAC6CB-72C4-A808-C573-1B3FD619B2B3}"/>
              </a:ext>
            </a:extLst>
          </p:cNvPr>
          <p:cNvSpPr/>
          <p:nvPr/>
        </p:nvSpPr>
        <p:spPr>
          <a:xfrm>
            <a:off x="4463780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0" name="矩形 359">
            <a:extLst>
              <a:ext uri="{FF2B5EF4-FFF2-40B4-BE49-F238E27FC236}">
                <a16:creationId xmlns:a16="http://schemas.microsoft.com/office/drawing/2014/main" id="{5BB71183-F91A-E1B1-1738-0C2F83087BF8}"/>
              </a:ext>
            </a:extLst>
          </p:cNvPr>
          <p:cNvSpPr/>
          <p:nvPr/>
        </p:nvSpPr>
        <p:spPr>
          <a:xfrm>
            <a:off x="5034042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2" name="矩形 361">
            <a:extLst>
              <a:ext uri="{FF2B5EF4-FFF2-40B4-BE49-F238E27FC236}">
                <a16:creationId xmlns:a16="http://schemas.microsoft.com/office/drawing/2014/main" id="{E617FE16-72F0-A94C-4655-58590B13E1BD}"/>
              </a:ext>
            </a:extLst>
          </p:cNvPr>
          <p:cNvSpPr/>
          <p:nvPr/>
        </p:nvSpPr>
        <p:spPr>
          <a:xfrm>
            <a:off x="5603637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4" name="矩形 363">
            <a:extLst>
              <a:ext uri="{FF2B5EF4-FFF2-40B4-BE49-F238E27FC236}">
                <a16:creationId xmlns:a16="http://schemas.microsoft.com/office/drawing/2014/main" id="{A0BC9FCC-E048-D141-CFCD-4903CF491AB3}"/>
              </a:ext>
            </a:extLst>
          </p:cNvPr>
          <p:cNvSpPr/>
          <p:nvPr/>
        </p:nvSpPr>
        <p:spPr>
          <a:xfrm>
            <a:off x="6174566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8" name="矩形 367">
            <a:extLst>
              <a:ext uri="{FF2B5EF4-FFF2-40B4-BE49-F238E27FC236}">
                <a16:creationId xmlns:a16="http://schemas.microsoft.com/office/drawing/2014/main" id="{FA38C879-BCE3-DAB2-2EA1-A58A9E1CDA7A}"/>
              </a:ext>
            </a:extLst>
          </p:cNvPr>
          <p:cNvSpPr/>
          <p:nvPr/>
        </p:nvSpPr>
        <p:spPr>
          <a:xfrm>
            <a:off x="6744161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0" name="矩形 369">
            <a:extLst>
              <a:ext uri="{FF2B5EF4-FFF2-40B4-BE49-F238E27FC236}">
                <a16:creationId xmlns:a16="http://schemas.microsoft.com/office/drawing/2014/main" id="{4A35978D-A502-28B7-BABB-589424B3F11B}"/>
              </a:ext>
            </a:extLst>
          </p:cNvPr>
          <p:cNvSpPr/>
          <p:nvPr/>
        </p:nvSpPr>
        <p:spPr>
          <a:xfrm>
            <a:off x="7313756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2" name="矩形 371">
            <a:extLst>
              <a:ext uri="{FF2B5EF4-FFF2-40B4-BE49-F238E27FC236}">
                <a16:creationId xmlns:a16="http://schemas.microsoft.com/office/drawing/2014/main" id="{5455B5C8-E3CB-5EE3-AAD9-8D6E1C3781E3}"/>
              </a:ext>
            </a:extLst>
          </p:cNvPr>
          <p:cNvSpPr/>
          <p:nvPr/>
        </p:nvSpPr>
        <p:spPr>
          <a:xfrm>
            <a:off x="7880639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27FD153-B8E8-8614-26D8-888C3A7AC618}"/>
              </a:ext>
            </a:extLst>
          </p:cNvPr>
          <p:cNvSpPr/>
          <p:nvPr/>
        </p:nvSpPr>
        <p:spPr>
          <a:xfrm>
            <a:off x="0" y="0"/>
            <a:ext cx="8999538" cy="438912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B3DEAB20-B733-61BF-50A0-1D32E9873934}"/>
              </a:ext>
            </a:extLst>
          </p:cNvPr>
          <p:cNvSpPr/>
          <p:nvPr/>
        </p:nvSpPr>
        <p:spPr>
          <a:xfrm>
            <a:off x="2408841" y="54864"/>
            <a:ext cx="4181856" cy="329184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53" name="组合 152">
            <a:extLst>
              <a:ext uri="{FF2B5EF4-FFF2-40B4-BE49-F238E27FC236}">
                <a16:creationId xmlns:a16="http://schemas.microsoft.com/office/drawing/2014/main" id="{DDA3CE44-3001-BB74-6D96-F75B07D00894}"/>
              </a:ext>
            </a:extLst>
          </p:cNvPr>
          <p:cNvGrpSpPr/>
          <p:nvPr/>
        </p:nvGrpSpPr>
        <p:grpSpPr>
          <a:xfrm>
            <a:off x="390597" y="4959"/>
            <a:ext cx="1280134" cy="431250"/>
            <a:chOff x="188770" y="-11103"/>
            <a:chExt cx="1280134" cy="431250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E0D1EE6F-8B68-C720-66D6-02C1B9F6AA26}"/>
                </a:ext>
              </a:extLst>
            </p:cNvPr>
            <p:cNvSpPr/>
            <p:nvPr/>
          </p:nvSpPr>
          <p:spPr>
            <a:xfrm>
              <a:off x="188770" y="47240"/>
              <a:ext cx="1221882" cy="329184"/>
            </a:xfrm>
            <a:prstGeom prst="roundRect">
              <a:avLst>
                <a:gd name="adj" fmla="val 1882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8" name="文本框 147">
              <a:extLst>
                <a:ext uri="{FF2B5EF4-FFF2-40B4-BE49-F238E27FC236}">
                  <a16:creationId xmlns:a16="http://schemas.microsoft.com/office/drawing/2014/main" id="{C3B9A8FD-BB87-F752-A798-A5F32FD2D500}"/>
                </a:ext>
              </a:extLst>
            </p:cNvPr>
            <p:cNvSpPr txBox="1"/>
            <p:nvPr/>
          </p:nvSpPr>
          <p:spPr>
            <a:xfrm>
              <a:off x="496280" y="-11103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黑体" panose="02010609060101010101" pitchFamily="49" charset="-122"/>
                  <a:ea typeface="黑体" panose="02010609060101010101" pitchFamily="49" charset="-122"/>
                </a:rPr>
                <a:t>天海地铁</a:t>
              </a:r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1394FF36-7BE2-0F50-0B73-BB8393D38252}"/>
                </a:ext>
              </a:extLst>
            </p:cNvPr>
            <p:cNvSpPr txBox="1"/>
            <p:nvPr/>
          </p:nvSpPr>
          <p:spPr>
            <a:xfrm>
              <a:off x="500369" y="204703"/>
              <a:ext cx="96853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00" dirty="0" err="1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Tianhai</a:t>
              </a:r>
              <a:r>
                <a:rPr lang="en-US" altLang="zh-CN" sz="800" dirty="0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 Metro</a:t>
              </a:r>
              <a:endParaRPr lang="zh-CN" altLang="en-US" sz="800" dirty="0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endParaRPr>
            </a:p>
          </p:txBody>
        </p:sp>
        <p:pic>
          <p:nvPicPr>
            <p:cNvPr id="152" name="图片 151">
              <a:extLst>
                <a:ext uri="{FF2B5EF4-FFF2-40B4-BE49-F238E27FC236}">
                  <a16:creationId xmlns:a16="http://schemas.microsoft.com/office/drawing/2014/main" id="{E7A825D2-DD65-DC2C-7D29-C4CCF6F891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7754" y="54959"/>
              <a:ext cx="313746" cy="313746"/>
            </a:xfrm>
            <a:prstGeom prst="rect">
              <a:avLst/>
            </a:prstGeom>
          </p:spPr>
        </p:pic>
      </p:grpSp>
      <p:sp>
        <p:nvSpPr>
          <p:cNvPr id="167" name="文本框 166">
            <a:extLst>
              <a:ext uri="{FF2B5EF4-FFF2-40B4-BE49-F238E27FC236}">
                <a16:creationId xmlns:a16="http://schemas.microsoft.com/office/drawing/2014/main" id="{A536399D-DD71-10BF-A7C9-E563365E27DD}"/>
              </a:ext>
            </a:extLst>
          </p:cNvPr>
          <p:cNvSpPr txBox="1"/>
          <p:nvPr/>
        </p:nvSpPr>
        <p:spPr>
          <a:xfrm>
            <a:off x="7601248" y="16203"/>
            <a:ext cx="1847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75" name="组合 174">
            <a:extLst>
              <a:ext uri="{FF2B5EF4-FFF2-40B4-BE49-F238E27FC236}">
                <a16:creationId xmlns:a16="http://schemas.microsoft.com/office/drawing/2014/main" id="{0CEFEF20-741E-17E6-CADF-898D971F498A}"/>
              </a:ext>
            </a:extLst>
          </p:cNvPr>
          <p:cNvGrpSpPr/>
          <p:nvPr/>
        </p:nvGrpSpPr>
        <p:grpSpPr>
          <a:xfrm>
            <a:off x="8140497" y="13642"/>
            <a:ext cx="821036" cy="400110"/>
            <a:chOff x="1526333" y="4012"/>
            <a:chExt cx="821036" cy="400110"/>
          </a:xfrm>
        </p:grpSpPr>
        <p:sp>
          <p:nvSpPr>
            <p:cNvPr id="176" name="矩形: 圆角 175">
              <a:extLst>
                <a:ext uri="{FF2B5EF4-FFF2-40B4-BE49-F238E27FC236}">
                  <a16:creationId xmlns:a16="http://schemas.microsoft.com/office/drawing/2014/main" id="{1E5B46CB-C9B9-7F7D-5BE8-C0E7F2299C07}"/>
                </a:ext>
              </a:extLst>
            </p:cNvPr>
            <p:cNvSpPr/>
            <p:nvPr/>
          </p:nvSpPr>
          <p:spPr>
            <a:xfrm flipH="1">
              <a:off x="1526333" y="54864"/>
              <a:ext cx="753551" cy="329184"/>
            </a:xfrm>
            <a:prstGeom prst="roundRect">
              <a:avLst>
                <a:gd name="adj" fmla="val 1882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7" name="文本框 176">
              <a:extLst>
                <a:ext uri="{FF2B5EF4-FFF2-40B4-BE49-F238E27FC236}">
                  <a16:creationId xmlns:a16="http://schemas.microsoft.com/office/drawing/2014/main" id="{D30E1CC4-E41E-F16F-464F-0128508D3DAD}"/>
                </a:ext>
              </a:extLst>
            </p:cNvPr>
            <p:cNvSpPr txBox="1"/>
            <p:nvPr/>
          </p:nvSpPr>
          <p:spPr>
            <a:xfrm>
              <a:off x="1792890" y="4012"/>
              <a:ext cx="5544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latin typeface="黑体" panose="02010609060101010101" pitchFamily="49" charset="-122"/>
                  <a:ea typeface="黑体" panose="02010609060101010101" pitchFamily="49" charset="-122"/>
                </a:rPr>
                <a:t>号线</a:t>
              </a:r>
              <a:endPara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r>
                <a:rPr lang="en-US" altLang="zh-CN" sz="800" dirty="0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 Line</a:t>
              </a:r>
              <a:endParaRPr lang="zh-CN" altLang="en-US" sz="800" dirty="0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endParaRPr>
            </a:p>
          </p:txBody>
        </p:sp>
        <p:sp>
          <p:nvSpPr>
            <p:cNvPr id="178" name="矩形: 圆角 177">
              <a:extLst>
                <a:ext uri="{FF2B5EF4-FFF2-40B4-BE49-F238E27FC236}">
                  <a16:creationId xmlns:a16="http://schemas.microsoft.com/office/drawing/2014/main" id="{982C1875-7CDB-80E1-7991-09C692E1A5C6}"/>
                </a:ext>
              </a:extLst>
            </p:cNvPr>
            <p:cNvSpPr/>
            <p:nvPr/>
          </p:nvSpPr>
          <p:spPr>
            <a:xfrm flipH="1">
              <a:off x="1557516" y="75456"/>
              <a:ext cx="288000" cy="288000"/>
            </a:xfrm>
            <a:prstGeom prst="roundRect">
              <a:avLst>
                <a:gd name="adj" fmla="val 18827"/>
              </a:avLst>
            </a:prstGeom>
            <a:solidFill>
              <a:srgbClr val="E6001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9" name="文本框 178">
              <a:extLst>
                <a:ext uri="{FF2B5EF4-FFF2-40B4-BE49-F238E27FC236}">
                  <a16:creationId xmlns:a16="http://schemas.microsoft.com/office/drawing/2014/main" id="{72A0D2D7-6AA8-277D-810A-D018299C9813}"/>
                </a:ext>
              </a:extLst>
            </p:cNvPr>
            <p:cNvSpPr txBox="1"/>
            <p:nvPr/>
          </p:nvSpPr>
          <p:spPr>
            <a:xfrm>
              <a:off x="1542658" y="34790"/>
              <a:ext cx="317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1</a:t>
              </a:r>
              <a:endParaRPr lang="zh-CN" altLang="en-US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sp>
        <p:nvSpPr>
          <p:cNvPr id="181" name="矩形: 圆角 180">
            <a:extLst>
              <a:ext uri="{FF2B5EF4-FFF2-40B4-BE49-F238E27FC236}">
                <a16:creationId xmlns:a16="http://schemas.microsoft.com/office/drawing/2014/main" id="{A9D7DA65-A00C-0688-C4FF-08A1FA5663F3}"/>
              </a:ext>
            </a:extLst>
          </p:cNvPr>
          <p:cNvSpPr/>
          <p:nvPr/>
        </p:nvSpPr>
        <p:spPr>
          <a:xfrm flipH="1">
            <a:off x="7121513" y="62216"/>
            <a:ext cx="959469" cy="329184"/>
          </a:xfrm>
          <a:prstGeom prst="roundRect">
            <a:avLst>
              <a:gd name="adj" fmla="val 188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6" name="文本框 185">
            <a:extLst>
              <a:ext uri="{FF2B5EF4-FFF2-40B4-BE49-F238E27FC236}">
                <a16:creationId xmlns:a16="http://schemas.microsoft.com/office/drawing/2014/main" id="{BF9A952C-317F-48AB-ADEA-986F7E2EA54C}"/>
              </a:ext>
            </a:extLst>
          </p:cNvPr>
          <p:cNvSpPr txBox="1"/>
          <p:nvPr/>
        </p:nvSpPr>
        <p:spPr>
          <a:xfrm>
            <a:off x="7075351" y="24834"/>
            <a:ext cx="10502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dirty="0">
                <a:latin typeface="黑体" panose="02010609060101010101" pitchFamily="49" charset="-122"/>
                <a:ea typeface="黑体" panose="02010609060101010101" pitchFamily="49" charset="-122"/>
              </a:rPr>
              <a:t>终点站</a:t>
            </a:r>
            <a:r>
              <a:rPr lang="en-US" altLang="zh-CN" sz="900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900" dirty="0">
                <a:latin typeface="黑体" panose="02010609060101010101" pitchFamily="49" charset="-122"/>
                <a:ea typeface="黑体" panose="02010609060101010101" pitchFamily="49" charset="-122"/>
              </a:rPr>
              <a:t>天海北站</a:t>
            </a:r>
          </a:p>
        </p:txBody>
      </p:sp>
      <p:pic>
        <p:nvPicPr>
          <p:cNvPr id="189" name="图片 188">
            <a:extLst>
              <a:ext uri="{FF2B5EF4-FFF2-40B4-BE49-F238E27FC236}">
                <a16:creationId xmlns:a16="http://schemas.microsoft.com/office/drawing/2014/main" id="{F224B4C7-5B97-9384-6D93-2649256AEB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5821" y="196261"/>
            <a:ext cx="789348" cy="228967"/>
          </a:xfrm>
          <a:prstGeom prst="rect">
            <a:avLst/>
          </a:prstGeom>
        </p:spPr>
      </p:pic>
      <p:sp>
        <p:nvSpPr>
          <p:cNvPr id="316" name="椭圆 315">
            <a:extLst>
              <a:ext uri="{FF2B5EF4-FFF2-40B4-BE49-F238E27FC236}">
                <a16:creationId xmlns:a16="http://schemas.microsoft.com/office/drawing/2014/main" id="{D7795151-0C65-925A-1273-483F607AA9A4}"/>
              </a:ext>
            </a:extLst>
          </p:cNvPr>
          <p:cNvSpPr/>
          <p:nvPr/>
        </p:nvSpPr>
        <p:spPr>
          <a:xfrm>
            <a:off x="979216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18" name="椭圆 317">
            <a:extLst>
              <a:ext uri="{FF2B5EF4-FFF2-40B4-BE49-F238E27FC236}">
                <a16:creationId xmlns:a16="http://schemas.microsoft.com/office/drawing/2014/main" id="{35F3BDA0-D5D5-2FF1-7C90-142217D6A505}"/>
              </a:ext>
            </a:extLst>
          </p:cNvPr>
          <p:cNvSpPr/>
          <p:nvPr/>
        </p:nvSpPr>
        <p:spPr>
          <a:xfrm>
            <a:off x="1549478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0" name="椭圆 319">
            <a:extLst>
              <a:ext uri="{FF2B5EF4-FFF2-40B4-BE49-F238E27FC236}">
                <a16:creationId xmlns:a16="http://schemas.microsoft.com/office/drawing/2014/main" id="{18C1B123-DF83-BA83-B4FB-DE34C1708A1D}"/>
              </a:ext>
            </a:extLst>
          </p:cNvPr>
          <p:cNvSpPr/>
          <p:nvPr/>
        </p:nvSpPr>
        <p:spPr>
          <a:xfrm>
            <a:off x="2119740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2" name="椭圆 321">
            <a:extLst>
              <a:ext uri="{FF2B5EF4-FFF2-40B4-BE49-F238E27FC236}">
                <a16:creationId xmlns:a16="http://schemas.microsoft.com/office/drawing/2014/main" id="{6A97AA7D-B5B4-517E-477B-6C84384DE631}"/>
              </a:ext>
            </a:extLst>
          </p:cNvPr>
          <p:cNvSpPr/>
          <p:nvPr/>
        </p:nvSpPr>
        <p:spPr>
          <a:xfrm>
            <a:off x="2690002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4" name="椭圆 323">
            <a:extLst>
              <a:ext uri="{FF2B5EF4-FFF2-40B4-BE49-F238E27FC236}">
                <a16:creationId xmlns:a16="http://schemas.microsoft.com/office/drawing/2014/main" id="{1CEEE302-07B7-74FF-8D33-B31DEC4DE732}"/>
              </a:ext>
            </a:extLst>
          </p:cNvPr>
          <p:cNvSpPr/>
          <p:nvPr/>
        </p:nvSpPr>
        <p:spPr>
          <a:xfrm>
            <a:off x="3260264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6" name="椭圆 325">
            <a:extLst>
              <a:ext uri="{FF2B5EF4-FFF2-40B4-BE49-F238E27FC236}">
                <a16:creationId xmlns:a16="http://schemas.microsoft.com/office/drawing/2014/main" id="{55E8A6FB-2F0A-A5F3-6180-548A157A5960}"/>
              </a:ext>
            </a:extLst>
          </p:cNvPr>
          <p:cNvSpPr/>
          <p:nvPr/>
        </p:nvSpPr>
        <p:spPr>
          <a:xfrm>
            <a:off x="3830526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" name="椭圆 327">
            <a:extLst>
              <a:ext uri="{FF2B5EF4-FFF2-40B4-BE49-F238E27FC236}">
                <a16:creationId xmlns:a16="http://schemas.microsoft.com/office/drawing/2014/main" id="{C731243A-D3E1-5F36-D0F6-161DE0045FD9}"/>
              </a:ext>
            </a:extLst>
          </p:cNvPr>
          <p:cNvSpPr/>
          <p:nvPr/>
        </p:nvSpPr>
        <p:spPr>
          <a:xfrm>
            <a:off x="4400788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0" name="椭圆 329">
            <a:extLst>
              <a:ext uri="{FF2B5EF4-FFF2-40B4-BE49-F238E27FC236}">
                <a16:creationId xmlns:a16="http://schemas.microsoft.com/office/drawing/2014/main" id="{6D8E812A-9A71-83D5-402B-3BE20FD8E146}"/>
              </a:ext>
            </a:extLst>
          </p:cNvPr>
          <p:cNvSpPr/>
          <p:nvPr/>
        </p:nvSpPr>
        <p:spPr>
          <a:xfrm>
            <a:off x="4971050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2" name="椭圆 331">
            <a:extLst>
              <a:ext uri="{FF2B5EF4-FFF2-40B4-BE49-F238E27FC236}">
                <a16:creationId xmlns:a16="http://schemas.microsoft.com/office/drawing/2014/main" id="{35190945-E987-91CB-2264-1FA9440FFBE5}"/>
              </a:ext>
            </a:extLst>
          </p:cNvPr>
          <p:cNvSpPr/>
          <p:nvPr/>
        </p:nvSpPr>
        <p:spPr>
          <a:xfrm>
            <a:off x="5541312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4" name="椭圆 333">
            <a:extLst>
              <a:ext uri="{FF2B5EF4-FFF2-40B4-BE49-F238E27FC236}">
                <a16:creationId xmlns:a16="http://schemas.microsoft.com/office/drawing/2014/main" id="{DE926F90-F661-BC6E-82D2-3700333A2CF1}"/>
              </a:ext>
            </a:extLst>
          </p:cNvPr>
          <p:cNvSpPr/>
          <p:nvPr/>
        </p:nvSpPr>
        <p:spPr>
          <a:xfrm>
            <a:off x="6111574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6" name="椭圆 335">
            <a:extLst>
              <a:ext uri="{FF2B5EF4-FFF2-40B4-BE49-F238E27FC236}">
                <a16:creationId xmlns:a16="http://schemas.microsoft.com/office/drawing/2014/main" id="{FBBF7B58-AC1E-C7BE-86BC-D02E712433C8}"/>
              </a:ext>
            </a:extLst>
          </p:cNvPr>
          <p:cNvSpPr/>
          <p:nvPr/>
        </p:nvSpPr>
        <p:spPr>
          <a:xfrm>
            <a:off x="6681836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8" name="椭圆 337">
            <a:extLst>
              <a:ext uri="{FF2B5EF4-FFF2-40B4-BE49-F238E27FC236}">
                <a16:creationId xmlns:a16="http://schemas.microsoft.com/office/drawing/2014/main" id="{F2E15D45-8BFA-8229-4495-8142C04C6A1B}"/>
              </a:ext>
            </a:extLst>
          </p:cNvPr>
          <p:cNvSpPr/>
          <p:nvPr/>
        </p:nvSpPr>
        <p:spPr>
          <a:xfrm>
            <a:off x="7252098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0" name="椭圆 339">
            <a:extLst>
              <a:ext uri="{FF2B5EF4-FFF2-40B4-BE49-F238E27FC236}">
                <a16:creationId xmlns:a16="http://schemas.microsoft.com/office/drawing/2014/main" id="{CBA5BCE5-75A3-B7F8-8B57-454A5D236673}"/>
              </a:ext>
            </a:extLst>
          </p:cNvPr>
          <p:cNvSpPr/>
          <p:nvPr/>
        </p:nvSpPr>
        <p:spPr>
          <a:xfrm>
            <a:off x="7818314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2" name="椭圆 341">
            <a:extLst>
              <a:ext uri="{FF2B5EF4-FFF2-40B4-BE49-F238E27FC236}">
                <a16:creationId xmlns:a16="http://schemas.microsoft.com/office/drawing/2014/main" id="{FBB03E4F-4E00-B7C3-ECB1-868281615BC0}"/>
              </a:ext>
            </a:extLst>
          </p:cNvPr>
          <p:cNvSpPr/>
          <p:nvPr/>
        </p:nvSpPr>
        <p:spPr>
          <a:xfrm>
            <a:off x="8414500" y="874625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9" name="文本框 378">
            <a:extLst>
              <a:ext uri="{FF2B5EF4-FFF2-40B4-BE49-F238E27FC236}">
                <a16:creationId xmlns:a16="http://schemas.microsoft.com/office/drawing/2014/main" id="{E677D2EF-7B6F-1061-5B96-AA489733EAD4}"/>
              </a:ext>
            </a:extLst>
          </p:cNvPr>
          <p:cNvSpPr txBox="1"/>
          <p:nvPr/>
        </p:nvSpPr>
        <p:spPr>
          <a:xfrm>
            <a:off x="2500995" y="483926"/>
            <a:ext cx="4988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金山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Jinshan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81" name="文本框 380">
            <a:extLst>
              <a:ext uri="{FF2B5EF4-FFF2-40B4-BE49-F238E27FC236}">
                <a16:creationId xmlns:a16="http://schemas.microsoft.com/office/drawing/2014/main" id="{69F639E7-2E35-938F-852F-052AFCC7D89F}"/>
              </a:ext>
            </a:extLst>
          </p:cNvPr>
          <p:cNvSpPr txBox="1"/>
          <p:nvPr/>
        </p:nvSpPr>
        <p:spPr>
          <a:xfrm>
            <a:off x="1751205" y="1019030"/>
            <a:ext cx="8595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中央大道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Central Avenue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83" name="文本框 382">
            <a:extLst>
              <a:ext uri="{FF2B5EF4-FFF2-40B4-BE49-F238E27FC236}">
                <a16:creationId xmlns:a16="http://schemas.microsoft.com/office/drawing/2014/main" id="{E2D75143-B615-D534-2999-AF8417844DD4}"/>
              </a:ext>
            </a:extLst>
          </p:cNvPr>
          <p:cNvSpPr txBox="1"/>
          <p:nvPr/>
        </p:nvSpPr>
        <p:spPr>
          <a:xfrm>
            <a:off x="2788605" y="1019030"/>
            <a:ext cx="10631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吕岭北站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Lvling</a:t>
            </a:r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 North Station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85" name="文本框 384">
            <a:extLst>
              <a:ext uri="{FF2B5EF4-FFF2-40B4-BE49-F238E27FC236}">
                <a16:creationId xmlns:a16="http://schemas.microsoft.com/office/drawing/2014/main" id="{622B95F3-DE15-AB30-CD5A-E4FAACE9A26E}"/>
              </a:ext>
            </a:extLst>
          </p:cNvPr>
          <p:cNvSpPr txBox="1"/>
          <p:nvPr/>
        </p:nvSpPr>
        <p:spPr>
          <a:xfrm>
            <a:off x="3497972" y="483926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海宁公园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Haining Park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87" name="文本框 386">
            <a:extLst>
              <a:ext uri="{FF2B5EF4-FFF2-40B4-BE49-F238E27FC236}">
                <a16:creationId xmlns:a16="http://schemas.microsoft.com/office/drawing/2014/main" id="{1431FA2E-6222-4C7D-22B4-52972CC0EF1E}"/>
              </a:ext>
            </a:extLst>
          </p:cNvPr>
          <p:cNvSpPr txBox="1"/>
          <p:nvPr/>
        </p:nvSpPr>
        <p:spPr>
          <a:xfrm>
            <a:off x="3711944" y="1019030"/>
            <a:ext cx="1502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海宁行政中心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Haining Administrative Center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89" name="文本框 388">
            <a:extLst>
              <a:ext uri="{FF2B5EF4-FFF2-40B4-BE49-F238E27FC236}">
                <a16:creationId xmlns:a16="http://schemas.microsoft.com/office/drawing/2014/main" id="{747350D4-9603-8691-BEC3-BFAAD42D1B61}"/>
              </a:ext>
            </a:extLst>
          </p:cNvPr>
          <p:cNvSpPr txBox="1"/>
          <p:nvPr/>
        </p:nvSpPr>
        <p:spPr>
          <a:xfrm>
            <a:off x="4411249" y="483926"/>
            <a:ext cx="12442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海宁商务中心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Haining Business Center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91" name="文本框 390">
            <a:extLst>
              <a:ext uri="{FF2B5EF4-FFF2-40B4-BE49-F238E27FC236}">
                <a16:creationId xmlns:a16="http://schemas.microsoft.com/office/drawing/2014/main" id="{B510A987-4F26-F300-E3EA-7D07AA25B1BC}"/>
              </a:ext>
            </a:extLst>
          </p:cNvPr>
          <p:cNvSpPr txBox="1"/>
          <p:nvPr/>
        </p:nvSpPr>
        <p:spPr>
          <a:xfrm>
            <a:off x="5332712" y="1019030"/>
            <a:ext cx="5421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五通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Wutong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95" name="文本框 394">
            <a:extLst>
              <a:ext uri="{FF2B5EF4-FFF2-40B4-BE49-F238E27FC236}">
                <a16:creationId xmlns:a16="http://schemas.microsoft.com/office/drawing/2014/main" id="{DE49F802-4A07-C53C-0B93-57C6836A7600}"/>
              </a:ext>
            </a:extLst>
          </p:cNvPr>
          <p:cNvSpPr txBox="1"/>
          <p:nvPr/>
        </p:nvSpPr>
        <p:spPr>
          <a:xfrm>
            <a:off x="6497136" y="1019030"/>
            <a:ext cx="4940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弋浔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Yixun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99" name="文本框 398">
            <a:extLst>
              <a:ext uri="{FF2B5EF4-FFF2-40B4-BE49-F238E27FC236}">
                <a16:creationId xmlns:a16="http://schemas.microsoft.com/office/drawing/2014/main" id="{27B17037-4243-2B0B-BEE6-955CDEFA83F1}"/>
              </a:ext>
            </a:extLst>
          </p:cNvPr>
          <p:cNvSpPr txBox="1"/>
          <p:nvPr/>
        </p:nvSpPr>
        <p:spPr>
          <a:xfrm>
            <a:off x="7435645" y="972461"/>
            <a:ext cx="88998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00" b="1" dirty="0">
                <a:latin typeface="宋体" panose="02010600030101010101" pitchFamily="2" charset="-122"/>
                <a:ea typeface="宋体" panose="02010600030101010101" pitchFamily="2" charset="-122"/>
              </a:rPr>
              <a:t>北站西广场</a:t>
            </a:r>
            <a:endParaRPr lang="en-US" altLang="zh-CN" sz="11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Railway Station</a:t>
            </a: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West Square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403" name="文本框 402">
            <a:extLst>
              <a:ext uri="{FF2B5EF4-FFF2-40B4-BE49-F238E27FC236}">
                <a16:creationId xmlns:a16="http://schemas.microsoft.com/office/drawing/2014/main" id="{36CF1505-92AD-282C-90E0-92E8FE78F259}"/>
              </a:ext>
            </a:extLst>
          </p:cNvPr>
          <p:cNvSpPr txBox="1"/>
          <p:nvPr/>
        </p:nvSpPr>
        <p:spPr>
          <a:xfrm>
            <a:off x="8036326" y="411621"/>
            <a:ext cx="8467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00" b="1" dirty="0">
                <a:latin typeface="宋体" panose="02010600030101010101" pitchFamily="2" charset="-122"/>
                <a:ea typeface="宋体" panose="02010600030101010101" pitchFamily="2" charset="-122"/>
              </a:rPr>
              <a:t>天海北站</a:t>
            </a:r>
            <a:endParaRPr lang="en-US" altLang="zh-CN" sz="11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latin typeface="+mn-ea"/>
                <a:cs typeface="Cascadia Code" panose="020B0609020000020004" pitchFamily="49" charset="0"/>
              </a:rPr>
              <a:t>Tianhai</a:t>
            </a:r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 North</a:t>
            </a: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Railway Station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grpSp>
        <p:nvGrpSpPr>
          <p:cNvPr id="408" name="组合 407">
            <a:extLst>
              <a:ext uri="{FF2B5EF4-FFF2-40B4-BE49-F238E27FC236}">
                <a16:creationId xmlns:a16="http://schemas.microsoft.com/office/drawing/2014/main" id="{B3B0B321-4AEC-60ED-A12F-6B19F7FF259A}"/>
              </a:ext>
            </a:extLst>
          </p:cNvPr>
          <p:cNvGrpSpPr/>
          <p:nvPr/>
        </p:nvGrpSpPr>
        <p:grpSpPr>
          <a:xfrm flipH="1">
            <a:off x="416338" y="893731"/>
            <a:ext cx="86486" cy="88006"/>
            <a:chOff x="3384914" y="1617979"/>
            <a:chExt cx="790846" cy="825340"/>
          </a:xfrm>
        </p:grpSpPr>
        <p:sp>
          <p:nvSpPr>
            <p:cNvPr id="405" name="箭头: 环形 404">
              <a:extLst>
                <a:ext uri="{FF2B5EF4-FFF2-40B4-BE49-F238E27FC236}">
                  <a16:creationId xmlns:a16="http://schemas.microsoft.com/office/drawing/2014/main" id="{BA788865-C316-99DE-8EF2-E1F1C9888AED}"/>
                </a:ext>
              </a:extLst>
            </p:cNvPr>
            <p:cNvSpPr/>
            <p:nvPr/>
          </p:nvSpPr>
          <p:spPr>
            <a:xfrm>
              <a:off x="3384914" y="1617979"/>
              <a:ext cx="790846" cy="797055"/>
            </a:xfrm>
            <a:prstGeom prst="circular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07" name="箭头: 环形 406">
              <a:extLst>
                <a:ext uri="{FF2B5EF4-FFF2-40B4-BE49-F238E27FC236}">
                  <a16:creationId xmlns:a16="http://schemas.microsoft.com/office/drawing/2014/main" id="{ED8F95EF-86D2-1EF0-E3B3-3E633DF506A2}"/>
                </a:ext>
              </a:extLst>
            </p:cNvPr>
            <p:cNvSpPr/>
            <p:nvPr/>
          </p:nvSpPr>
          <p:spPr>
            <a:xfrm flipH="1" flipV="1">
              <a:off x="3384914" y="1646263"/>
              <a:ext cx="790846" cy="797056"/>
            </a:xfrm>
            <a:prstGeom prst="circularArrow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444" name="图片 443">
            <a:extLst>
              <a:ext uri="{FF2B5EF4-FFF2-40B4-BE49-F238E27FC236}">
                <a16:creationId xmlns:a16="http://schemas.microsoft.com/office/drawing/2014/main" id="{F16C4017-2D67-429C-8CDA-44FA075465A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783" y="1232304"/>
            <a:ext cx="332273" cy="193917"/>
          </a:xfrm>
          <a:prstGeom prst="rect">
            <a:avLst/>
          </a:prstGeom>
        </p:spPr>
      </p:pic>
      <p:pic>
        <p:nvPicPr>
          <p:cNvPr id="452" name="图片 451">
            <a:extLst>
              <a:ext uri="{FF2B5EF4-FFF2-40B4-BE49-F238E27FC236}">
                <a16:creationId xmlns:a16="http://schemas.microsoft.com/office/drawing/2014/main" id="{152808ED-E6A0-EB96-6FD8-CEFC1AD9442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5845" y="1079839"/>
            <a:ext cx="334150" cy="193917"/>
          </a:xfrm>
          <a:prstGeom prst="rect">
            <a:avLst/>
          </a:prstGeom>
        </p:spPr>
      </p:pic>
      <p:grpSp>
        <p:nvGrpSpPr>
          <p:cNvPr id="460" name="组合 459">
            <a:extLst>
              <a:ext uri="{FF2B5EF4-FFF2-40B4-BE49-F238E27FC236}">
                <a16:creationId xmlns:a16="http://schemas.microsoft.com/office/drawing/2014/main" id="{200AEECE-4202-E832-B980-CF5B7AFD30EF}"/>
              </a:ext>
            </a:extLst>
          </p:cNvPr>
          <p:cNvGrpSpPr/>
          <p:nvPr/>
        </p:nvGrpSpPr>
        <p:grpSpPr>
          <a:xfrm rot="1951028">
            <a:off x="8427983" y="890552"/>
            <a:ext cx="94574" cy="94923"/>
            <a:chOff x="1440520" y="1462484"/>
            <a:chExt cx="461631" cy="463336"/>
          </a:xfrm>
        </p:grpSpPr>
        <p:sp>
          <p:nvSpPr>
            <p:cNvPr id="456" name="箭头: 环形 455">
              <a:extLst>
                <a:ext uri="{FF2B5EF4-FFF2-40B4-BE49-F238E27FC236}">
                  <a16:creationId xmlns:a16="http://schemas.microsoft.com/office/drawing/2014/main" id="{81108702-2A26-39A9-4CC9-B52FA26CF769}"/>
                </a:ext>
              </a:extLst>
            </p:cNvPr>
            <p:cNvSpPr/>
            <p:nvPr/>
          </p:nvSpPr>
          <p:spPr>
            <a:xfrm rot="338721" flipH="1">
              <a:off x="1446104" y="1476765"/>
              <a:ext cx="456047" cy="448158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13769514"/>
                <a:gd name="adj5" fmla="val 1250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57" name="箭头: 环形 456">
              <a:extLst>
                <a:ext uri="{FF2B5EF4-FFF2-40B4-BE49-F238E27FC236}">
                  <a16:creationId xmlns:a16="http://schemas.microsoft.com/office/drawing/2014/main" id="{169EE496-904C-0090-E21A-71A59793C6BC}"/>
                </a:ext>
              </a:extLst>
            </p:cNvPr>
            <p:cNvSpPr/>
            <p:nvPr/>
          </p:nvSpPr>
          <p:spPr>
            <a:xfrm rot="19710149" flipV="1">
              <a:off x="1446103" y="1477662"/>
              <a:ext cx="456047" cy="448158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15559861"/>
                <a:gd name="adj5" fmla="val 12500"/>
              </a:avLst>
            </a:prstGeom>
            <a:solidFill>
              <a:srgbClr val="FFC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59" name="箭头: 环形 458">
              <a:extLst>
                <a:ext uri="{FF2B5EF4-FFF2-40B4-BE49-F238E27FC236}">
                  <a16:creationId xmlns:a16="http://schemas.microsoft.com/office/drawing/2014/main" id="{9C97E2DE-0B24-8BAD-EAEB-0134447664D8}"/>
                </a:ext>
              </a:extLst>
            </p:cNvPr>
            <p:cNvSpPr/>
            <p:nvPr/>
          </p:nvSpPr>
          <p:spPr>
            <a:xfrm rot="4784427" flipV="1">
              <a:off x="1436575" y="1466429"/>
              <a:ext cx="456047" cy="448158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15892767"/>
                <a:gd name="adj5" fmla="val 12500"/>
              </a:avLst>
            </a:prstGeom>
            <a:solidFill>
              <a:srgbClr val="52AB4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61" name="文本框 460">
            <a:extLst>
              <a:ext uri="{FF2B5EF4-FFF2-40B4-BE49-F238E27FC236}">
                <a16:creationId xmlns:a16="http://schemas.microsoft.com/office/drawing/2014/main" id="{7E7F92F2-877A-6B41-E43C-03B41EF70A6B}"/>
              </a:ext>
            </a:extLst>
          </p:cNvPr>
          <p:cNvSpPr txBox="1"/>
          <p:nvPr/>
        </p:nvSpPr>
        <p:spPr>
          <a:xfrm>
            <a:off x="3287950" y="-5659"/>
            <a:ext cx="235032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下一站：迁安人民公园</a:t>
            </a:r>
            <a:endParaRPr lang="en-US" altLang="zh-CN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800" dirty="0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rPr>
              <a:t>Next Station: </a:t>
            </a:r>
            <a:r>
              <a:rPr lang="en-US" altLang="zh-CN" sz="800" dirty="0" err="1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rPr>
              <a:t>Qian’an</a:t>
            </a:r>
            <a:r>
              <a:rPr lang="en-US" altLang="zh-CN" sz="800" dirty="0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rPr>
              <a:t> People’s Park.</a:t>
            </a:r>
            <a:endParaRPr lang="zh-CN" altLang="en-US" sz="800" dirty="0">
              <a:latin typeface="Cascadia Code" panose="020B0609020000020004" pitchFamily="49" charset="0"/>
              <a:ea typeface="黑体" panose="02010609060101010101" pitchFamily="49" charset="-122"/>
              <a:cs typeface="Cascadia Code" panose="020B0609020000020004" pitchFamily="49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D1B8576D-89D2-EE67-0F89-D8BD72168A39}"/>
              </a:ext>
            </a:extLst>
          </p:cNvPr>
          <p:cNvGrpSpPr/>
          <p:nvPr/>
        </p:nvGrpSpPr>
        <p:grpSpPr>
          <a:xfrm>
            <a:off x="6767941" y="806304"/>
            <a:ext cx="261017" cy="259843"/>
            <a:chOff x="501595" y="804920"/>
            <a:chExt cx="261017" cy="259843"/>
          </a:xfrm>
        </p:grpSpPr>
        <p:sp>
          <p:nvSpPr>
            <p:cNvPr id="2" name="箭头: V 形 1">
              <a:extLst>
                <a:ext uri="{FF2B5EF4-FFF2-40B4-BE49-F238E27FC236}">
                  <a16:creationId xmlns:a16="http://schemas.microsoft.com/office/drawing/2014/main" id="{A2F1F8FF-CF64-3C84-266C-B9C259689284}"/>
                </a:ext>
              </a:extLst>
            </p:cNvPr>
            <p:cNvSpPr/>
            <p:nvPr/>
          </p:nvSpPr>
          <p:spPr>
            <a:xfrm>
              <a:off x="501595" y="804920"/>
              <a:ext cx="153399" cy="259843"/>
            </a:xfrm>
            <a:prstGeom prst="chevron">
              <a:avLst>
                <a:gd name="adj" fmla="val 5528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箭头: V 形 5">
              <a:extLst>
                <a:ext uri="{FF2B5EF4-FFF2-40B4-BE49-F238E27FC236}">
                  <a16:creationId xmlns:a16="http://schemas.microsoft.com/office/drawing/2014/main" id="{6DFC635A-25BE-24B5-2C66-0B8E7A3E0D02}"/>
                </a:ext>
              </a:extLst>
            </p:cNvPr>
            <p:cNvSpPr/>
            <p:nvPr/>
          </p:nvSpPr>
          <p:spPr>
            <a:xfrm>
              <a:off x="609213" y="804920"/>
              <a:ext cx="153399" cy="259843"/>
            </a:xfrm>
            <a:prstGeom prst="chevron">
              <a:avLst>
                <a:gd name="adj" fmla="val 5528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73" name="文本框 372">
            <a:extLst>
              <a:ext uri="{FF2B5EF4-FFF2-40B4-BE49-F238E27FC236}">
                <a16:creationId xmlns:a16="http://schemas.microsoft.com/office/drawing/2014/main" id="{F714E48A-5A8C-FDEA-009C-D6A8C8029F44}"/>
              </a:ext>
            </a:extLst>
          </p:cNvPr>
          <p:cNvSpPr txBox="1"/>
          <p:nvPr/>
        </p:nvSpPr>
        <p:spPr>
          <a:xfrm>
            <a:off x="114082" y="483926"/>
            <a:ext cx="7088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天海港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Tianhai</a:t>
            </a:r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 Port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93" name="文本框 392">
            <a:extLst>
              <a:ext uri="{FF2B5EF4-FFF2-40B4-BE49-F238E27FC236}">
                <a16:creationId xmlns:a16="http://schemas.microsoft.com/office/drawing/2014/main" id="{72179164-3773-7EE9-C6CD-17CAB5052FE0}"/>
              </a:ext>
            </a:extLst>
          </p:cNvPr>
          <p:cNvSpPr txBox="1"/>
          <p:nvPr/>
        </p:nvSpPr>
        <p:spPr>
          <a:xfrm>
            <a:off x="5768561" y="483926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体育中心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Sports Center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97" name="文本框 396">
            <a:extLst>
              <a:ext uri="{FF2B5EF4-FFF2-40B4-BE49-F238E27FC236}">
                <a16:creationId xmlns:a16="http://schemas.microsoft.com/office/drawing/2014/main" id="{60F8D144-EF4C-34F4-37EA-0D8D6BD52915}"/>
              </a:ext>
            </a:extLst>
          </p:cNvPr>
          <p:cNvSpPr txBox="1"/>
          <p:nvPr/>
        </p:nvSpPr>
        <p:spPr>
          <a:xfrm>
            <a:off x="6745332" y="483926"/>
            <a:ext cx="11368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</a:rPr>
              <a:t>迁安人民公园</a:t>
            </a: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latin typeface="+mn-ea"/>
                <a:cs typeface="Cascadia Code" panose="020B0609020000020004" pitchFamily="49" charset="0"/>
              </a:rPr>
              <a:t>Qian’an</a:t>
            </a:r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 People’s Park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2F37EE11-A78E-FC85-07FF-6018C2604961}"/>
              </a:ext>
            </a:extLst>
          </p:cNvPr>
          <p:cNvSpPr/>
          <p:nvPr/>
        </p:nvSpPr>
        <p:spPr>
          <a:xfrm rot="16200000" flipV="1">
            <a:off x="3252467" y="802397"/>
            <a:ext cx="149365" cy="115523"/>
          </a:xfrm>
          <a:prstGeom prst="homePlate">
            <a:avLst>
              <a:gd name="adj" fmla="val 41754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CC5CAFFB-C142-8585-A68B-A970A5C03449}"/>
              </a:ext>
            </a:extLst>
          </p:cNvPr>
          <p:cNvSpPr/>
          <p:nvPr/>
        </p:nvSpPr>
        <p:spPr>
          <a:xfrm>
            <a:off x="3262857" y="879787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E712AED-664B-E983-4CC8-62937D06C6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2449" y="546366"/>
            <a:ext cx="463118" cy="270278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E0BD8EE1-4CEC-81FC-6A54-9355604BF4C5}"/>
              </a:ext>
            </a:extLst>
          </p:cNvPr>
          <p:cNvGrpSpPr/>
          <p:nvPr/>
        </p:nvGrpSpPr>
        <p:grpSpPr>
          <a:xfrm flipH="1">
            <a:off x="3287580" y="895239"/>
            <a:ext cx="86486" cy="88006"/>
            <a:chOff x="3384914" y="1617979"/>
            <a:chExt cx="790846" cy="825340"/>
          </a:xfrm>
        </p:grpSpPr>
        <p:sp>
          <p:nvSpPr>
            <p:cNvPr id="11" name="箭头: 环形 10">
              <a:extLst>
                <a:ext uri="{FF2B5EF4-FFF2-40B4-BE49-F238E27FC236}">
                  <a16:creationId xmlns:a16="http://schemas.microsoft.com/office/drawing/2014/main" id="{E0FE7173-8748-FF3E-73FC-16A078F6C209}"/>
                </a:ext>
              </a:extLst>
            </p:cNvPr>
            <p:cNvSpPr/>
            <p:nvPr/>
          </p:nvSpPr>
          <p:spPr>
            <a:xfrm>
              <a:off x="3384914" y="1617979"/>
              <a:ext cx="790846" cy="797055"/>
            </a:xfrm>
            <a:prstGeom prst="circular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箭头: 环形 11">
              <a:extLst>
                <a:ext uri="{FF2B5EF4-FFF2-40B4-BE49-F238E27FC236}">
                  <a16:creationId xmlns:a16="http://schemas.microsoft.com/office/drawing/2014/main" id="{C5A6C8AB-BA33-CE22-5900-D409BF17998A}"/>
                </a:ext>
              </a:extLst>
            </p:cNvPr>
            <p:cNvSpPr/>
            <p:nvPr/>
          </p:nvSpPr>
          <p:spPr>
            <a:xfrm flipH="1" flipV="1">
              <a:off x="3384914" y="1646263"/>
              <a:ext cx="790846" cy="797056"/>
            </a:xfrm>
            <a:prstGeom prst="circularArrow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55547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1000" fill="hold"/>
                                        <p:tgtEl>
                                          <p:spTgt spid="4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63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9081E-7 3.85888E-6 L 0.02346 -0.00111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64" y="-11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13337-225A-E30C-D14D-768E3BFE2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>
            <a:extLst>
              <a:ext uri="{FF2B5EF4-FFF2-40B4-BE49-F238E27FC236}">
                <a16:creationId xmlns:a16="http://schemas.microsoft.com/office/drawing/2014/main" id="{23374D68-2487-281E-98D7-3400C07D3626}"/>
              </a:ext>
            </a:extLst>
          </p:cNvPr>
          <p:cNvSpPr txBox="1"/>
          <p:nvPr/>
        </p:nvSpPr>
        <p:spPr>
          <a:xfrm>
            <a:off x="-83450" y="527073"/>
            <a:ext cx="233910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迁安人民公园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1600" dirty="0" err="1">
                <a:latin typeface="+mn-ea"/>
              </a:rPr>
              <a:t>Qian’an</a:t>
            </a:r>
            <a:r>
              <a:rPr lang="en-US" altLang="zh-CN" sz="1600" dirty="0">
                <a:latin typeface="+mn-ea"/>
              </a:rPr>
              <a:t> People’s Park.</a:t>
            </a:r>
            <a:endParaRPr lang="zh-CN" altLang="en-US" sz="1600" dirty="0">
              <a:latin typeface="+mn-ea"/>
            </a:endParaRPr>
          </a:p>
        </p:txBody>
      </p:sp>
      <p:grpSp>
        <p:nvGrpSpPr>
          <p:cNvPr id="648" name="组合 647">
            <a:extLst>
              <a:ext uri="{FF2B5EF4-FFF2-40B4-BE49-F238E27FC236}">
                <a16:creationId xmlns:a16="http://schemas.microsoft.com/office/drawing/2014/main" id="{28727D66-540B-AE8F-19E2-1EE39E7D3952}"/>
              </a:ext>
            </a:extLst>
          </p:cNvPr>
          <p:cNvGrpSpPr/>
          <p:nvPr/>
        </p:nvGrpSpPr>
        <p:grpSpPr>
          <a:xfrm>
            <a:off x="-4835331" y="564611"/>
            <a:ext cx="4713780" cy="347183"/>
            <a:chOff x="2180050" y="555098"/>
            <a:chExt cx="4713780" cy="347183"/>
          </a:xfrm>
        </p:grpSpPr>
        <p:grpSp>
          <p:nvGrpSpPr>
            <p:cNvPr id="631" name="组合 630">
              <a:extLst>
                <a:ext uri="{FF2B5EF4-FFF2-40B4-BE49-F238E27FC236}">
                  <a16:creationId xmlns:a16="http://schemas.microsoft.com/office/drawing/2014/main" id="{2FA4BF94-FC53-A9B0-F2DA-4E1B9AA2CDB1}"/>
                </a:ext>
              </a:extLst>
            </p:cNvPr>
            <p:cNvGrpSpPr/>
            <p:nvPr/>
          </p:nvGrpSpPr>
          <p:grpSpPr>
            <a:xfrm>
              <a:off x="3758078" y="601135"/>
              <a:ext cx="771789" cy="230164"/>
              <a:chOff x="2969309" y="601138"/>
              <a:chExt cx="771789" cy="230164"/>
            </a:xfrm>
          </p:grpSpPr>
          <p:sp>
            <p:nvSpPr>
              <p:cNvPr id="632" name="矩形 631">
                <a:extLst>
                  <a:ext uri="{FF2B5EF4-FFF2-40B4-BE49-F238E27FC236}">
                    <a16:creationId xmlns:a16="http://schemas.microsoft.com/office/drawing/2014/main" id="{F9A54094-CA7C-B8C6-1D52-206310B09E68}"/>
                  </a:ext>
                </a:extLst>
              </p:cNvPr>
              <p:cNvSpPr/>
              <p:nvPr/>
            </p:nvSpPr>
            <p:spPr>
              <a:xfrm>
                <a:off x="2969309" y="601138"/>
                <a:ext cx="769621" cy="2301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3" name="矩形: 圆角 632">
                <a:extLst>
                  <a:ext uri="{FF2B5EF4-FFF2-40B4-BE49-F238E27FC236}">
                    <a16:creationId xmlns:a16="http://schemas.microsoft.com/office/drawing/2014/main" id="{325C86D8-F717-E8FE-2209-3E75B5C4D09C}"/>
                  </a:ext>
                </a:extLst>
              </p:cNvPr>
              <p:cNvSpPr/>
              <p:nvPr/>
            </p:nvSpPr>
            <p:spPr>
              <a:xfrm>
                <a:off x="2971478" y="633445"/>
                <a:ext cx="769620" cy="97294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634" name="直接连接符 633">
                <a:extLst>
                  <a:ext uri="{FF2B5EF4-FFF2-40B4-BE49-F238E27FC236}">
                    <a16:creationId xmlns:a16="http://schemas.microsoft.com/office/drawing/2014/main" id="{64314CC0-DEF5-D4EF-ADEE-ECBACF753D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478" y="76426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5" name="直接连接符 634">
                <a:extLst>
                  <a:ext uri="{FF2B5EF4-FFF2-40B4-BE49-F238E27FC236}">
                    <a16:creationId xmlns:a16="http://schemas.microsoft.com/office/drawing/2014/main" id="{B156F02E-0510-6CC7-52F9-CB9F4A9982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36399" y="63344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03" name="组合 602">
              <a:extLst>
                <a:ext uri="{FF2B5EF4-FFF2-40B4-BE49-F238E27FC236}">
                  <a16:creationId xmlns:a16="http://schemas.microsoft.com/office/drawing/2014/main" id="{511BCEAF-E346-E4B9-384D-A30616BC6EF1}"/>
                </a:ext>
              </a:extLst>
            </p:cNvPr>
            <p:cNvGrpSpPr/>
            <p:nvPr/>
          </p:nvGrpSpPr>
          <p:grpSpPr>
            <a:xfrm>
              <a:off x="2969309" y="601138"/>
              <a:ext cx="771789" cy="230164"/>
              <a:chOff x="2969309" y="601138"/>
              <a:chExt cx="771789" cy="230164"/>
            </a:xfrm>
          </p:grpSpPr>
          <p:sp>
            <p:nvSpPr>
              <p:cNvPr id="602" name="矩形 601">
                <a:extLst>
                  <a:ext uri="{FF2B5EF4-FFF2-40B4-BE49-F238E27FC236}">
                    <a16:creationId xmlns:a16="http://schemas.microsoft.com/office/drawing/2014/main" id="{04A0E006-2521-DA63-9646-601F6F7098C2}"/>
                  </a:ext>
                </a:extLst>
              </p:cNvPr>
              <p:cNvSpPr/>
              <p:nvPr/>
            </p:nvSpPr>
            <p:spPr>
              <a:xfrm>
                <a:off x="2969309" y="601138"/>
                <a:ext cx="769621" cy="2301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5" name="矩形: 圆角 134">
                <a:extLst>
                  <a:ext uri="{FF2B5EF4-FFF2-40B4-BE49-F238E27FC236}">
                    <a16:creationId xmlns:a16="http://schemas.microsoft.com/office/drawing/2014/main" id="{274CE1BC-8CD9-14C0-EA63-0E6341C2A91B}"/>
                  </a:ext>
                </a:extLst>
              </p:cNvPr>
              <p:cNvSpPr/>
              <p:nvPr/>
            </p:nvSpPr>
            <p:spPr>
              <a:xfrm>
                <a:off x="2971478" y="633445"/>
                <a:ext cx="769620" cy="97294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36" name="直接连接符 135">
                <a:extLst>
                  <a:ext uri="{FF2B5EF4-FFF2-40B4-BE49-F238E27FC236}">
                    <a16:creationId xmlns:a16="http://schemas.microsoft.com/office/drawing/2014/main" id="{8C50AD33-A838-9D1E-F31B-159AB42EA1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478" y="76426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直接连接符 136">
                <a:extLst>
                  <a:ext uri="{FF2B5EF4-FFF2-40B4-BE49-F238E27FC236}">
                    <a16:creationId xmlns:a16="http://schemas.microsoft.com/office/drawing/2014/main" id="{D279B7C9-3A31-D363-7F06-EC48451B49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36399" y="63344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4" name="组合 183">
              <a:extLst>
                <a:ext uri="{FF2B5EF4-FFF2-40B4-BE49-F238E27FC236}">
                  <a16:creationId xmlns:a16="http://schemas.microsoft.com/office/drawing/2014/main" id="{8FE2538D-088E-7EE2-97EF-66333D14C1B0}"/>
                </a:ext>
              </a:extLst>
            </p:cNvPr>
            <p:cNvGrpSpPr/>
            <p:nvPr/>
          </p:nvGrpSpPr>
          <p:grpSpPr>
            <a:xfrm flipH="1">
              <a:off x="6096902" y="601138"/>
              <a:ext cx="796928" cy="230167"/>
              <a:chOff x="2533557" y="715860"/>
              <a:chExt cx="796928" cy="230167"/>
            </a:xfrm>
          </p:grpSpPr>
          <p:sp>
            <p:nvSpPr>
              <p:cNvPr id="187" name="矩形: 圆角 186">
                <a:extLst>
                  <a:ext uri="{FF2B5EF4-FFF2-40B4-BE49-F238E27FC236}">
                    <a16:creationId xmlns:a16="http://schemas.microsoft.com/office/drawing/2014/main" id="{FCE5F5CB-2930-095D-2D16-C6393F98E004}"/>
                  </a:ext>
                </a:extLst>
              </p:cNvPr>
              <p:cNvSpPr/>
              <p:nvPr/>
            </p:nvSpPr>
            <p:spPr>
              <a:xfrm>
                <a:off x="2533557" y="715860"/>
                <a:ext cx="783274" cy="230167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8" name="矩形: 圆角 187">
                <a:extLst>
                  <a:ext uri="{FF2B5EF4-FFF2-40B4-BE49-F238E27FC236}">
                    <a16:creationId xmlns:a16="http://schemas.microsoft.com/office/drawing/2014/main" id="{AB9D658A-8CFF-F1C3-E807-687736CAA128}"/>
                  </a:ext>
                </a:extLst>
              </p:cNvPr>
              <p:cNvSpPr/>
              <p:nvPr/>
            </p:nvSpPr>
            <p:spPr>
              <a:xfrm>
                <a:off x="2601967" y="748165"/>
                <a:ext cx="728518" cy="97294"/>
              </a:xfrm>
              <a:prstGeom prst="roundRect">
                <a:avLst>
                  <a:gd name="adj" fmla="val 2937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91" name="直接连接符 190">
                <a:extLst>
                  <a:ext uri="{FF2B5EF4-FFF2-40B4-BE49-F238E27FC236}">
                    <a16:creationId xmlns:a16="http://schemas.microsoft.com/office/drawing/2014/main" id="{610F23A7-333F-08D5-E37C-A0208CEA4C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41223" y="87898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" name="直接连接符 255">
                <a:extLst>
                  <a:ext uri="{FF2B5EF4-FFF2-40B4-BE49-F238E27FC236}">
                    <a16:creationId xmlns:a16="http://schemas.microsoft.com/office/drawing/2014/main" id="{F159F0C2-F8DA-E7E4-B541-8244B54118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06144" y="74816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09" name="组合 608">
              <a:extLst>
                <a:ext uri="{FF2B5EF4-FFF2-40B4-BE49-F238E27FC236}">
                  <a16:creationId xmlns:a16="http://schemas.microsoft.com/office/drawing/2014/main" id="{67247733-9C2D-7F35-DF76-C11C9E0A96E2}"/>
                </a:ext>
              </a:extLst>
            </p:cNvPr>
            <p:cNvGrpSpPr/>
            <p:nvPr/>
          </p:nvGrpSpPr>
          <p:grpSpPr>
            <a:xfrm>
              <a:off x="2180050" y="568597"/>
              <a:ext cx="836837" cy="295251"/>
              <a:chOff x="2180050" y="568597"/>
              <a:chExt cx="836837" cy="295251"/>
            </a:xfrm>
          </p:grpSpPr>
          <p:sp>
            <p:nvSpPr>
              <p:cNvPr id="601" name="矩形: 单圆角 600">
                <a:extLst>
                  <a:ext uri="{FF2B5EF4-FFF2-40B4-BE49-F238E27FC236}">
                    <a16:creationId xmlns:a16="http://schemas.microsoft.com/office/drawing/2014/main" id="{42E559E0-5C3D-C1FA-2660-2F28EB733FD6}"/>
                  </a:ext>
                </a:extLst>
              </p:cNvPr>
              <p:cNvSpPr/>
              <p:nvPr/>
            </p:nvSpPr>
            <p:spPr>
              <a:xfrm flipH="1">
                <a:off x="2180050" y="601138"/>
                <a:ext cx="779683" cy="230167"/>
              </a:xfrm>
              <a:prstGeom prst="round1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8" name="矩形: 圆角 507">
                <a:extLst>
                  <a:ext uri="{FF2B5EF4-FFF2-40B4-BE49-F238E27FC236}">
                    <a16:creationId xmlns:a16="http://schemas.microsoft.com/office/drawing/2014/main" id="{97A31429-8562-5FA7-A71A-7DFED616ECA4}"/>
                  </a:ext>
                </a:extLst>
              </p:cNvPr>
              <p:cNvSpPr/>
              <p:nvPr/>
            </p:nvSpPr>
            <p:spPr>
              <a:xfrm>
                <a:off x="2248948" y="633445"/>
                <a:ext cx="767939" cy="97294"/>
              </a:xfrm>
              <a:prstGeom prst="roundRect">
                <a:avLst>
                  <a:gd name="adj" fmla="val 2937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509" name="直接连接符 508">
                <a:extLst>
                  <a:ext uri="{FF2B5EF4-FFF2-40B4-BE49-F238E27FC236}">
                    <a16:creationId xmlns:a16="http://schemas.microsoft.com/office/drawing/2014/main" id="{47EE5DAD-BDBA-F4C4-B5A7-7409201127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88205" y="76426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0" name="直接连接符 509">
                <a:extLst>
                  <a:ext uri="{FF2B5EF4-FFF2-40B4-BE49-F238E27FC236}">
                    <a16:creationId xmlns:a16="http://schemas.microsoft.com/office/drawing/2014/main" id="{3CC0B91D-5712-E617-8FC0-07538C9441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53126" y="63344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6" name="直接连接符 505">
                <a:extLst>
                  <a:ext uri="{FF2B5EF4-FFF2-40B4-BE49-F238E27FC236}">
                    <a16:creationId xmlns:a16="http://schemas.microsoft.com/office/drawing/2014/main" id="{CB8C60A0-B2C5-C207-30FE-6C66396E1B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63813" y="568597"/>
                <a:ext cx="0" cy="295251"/>
              </a:xfrm>
              <a:prstGeom prst="line">
                <a:avLst/>
              </a:prstGeom>
              <a:ln w="254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2" name="矩形 161">
              <a:extLst>
                <a:ext uri="{FF2B5EF4-FFF2-40B4-BE49-F238E27FC236}">
                  <a16:creationId xmlns:a16="http://schemas.microsoft.com/office/drawing/2014/main" id="{51957A17-BD0A-D51B-C623-6C877C82817C}"/>
                </a:ext>
              </a:extLst>
            </p:cNvPr>
            <p:cNvSpPr/>
            <p:nvPr/>
          </p:nvSpPr>
          <p:spPr>
            <a:xfrm>
              <a:off x="3758981" y="555098"/>
              <a:ext cx="790456" cy="347183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b="1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当前车厢</a:t>
              </a:r>
              <a:endParaRPr lang="en-US" altLang="zh-CN" sz="11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ctr"/>
              <a:r>
                <a:rPr lang="zh-CN" altLang="zh-CN" sz="800" dirty="0"/>
                <a:t>Current Car</a:t>
              </a:r>
            </a:p>
          </p:txBody>
        </p:sp>
        <p:sp>
          <p:nvSpPr>
            <p:cNvPr id="611" name="矩形: 单圆角 610">
              <a:extLst>
                <a:ext uri="{FF2B5EF4-FFF2-40B4-BE49-F238E27FC236}">
                  <a16:creationId xmlns:a16="http://schemas.microsoft.com/office/drawing/2014/main" id="{427A870F-5D3E-A5F5-0089-9B00E71BF566}"/>
                </a:ext>
              </a:extLst>
            </p:cNvPr>
            <p:cNvSpPr/>
            <p:nvPr/>
          </p:nvSpPr>
          <p:spPr>
            <a:xfrm>
              <a:off x="6108241" y="601135"/>
              <a:ext cx="779683" cy="230167"/>
            </a:xfrm>
            <a:prstGeom prst="round1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2" name="矩形: 圆角 611">
              <a:extLst>
                <a:ext uri="{FF2B5EF4-FFF2-40B4-BE49-F238E27FC236}">
                  <a16:creationId xmlns:a16="http://schemas.microsoft.com/office/drawing/2014/main" id="{F1B4E00E-7854-B475-FA18-E32331C45B7F}"/>
                </a:ext>
              </a:extLst>
            </p:cNvPr>
            <p:cNvSpPr/>
            <p:nvPr/>
          </p:nvSpPr>
          <p:spPr>
            <a:xfrm flipH="1">
              <a:off x="6051087" y="633442"/>
              <a:ext cx="767939" cy="97294"/>
            </a:xfrm>
            <a:prstGeom prst="roundRect">
              <a:avLst>
                <a:gd name="adj" fmla="val 2937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13" name="直接连接符 612">
              <a:extLst>
                <a:ext uri="{FF2B5EF4-FFF2-40B4-BE49-F238E27FC236}">
                  <a16:creationId xmlns:a16="http://schemas.microsoft.com/office/drawing/2014/main" id="{4E4DCCA8-BA34-DFFC-875A-8053E12D44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11828" y="764259"/>
              <a:ext cx="767941" cy="0"/>
            </a:xfrm>
            <a:prstGeom prst="line">
              <a:avLst/>
            </a:prstGeom>
            <a:ln>
              <a:solidFill>
                <a:srgbClr val="E6001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4" name="直接连接符 613">
              <a:extLst>
                <a:ext uri="{FF2B5EF4-FFF2-40B4-BE49-F238E27FC236}">
                  <a16:creationId xmlns:a16="http://schemas.microsoft.com/office/drawing/2014/main" id="{588F7B66-DB4E-556A-E3F3-6C21B7607F9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14848" y="633442"/>
              <a:ext cx="0" cy="9729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5E053590-42FE-D48E-2C03-D31762A865CF}"/>
                </a:ext>
              </a:extLst>
            </p:cNvPr>
            <p:cNvCxnSpPr>
              <a:cxnSpLocks/>
            </p:cNvCxnSpPr>
            <p:nvPr/>
          </p:nvCxnSpPr>
          <p:spPr>
            <a:xfrm>
              <a:off x="3747086" y="568597"/>
              <a:ext cx="0" cy="295251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36" name="组合 635">
              <a:extLst>
                <a:ext uri="{FF2B5EF4-FFF2-40B4-BE49-F238E27FC236}">
                  <a16:creationId xmlns:a16="http://schemas.microsoft.com/office/drawing/2014/main" id="{769A37EA-33A6-7C24-599D-BB22C1E99BC7}"/>
                </a:ext>
              </a:extLst>
            </p:cNvPr>
            <p:cNvGrpSpPr/>
            <p:nvPr/>
          </p:nvGrpSpPr>
          <p:grpSpPr>
            <a:xfrm>
              <a:off x="4548425" y="601135"/>
              <a:ext cx="771789" cy="230164"/>
              <a:chOff x="2969309" y="601138"/>
              <a:chExt cx="771789" cy="230164"/>
            </a:xfrm>
          </p:grpSpPr>
          <p:sp>
            <p:nvSpPr>
              <p:cNvPr id="637" name="矩形 636">
                <a:extLst>
                  <a:ext uri="{FF2B5EF4-FFF2-40B4-BE49-F238E27FC236}">
                    <a16:creationId xmlns:a16="http://schemas.microsoft.com/office/drawing/2014/main" id="{95A135D9-6205-0832-D85E-44763BF7E776}"/>
                  </a:ext>
                </a:extLst>
              </p:cNvPr>
              <p:cNvSpPr/>
              <p:nvPr/>
            </p:nvSpPr>
            <p:spPr>
              <a:xfrm>
                <a:off x="2969309" y="601138"/>
                <a:ext cx="769621" cy="2301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8" name="矩形: 圆角 637">
                <a:extLst>
                  <a:ext uri="{FF2B5EF4-FFF2-40B4-BE49-F238E27FC236}">
                    <a16:creationId xmlns:a16="http://schemas.microsoft.com/office/drawing/2014/main" id="{EBC2BD31-1E83-E940-CE51-20AA7B690D0B}"/>
                  </a:ext>
                </a:extLst>
              </p:cNvPr>
              <p:cNvSpPr/>
              <p:nvPr/>
            </p:nvSpPr>
            <p:spPr>
              <a:xfrm>
                <a:off x="2971478" y="633445"/>
                <a:ext cx="769620" cy="97294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639" name="直接连接符 638">
                <a:extLst>
                  <a:ext uri="{FF2B5EF4-FFF2-40B4-BE49-F238E27FC236}">
                    <a16:creationId xmlns:a16="http://schemas.microsoft.com/office/drawing/2014/main" id="{3EABE814-99B9-AB1A-7C78-346313D48B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478" y="76426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0" name="直接连接符 639">
                <a:extLst>
                  <a:ext uri="{FF2B5EF4-FFF2-40B4-BE49-F238E27FC236}">
                    <a16:creationId xmlns:a16="http://schemas.microsoft.com/office/drawing/2014/main" id="{E31F9DE3-4FD2-D308-85C8-B837BDE5AD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36399" y="63344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41" name="直接连接符 640">
              <a:extLst>
                <a:ext uri="{FF2B5EF4-FFF2-40B4-BE49-F238E27FC236}">
                  <a16:creationId xmlns:a16="http://schemas.microsoft.com/office/drawing/2014/main" id="{ABE45A23-6435-93D9-40FB-363FCDE36540}"/>
                </a:ext>
              </a:extLst>
            </p:cNvPr>
            <p:cNvCxnSpPr>
              <a:cxnSpLocks/>
            </p:cNvCxnSpPr>
            <p:nvPr/>
          </p:nvCxnSpPr>
          <p:spPr>
            <a:xfrm>
              <a:off x="4537433" y="568597"/>
              <a:ext cx="0" cy="295251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42" name="组合 641">
              <a:extLst>
                <a:ext uri="{FF2B5EF4-FFF2-40B4-BE49-F238E27FC236}">
                  <a16:creationId xmlns:a16="http://schemas.microsoft.com/office/drawing/2014/main" id="{1E9D74BC-4418-7240-7A7B-5CF5C18F139B}"/>
                </a:ext>
              </a:extLst>
            </p:cNvPr>
            <p:cNvGrpSpPr/>
            <p:nvPr/>
          </p:nvGrpSpPr>
          <p:grpSpPr>
            <a:xfrm>
              <a:off x="5330874" y="601132"/>
              <a:ext cx="771789" cy="230164"/>
              <a:chOff x="2969309" y="601138"/>
              <a:chExt cx="771789" cy="230164"/>
            </a:xfrm>
          </p:grpSpPr>
          <p:sp>
            <p:nvSpPr>
              <p:cNvPr id="643" name="矩形 642">
                <a:extLst>
                  <a:ext uri="{FF2B5EF4-FFF2-40B4-BE49-F238E27FC236}">
                    <a16:creationId xmlns:a16="http://schemas.microsoft.com/office/drawing/2014/main" id="{1247532E-28C1-0B2C-474C-42DF0689A69F}"/>
                  </a:ext>
                </a:extLst>
              </p:cNvPr>
              <p:cNvSpPr/>
              <p:nvPr/>
            </p:nvSpPr>
            <p:spPr>
              <a:xfrm>
                <a:off x="2969309" y="601138"/>
                <a:ext cx="769621" cy="2301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4" name="矩形: 圆角 643">
                <a:extLst>
                  <a:ext uri="{FF2B5EF4-FFF2-40B4-BE49-F238E27FC236}">
                    <a16:creationId xmlns:a16="http://schemas.microsoft.com/office/drawing/2014/main" id="{61D05F89-ACA3-1BEB-1CB2-2FE5FA75CF71}"/>
                  </a:ext>
                </a:extLst>
              </p:cNvPr>
              <p:cNvSpPr/>
              <p:nvPr/>
            </p:nvSpPr>
            <p:spPr>
              <a:xfrm>
                <a:off x="2971478" y="633445"/>
                <a:ext cx="769620" cy="97294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645" name="直接连接符 644">
                <a:extLst>
                  <a:ext uri="{FF2B5EF4-FFF2-40B4-BE49-F238E27FC236}">
                    <a16:creationId xmlns:a16="http://schemas.microsoft.com/office/drawing/2014/main" id="{3AE0C067-DBEF-BFC3-3519-ED80122E24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478" y="76426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6" name="直接连接符 645">
                <a:extLst>
                  <a:ext uri="{FF2B5EF4-FFF2-40B4-BE49-F238E27FC236}">
                    <a16:creationId xmlns:a16="http://schemas.microsoft.com/office/drawing/2014/main" id="{62130298-2877-1D4B-7844-1D638E249A9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36399" y="63344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47" name="直接连接符 646">
              <a:extLst>
                <a:ext uri="{FF2B5EF4-FFF2-40B4-BE49-F238E27FC236}">
                  <a16:creationId xmlns:a16="http://schemas.microsoft.com/office/drawing/2014/main" id="{29E9F3B1-6ABB-FC8F-9787-E4B40D9F51AD}"/>
                </a:ext>
              </a:extLst>
            </p:cNvPr>
            <p:cNvCxnSpPr>
              <a:cxnSpLocks/>
            </p:cNvCxnSpPr>
            <p:nvPr/>
          </p:nvCxnSpPr>
          <p:spPr>
            <a:xfrm>
              <a:off x="5319882" y="568594"/>
              <a:ext cx="0" cy="295251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5" name="直接连接符 614">
              <a:extLst>
                <a:ext uri="{FF2B5EF4-FFF2-40B4-BE49-F238E27FC236}">
                  <a16:creationId xmlns:a16="http://schemas.microsoft.com/office/drawing/2014/main" id="{88FFE969-D0FD-A47C-1D38-130468ECA9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4161" y="568594"/>
              <a:ext cx="0" cy="295251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B5A98B81-6102-9517-3D5A-E9D693249CDF}"/>
              </a:ext>
            </a:extLst>
          </p:cNvPr>
          <p:cNvSpPr/>
          <p:nvPr/>
        </p:nvSpPr>
        <p:spPr>
          <a:xfrm>
            <a:off x="7671197" y="486678"/>
            <a:ext cx="275749" cy="622300"/>
          </a:xfrm>
          <a:custGeom>
            <a:avLst/>
            <a:gdLst>
              <a:gd name="csX0" fmla="*/ 43894 w 275749"/>
              <a:gd name="csY0" fmla="*/ 63500 h 622300"/>
              <a:gd name="csX1" fmla="*/ 43894 w 275749"/>
              <a:gd name="csY1" fmla="*/ 251460 h 622300"/>
              <a:gd name="csX2" fmla="*/ 231854 w 275749"/>
              <a:gd name="csY2" fmla="*/ 251460 h 622300"/>
              <a:gd name="csX3" fmla="*/ 231854 w 275749"/>
              <a:gd name="csY3" fmla="*/ 63500 h 622300"/>
              <a:gd name="csX4" fmla="*/ 0 w 275749"/>
              <a:gd name="csY4" fmla="*/ 0 h 622300"/>
              <a:gd name="csX5" fmla="*/ 275749 w 275749"/>
              <a:gd name="csY5" fmla="*/ 0 h 622300"/>
              <a:gd name="csX6" fmla="*/ 275749 w 275749"/>
              <a:gd name="csY6" fmla="*/ 622300 h 622300"/>
              <a:gd name="csX7" fmla="*/ 0 w 275749"/>
              <a:gd name="csY7" fmla="*/ 622300 h 6223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75749" h="622300">
                <a:moveTo>
                  <a:pt x="43894" y="63500"/>
                </a:moveTo>
                <a:lnTo>
                  <a:pt x="43894" y="251460"/>
                </a:lnTo>
                <a:lnTo>
                  <a:pt x="231854" y="251460"/>
                </a:lnTo>
                <a:lnTo>
                  <a:pt x="231854" y="63500"/>
                </a:lnTo>
                <a:close/>
                <a:moveTo>
                  <a:pt x="0" y="0"/>
                </a:moveTo>
                <a:lnTo>
                  <a:pt x="275749" y="0"/>
                </a:lnTo>
                <a:lnTo>
                  <a:pt x="275749" y="622300"/>
                </a:lnTo>
                <a:lnTo>
                  <a:pt x="0" y="62230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163A6A8D-D545-6AC1-DB40-E61577FF2145}"/>
              </a:ext>
            </a:extLst>
          </p:cNvPr>
          <p:cNvSpPr/>
          <p:nvPr/>
        </p:nvSpPr>
        <p:spPr>
          <a:xfrm>
            <a:off x="7946946" y="486678"/>
            <a:ext cx="275749" cy="622300"/>
          </a:xfrm>
          <a:custGeom>
            <a:avLst/>
            <a:gdLst>
              <a:gd name="csX0" fmla="*/ 43894 w 275749"/>
              <a:gd name="csY0" fmla="*/ 63500 h 622300"/>
              <a:gd name="csX1" fmla="*/ 43894 w 275749"/>
              <a:gd name="csY1" fmla="*/ 251460 h 622300"/>
              <a:gd name="csX2" fmla="*/ 231854 w 275749"/>
              <a:gd name="csY2" fmla="*/ 251460 h 622300"/>
              <a:gd name="csX3" fmla="*/ 231854 w 275749"/>
              <a:gd name="csY3" fmla="*/ 63500 h 622300"/>
              <a:gd name="csX4" fmla="*/ 0 w 275749"/>
              <a:gd name="csY4" fmla="*/ 0 h 622300"/>
              <a:gd name="csX5" fmla="*/ 275749 w 275749"/>
              <a:gd name="csY5" fmla="*/ 0 h 622300"/>
              <a:gd name="csX6" fmla="*/ 275749 w 275749"/>
              <a:gd name="csY6" fmla="*/ 622300 h 622300"/>
              <a:gd name="csX7" fmla="*/ 0 w 275749"/>
              <a:gd name="csY7" fmla="*/ 622300 h 6223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75749" h="622300">
                <a:moveTo>
                  <a:pt x="43894" y="63500"/>
                </a:moveTo>
                <a:lnTo>
                  <a:pt x="43894" y="251460"/>
                </a:lnTo>
                <a:lnTo>
                  <a:pt x="231854" y="251460"/>
                </a:lnTo>
                <a:lnTo>
                  <a:pt x="231854" y="63500"/>
                </a:lnTo>
                <a:close/>
                <a:moveTo>
                  <a:pt x="0" y="0"/>
                </a:moveTo>
                <a:lnTo>
                  <a:pt x="275749" y="0"/>
                </a:lnTo>
                <a:lnTo>
                  <a:pt x="275749" y="622300"/>
                </a:lnTo>
                <a:lnTo>
                  <a:pt x="0" y="62230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20" name="箭头: 上 19">
            <a:extLst>
              <a:ext uri="{FF2B5EF4-FFF2-40B4-BE49-F238E27FC236}">
                <a16:creationId xmlns:a16="http://schemas.microsoft.com/office/drawing/2014/main" id="{C657AB57-88A8-4CE9-6B29-4BC8584922D8}"/>
              </a:ext>
            </a:extLst>
          </p:cNvPr>
          <p:cNvSpPr/>
          <p:nvPr/>
        </p:nvSpPr>
        <p:spPr>
          <a:xfrm>
            <a:off x="7802166" y="882994"/>
            <a:ext cx="289560" cy="281940"/>
          </a:xfrm>
          <a:prstGeom prst="upArrow">
            <a:avLst>
              <a:gd name="adj1" fmla="val 53947"/>
              <a:gd name="adj2" fmla="val 5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scene3d>
            <a:camera prst="orthographicFront">
              <a:rot lat="3600003" lon="21599986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AD4480D-320F-B287-EA98-E7AC6C09C1FC}"/>
              </a:ext>
            </a:extLst>
          </p:cNvPr>
          <p:cNvSpPr/>
          <p:nvPr/>
        </p:nvSpPr>
        <p:spPr>
          <a:xfrm>
            <a:off x="0" y="0"/>
            <a:ext cx="8999538" cy="438912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B65534F9-9BD6-0BF0-01B1-04D4D8D63CCF}"/>
              </a:ext>
            </a:extLst>
          </p:cNvPr>
          <p:cNvSpPr/>
          <p:nvPr/>
        </p:nvSpPr>
        <p:spPr>
          <a:xfrm>
            <a:off x="2408841" y="54864"/>
            <a:ext cx="4181856" cy="329184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53" name="组合 152">
            <a:extLst>
              <a:ext uri="{FF2B5EF4-FFF2-40B4-BE49-F238E27FC236}">
                <a16:creationId xmlns:a16="http://schemas.microsoft.com/office/drawing/2014/main" id="{5775AD86-33FF-925A-7371-C1437B77919B}"/>
              </a:ext>
            </a:extLst>
          </p:cNvPr>
          <p:cNvGrpSpPr/>
          <p:nvPr/>
        </p:nvGrpSpPr>
        <p:grpSpPr>
          <a:xfrm>
            <a:off x="390597" y="4959"/>
            <a:ext cx="1280134" cy="431250"/>
            <a:chOff x="188770" y="-11103"/>
            <a:chExt cx="1280134" cy="431250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B853437F-1F5B-24FF-244C-2DC793D169EC}"/>
                </a:ext>
              </a:extLst>
            </p:cNvPr>
            <p:cNvSpPr/>
            <p:nvPr/>
          </p:nvSpPr>
          <p:spPr>
            <a:xfrm>
              <a:off x="188770" y="47240"/>
              <a:ext cx="1221882" cy="329184"/>
            </a:xfrm>
            <a:prstGeom prst="roundRect">
              <a:avLst>
                <a:gd name="adj" fmla="val 1882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8" name="文本框 147">
              <a:extLst>
                <a:ext uri="{FF2B5EF4-FFF2-40B4-BE49-F238E27FC236}">
                  <a16:creationId xmlns:a16="http://schemas.microsoft.com/office/drawing/2014/main" id="{A9612AD9-E3D3-ED40-5084-5AD8CC0FB9CC}"/>
                </a:ext>
              </a:extLst>
            </p:cNvPr>
            <p:cNvSpPr txBox="1"/>
            <p:nvPr/>
          </p:nvSpPr>
          <p:spPr>
            <a:xfrm>
              <a:off x="496280" y="-11103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黑体" panose="02010609060101010101" pitchFamily="49" charset="-122"/>
                  <a:ea typeface="黑体" panose="02010609060101010101" pitchFamily="49" charset="-122"/>
                </a:rPr>
                <a:t>天海地铁</a:t>
              </a:r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902F2CE0-AEB2-4F09-4A04-14D0687EF7DA}"/>
                </a:ext>
              </a:extLst>
            </p:cNvPr>
            <p:cNvSpPr txBox="1"/>
            <p:nvPr/>
          </p:nvSpPr>
          <p:spPr>
            <a:xfrm>
              <a:off x="500369" y="204703"/>
              <a:ext cx="96853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00" dirty="0" err="1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Tianhai</a:t>
              </a:r>
              <a:r>
                <a:rPr lang="en-US" altLang="zh-CN" sz="800" dirty="0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 Metro</a:t>
              </a:r>
              <a:endParaRPr lang="zh-CN" altLang="en-US" sz="800" dirty="0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endParaRPr>
            </a:p>
          </p:txBody>
        </p:sp>
        <p:pic>
          <p:nvPicPr>
            <p:cNvPr id="152" name="图片 151">
              <a:extLst>
                <a:ext uri="{FF2B5EF4-FFF2-40B4-BE49-F238E27FC236}">
                  <a16:creationId xmlns:a16="http://schemas.microsoft.com/office/drawing/2014/main" id="{18AC2445-3ADD-19E0-56AF-1BD08A879D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7754" y="54959"/>
              <a:ext cx="313746" cy="313746"/>
            </a:xfrm>
            <a:prstGeom prst="rect">
              <a:avLst/>
            </a:prstGeom>
          </p:spPr>
        </p:pic>
      </p:grpSp>
      <p:sp>
        <p:nvSpPr>
          <p:cNvPr id="167" name="文本框 166">
            <a:extLst>
              <a:ext uri="{FF2B5EF4-FFF2-40B4-BE49-F238E27FC236}">
                <a16:creationId xmlns:a16="http://schemas.microsoft.com/office/drawing/2014/main" id="{B97A37B0-5AB3-072F-FAD1-B64CE9C48F74}"/>
              </a:ext>
            </a:extLst>
          </p:cNvPr>
          <p:cNvSpPr txBox="1"/>
          <p:nvPr/>
        </p:nvSpPr>
        <p:spPr>
          <a:xfrm>
            <a:off x="7601248" y="16203"/>
            <a:ext cx="1847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75" name="组合 174">
            <a:extLst>
              <a:ext uri="{FF2B5EF4-FFF2-40B4-BE49-F238E27FC236}">
                <a16:creationId xmlns:a16="http://schemas.microsoft.com/office/drawing/2014/main" id="{557985B6-AA05-FFDD-92E2-89BCA43E7A19}"/>
              </a:ext>
            </a:extLst>
          </p:cNvPr>
          <p:cNvGrpSpPr/>
          <p:nvPr/>
        </p:nvGrpSpPr>
        <p:grpSpPr>
          <a:xfrm>
            <a:off x="8140497" y="13642"/>
            <a:ext cx="821036" cy="400110"/>
            <a:chOff x="1526333" y="4012"/>
            <a:chExt cx="821036" cy="400110"/>
          </a:xfrm>
        </p:grpSpPr>
        <p:sp>
          <p:nvSpPr>
            <p:cNvPr id="176" name="矩形: 圆角 175">
              <a:extLst>
                <a:ext uri="{FF2B5EF4-FFF2-40B4-BE49-F238E27FC236}">
                  <a16:creationId xmlns:a16="http://schemas.microsoft.com/office/drawing/2014/main" id="{85603F94-CF62-BFFB-FB85-12232F06C1C0}"/>
                </a:ext>
              </a:extLst>
            </p:cNvPr>
            <p:cNvSpPr/>
            <p:nvPr/>
          </p:nvSpPr>
          <p:spPr>
            <a:xfrm flipH="1">
              <a:off x="1526333" y="54864"/>
              <a:ext cx="753551" cy="329184"/>
            </a:xfrm>
            <a:prstGeom prst="roundRect">
              <a:avLst>
                <a:gd name="adj" fmla="val 1882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7" name="文本框 176">
              <a:extLst>
                <a:ext uri="{FF2B5EF4-FFF2-40B4-BE49-F238E27FC236}">
                  <a16:creationId xmlns:a16="http://schemas.microsoft.com/office/drawing/2014/main" id="{BECCB0AF-58CF-7752-C2A4-6119276311BB}"/>
                </a:ext>
              </a:extLst>
            </p:cNvPr>
            <p:cNvSpPr txBox="1"/>
            <p:nvPr/>
          </p:nvSpPr>
          <p:spPr>
            <a:xfrm>
              <a:off x="1792890" y="4012"/>
              <a:ext cx="5544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latin typeface="黑体" panose="02010609060101010101" pitchFamily="49" charset="-122"/>
                  <a:ea typeface="黑体" panose="02010609060101010101" pitchFamily="49" charset="-122"/>
                </a:rPr>
                <a:t>号线</a:t>
              </a:r>
              <a:endPara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r>
                <a:rPr lang="en-US" altLang="zh-CN" sz="800" dirty="0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 Line</a:t>
              </a:r>
              <a:endParaRPr lang="zh-CN" altLang="en-US" sz="800" dirty="0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endParaRPr>
            </a:p>
          </p:txBody>
        </p:sp>
        <p:sp>
          <p:nvSpPr>
            <p:cNvPr id="178" name="矩形: 圆角 177">
              <a:extLst>
                <a:ext uri="{FF2B5EF4-FFF2-40B4-BE49-F238E27FC236}">
                  <a16:creationId xmlns:a16="http://schemas.microsoft.com/office/drawing/2014/main" id="{7805EBF6-2E17-4BA5-885F-CCF52677218A}"/>
                </a:ext>
              </a:extLst>
            </p:cNvPr>
            <p:cNvSpPr/>
            <p:nvPr/>
          </p:nvSpPr>
          <p:spPr>
            <a:xfrm flipH="1">
              <a:off x="1557516" y="75456"/>
              <a:ext cx="288000" cy="288000"/>
            </a:xfrm>
            <a:prstGeom prst="roundRect">
              <a:avLst>
                <a:gd name="adj" fmla="val 18827"/>
              </a:avLst>
            </a:prstGeom>
            <a:solidFill>
              <a:srgbClr val="E6001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9" name="文本框 178">
              <a:extLst>
                <a:ext uri="{FF2B5EF4-FFF2-40B4-BE49-F238E27FC236}">
                  <a16:creationId xmlns:a16="http://schemas.microsoft.com/office/drawing/2014/main" id="{601E23AE-72F1-2330-4FE6-5063393ABB32}"/>
                </a:ext>
              </a:extLst>
            </p:cNvPr>
            <p:cNvSpPr txBox="1"/>
            <p:nvPr/>
          </p:nvSpPr>
          <p:spPr>
            <a:xfrm>
              <a:off x="1542658" y="34790"/>
              <a:ext cx="317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1</a:t>
              </a:r>
              <a:endParaRPr lang="zh-CN" altLang="en-US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sp>
        <p:nvSpPr>
          <p:cNvPr id="181" name="矩形: 圆角 180">
            <a:extLst>
              <a:ext uri="{FF2B5EF4-FFF2-40B4-BE49-F238E27FC236}">
                <a16:creationId xmlns:a16="http://schemas.microsoft.com/office/drawing/2014/main" id="{4E082680-E81A-8CE2-9E90-AACFE6EB1680}"/>
              </a:ext>
            </a:extLst>
          </p:cNvPr>
          <p:cNvSpPr/>
          <p:nvPr/>
        </p:nvSpPr>
        <p:spPr>
          <a:xfrm flipH="1">
            <a:off x="7121513" y="62216"/>
            <a:ext cx="959469" cy="329184"/>
          </a:xfrm>
          <a:prstGeom prst="roundRect">
            <a:avLst>
              <a:gd name="adj" fmla="val 188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6" name="文本框 185">
            <a:extLst>
              <a:ext uri="{FF2B5EF4-FFF2-40B4-BE49-F238E27FC236}">
                <a16:creationId xmlns:a16="http://schemas.microsoft.com/office/drawing/2014/main" id="{A7AAA7C9-ED91-7160-310B-8AE300468E1A}"/>
              </a:ext>
            </a:extLst>
          </p:cNvPr>
          <p:cNvSpPr txBox="1"/>
          <p:nvPr/>
        </p:nvSpPr>
        <p:spPr>
          <a:xfrm>
            <a:off x="7075351" y="24834"/>
            <a:ext cx="10502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dirty="0">
                <a:latin typeface="黑体" panose="02010609060101010101" pitchFamily="49" charset="-122"/>
                <a:ea typeface="黑体" panose="02010609060101010101" pitchFamily="49" charset="-122"/>
              </a:rPr>
              <a:t>终点站</a:t>
            </a:r>
            <a:r>
              <a:rPr lang="en-US" altLang="zh-CN" sz="900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900" dirty="0">
                <a:latin typeface="黑体" panose="02010609060101010101" pitchFamily="49" charset="-122"/>
                <a:ea typeface="黑体" panose="02010609060101010101" pitchFamily="49" charset="-122"/>
              </a:rPr>
              <a:t>天海北站</a:t>
            </a:r>
          </a:p>
        </p:txBody>
      </p:sp>
      <p:pic>
        <p:nvPicPr>
          <p:cNvPr id="189" name="图片 188">
            <a:extLst>
              <a:ext uri="{FF2B5EF4-FFF2-40B4-BE49-F238E27FC236}">
                <a16:creationId xmlns:a16="http://schemas.microsoft.com/office/drawing/2014/main" id="{907C136A-526F-0E54-F798-4E048914FD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5821" y="196261"/>
            <a:ext cx="789348" cy="228967"/>
          </a:xfrm>
          <a:prstGeom prst="rect">
            <a:avLst/>
          </a:prstGeom>
        </p:spPr>
      </p:pic>
      <p:sp>
        <p:nvSpPr>
          <p:cNvPr id="461" name="文本框 460">
            <a:extLst>
              <a:ext uri="{FF2B5EF4-FFF2-40B4-BE49-F238E27FC236}">
                <a16:creationId xmlns:a16="http://schemas.microsoft.com/office/drawing/2014/main" id="{1FD34544-1C23-CF03-8E51-C0899EEE3E1B}"/>
              </a:ext>
            </a:extLst>
          </p:cNvPr>
          <p:cNvSpPr txBox="1"/>
          <p:nvPr/>
        </p:nvSpPr>
        <p:spPr>
          <a:xfrm>
            <a:off x="3521089" y="34532"/>
            <a:ext cx="22621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注意脚下 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Mind Your Step.</a:t>
            </a:r>
            <a:endParaRPr lang="zh-CN" altLang="en-US" sz="1200" dirty="0">
              <a:latin typeface="Cascadia Code" panose="020B0609020000020004" pitchFamily="49" charset="0"/>
              <a:ea typeface="黑体" panose="02010609060101010101" pitchFamily="49" charset="-122"/>
              <a:cs typeface="Cascadia Code" panose="020B0609020000020004" pitchFamily="49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2C8FCA0-C0A3-2B0F-84B3-81864DE85EE4}"/>
              </a:ext>
            </a:extLst>
          </p:cNvPr>
          <p:cNvSpPr txBox="1"/>
          <p:nvPr/>
        </p:nvSpPr>
        <p:spPr>
          <a:xfrm>
            <a:off x="7381727" y="1067114"/>
            <a:ext cx="1130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本侧开门</a:t>
            </a:r>
            <a:endParaRPr lang="en-US" altLang="zh-CN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zh-CN" sz="800" dirty="0"/>
              <a:t>This Side Doors Open</a:t>
            </a:r>
          </a:p>
        </p:txBody>
      </p:sp>
      <p:sp>
        <p:nvSpPr>
          <p:cNvPr id="600" name="文本框 599">
            <a:extLst>
              <a:ext uri="{FF2B5EF4-FFF2-40B4-BE49-F238E27FC236}">
                <a16:creationId xmlns:a16="http://schemas.microsoft.com/office/drawing/2014/main" id="{BC4D41CC-0143-BA68-F7CB-33B728485D0E}"/>
              </a:ext>
            </a:extLst>
          </p:cNvPr>
          <p:cNvSpPr txBox="1"/>
          <p:nvPr/>
        </p:nvSpPr>
        <p:spPr>
          <a:xfrm>
            <a:off x="3114397" y="902281"/>
            <a:ext cx="2847254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灯闪铃响请勿上下车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zh-CN" sz="800" dirty="0">
                <a:latin typeface="+mn-ea"/>
              </a:rPr>
              <a:t>Flashing Lights and Alarm Sounding: Do Not Board or Alight</a:t>
            </a:r>
            <a:endParaRPr lang="en-US" altLang="zh-CN" sz="800" dirty="0">
              <a:latin typeface="+mn-ea"/>
            </a:endParaRPr>
          </a:p>
          <a:p>
            <a:pPr algn="ctr"/>
            <a:endParaRPr lang="zh-CN" altLang="en-US" sz="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05808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81 4.4763E-6 L -1.53466E-6 4.4763E-6 " pathEditMode="relative" rAng="0" ptsTypes="AA">
                                      <p:cBhvr>
                                        <p:cTn id="6" dur="1000" spd="-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2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7862E-6 4.4763E-6 L 0.01782 4.4763E-6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2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9414E-6 8.37927E-7 L 0.79397 -0.00221 " pathEditMode="relative" rAng="0" ptsTypes="AA">
                                      <p:cBhvr>
                                        <p:cTn id="10" dur="1500" fill="hold"/>
                                        <p:tgtEl>
                                          <p:spTgt spid="6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690" y="-1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" presetID="10" presetClass="entr" presetSubtype="0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19" grpId="0" animBg="1"/>
      <p:bldP spid="18" grpId="0" animBg="1"/>
      <p:bldP spid="2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223F0-6950-0F07-F426-63E861CDE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3A22A967-8B6A-3D7E-3218-FDF6DF0136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550" y="1071848"/>
            <a:ext cx="463118" cy="270278"/>
          </a:xfrm>
          <a:prstGeom prst="rect">
            <a:avLst/>
          </a:prstGeom>
        </p:spPr>
      </p:pic>
      <p:sp>
        <p:nvSpPr>
          <p:cNvPr id="377" name="文本框 376">
            <a:extLst>
              <a:ext uri="{FF2B5EF4-FFF2-40B4-BE49-F238E27FC236}">
                <a16:creationId xmlns:a16="http://schemas.microsoft.com/office/drawing/2014/main" id="{B3323017-31AD-5858-42BB-C009D5748646}"/>
              </a:ext>
            </a:extLst>
          </p:cNvPr>
          <p:cNvSpPr txBox="1"/>
          <p:nvPr/>
        </p:nvSpPr>
        <p:spPr>
          <a:xfrm>
            <a:off x="1167610" y="483926"/>
            <a:ext cx="8883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人民广场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People’s Square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434" name="任意多边形: 形状 433">
            <a:extLst>
              <a:ext uri="{FF2B5EF4-FFF2-40B4-BE49-F238E27FC236}">
                <a16:creationId xmlns:a16="http://schemas.microsoft.com/office/drawing/2014/main" id="{7BEA25A7-1040-A5C1-AB92-46548AA93090}"/>
              </a:ext>
            </a:extLst>
          </p:cNvPr>
          <p:cNvSpPr/>
          <p:nvPr/>
        </p:nvSpPr>
        <p:spPr>
          <a:xfrm rot="5400000">
            <a:off x="8375845" y="972712"/>
            <a:ext cx="146670" cy="54534"/>
          </a:xfrm>
          <a:custGeom>
            <a:avLst/>
            <a:gdLst>
              <a:gd name="csX0" fmla="*/ 0 w 146670"/>
              <a:gd name="csY0" fmla="*/ 54534 h 54534"/>
              <a:gd name="csX1" fmla="*/ 0 w 146670"/>
              <a:gd name="csY1" fmla="*/ 0 h 54534"/>
              <a:gd name="csX2" fmla="*/ 146670 w 146670"/>
              <a:gd name="csY2" fmla="*/ 0 h 54534"/>
              <a:gd name="csX3" fmla="*/ 101130 w 146670"/>
              <a:gd name="csY3" fmla="*/ 54534 h 545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46670" h="54534">
                <a:moveTo>
                  <a:pt x="0" y="54534"/>
                </a:moveTo>
                <a:lnTo>
                  <a:pt x="0" y="0"/>
                </a:lnTo>
                <a:lnTo>
                  <a:pt x="146670" y="0"/>
                </a:lnTo>
                <a:lnTo>
                  <a:pt x="101130" y="54534"/>
                </a:lnTo>
                <a:close/>
              </a:path>
            </a:pathLst>
          </a:custGeom>
          <a:solidFill>
            <a:srgbClr val="52AB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436" name="任意多边形: 形状 435">
            <a:extLst>
              <a:ext uri="{FF2B5EF4-FFF2-40B4-BE49-F238E27FC236}">
                <a16:creationId xmlns:a16="http://schemas.microsoft.com/office/drawing/2014/main" id="{651BA841-5564-2668-A7FD-DE54B2BD1C94}"/>
              </a:ext>
            </a:extLst>
          </p:cNvPr>
          <p:cNvSpPr/>
          <p:nvPr/>
        </p:nvSpPr>
        <p:spPr>
          <a:xfrm rot="16200000" flipH="1">
            <a:off x="8430379" y="972712"/>
            <a:ext cx="146670" cy="54534"/>
          </a:xfrm>
          <a:custGeom>
            <a:avLst/>
            <a:gdLst>
              <a:gd name="csX0" fmla="*/ 0 w 146670"/>
              <a:gd name="csY0" fmla="*/ 54534 h 54534"/>
              <a:gd name="csX1" fmla="*/ 0 w 146670"/>
              <a:gd name="csY1" fmla="*/ 0 h 54534"/>
              <a:gd name="csX2" fmla="*/ 146670 w 146670"/>
              <a:gd name="csY2" fmla="*/ 0 h 54534"/>
              <a:gd name="csX3" fmla="*/ 101130 w 146670"/>
              <a:gd name="csY3" fmla="*/ 54534 h 545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46670" h="54534">
                <a:moveTo>
                  <a:pt x="0" y="54534"/>
                </a:moveTo>
                <a:lnTo>
                  <a:pt x="0" y="0"/>
                </a:lnTo>
                <a:lnTo>
                  <a:pt x="146670" y="0"/>
                </a:lnTo>
                <a:lnTo>
                  <a:pt x="101130" y="54534"/>
                </a:lnTo>
                <a:close/>
              </a:path>
            </a:pathLst>
          </a:custGeom>
          <a:solidFill>
            <a:srgbClr val="FFC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419" name="箭头: 五边形 418">
            <a:extLst>
              <a:ext uri="{FF2B5EF4-FFF2-40B4-BE49-F238E27FC236}">
                <a16:creationId xmlns:a16="http://schemas.microsoft.com/office/drawing/2014/main" id="{FAB29136-6F08-D392-26B1-13D90E92DD44}"/>
              </a:ext>
            </a:extLst>
          </p:cNvPr>
          <p:cNvSpPr/>
          <p:nvPr/>
        </p:nvSpPr>
        <p:spPr>
          <a:xfrm rot="5400000">
            <a:off x="389462" y="939404"/>
            <a:ext cx="149365" cy="115523"/>
          </a:xfrm>
          <a:prstGeom prst="homePlate">
            <a:avLst>
              <a:gd name="adj" fmla="val 41754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4" name="矩形 343">
            <a:extLst>
              <a:ext uri="{FF2B5EF4-FFF2-40B4-BE49-F238E27FC236}">
                <a16:creationId xmlns:a16="http://schemas.microsoft.com/office/drawing/2014/main" id="{3CCE43B3-E1CA-784D-D52C-CE65CB143BD6}"/>
              </a:ext>
            </a:extLst>
          </p:cNvPr>
          <p:cNvSpPr/>
          <p:nvPr/>
        </p:nvSpPr>
        <p:spPr>
          <a:xfrm>
            <a:off x="446284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5" name="文本框 374">
            <a:extLst>
              <a:ext uri="{FF2B5EF4-FFF2-40B4-BE49-F238E27FC236}">
                <a16:creationId xmlns:a16="http://schemas.microsoft.com/office/drawing/2014/main" id="{84BBBCDF-9F04-9DA9-6283-67ED211255E0}"/>
              </a:ext>
            </a:extLst>
          </p:cNvPr>
          <p:cNvSpPr txBox="1"/>
          <p:nvPr/>
        </p:nvSpPr>
        <p:spPr>
          <a:xfrm>
            <a:off x="691110" y="1018885"/>
            <a:ext cx="7072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镇海路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Zhenhai</a:t>
            </a:r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 Rd.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190" name="椭圆 189">
            <a:extLst>
              <a:ext uri="{FF2B5EF4-FFF2-40B4-BE49-F238E27FC236}">
                <a16:creationId xmlns:a16="http://schemas.microsoft.com/office/drawing/2014/main" id="{321FD3D0-1E53-9A43-BCD8-3BC6E0655ABA}"/>
              </a:ext>
            </a:extLst>
          </p:cNvPr>
          <p:cNvSpPr/>
          <p:nvPr/>
        </p:nvSpPr>
        <p:spPr>
          <a:xfrm>
            <a:off x="396607" y="874625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46" name="矩形 345">
            <a:extLst>
              <a:ext uri="{FF2B5EF4-FFF2-40B4-BE49-F238E27FC236}">
                <a16:creationId xmlns:a16="http://schemas.microsoft.com/office/drawing/2014/main" id="{AC53F223-0F87-3F7C-1A89-42BA562D606A}"/>
              </a:ext>
            </a:extLst>
          </p:cNvPr>
          <p:cNvSpPr/>
          <p:nvPr/>
        </p:nvSpPr>
        <p:spPr>
          <a:xfrm>
            <a:off x="1042208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8" name="矩形 347">
            <a:extLst>
              <a:ext uri="{FF2B5EF4-FFF2-40B4-BE49-F238E27FC236}">
                <a16:creationId xmlns:a16="http://schemas.microsoft.com/office/drawing/2014/main" id="{3E485172-3380-5D2C-4CBE-75F296B3ECAB}"/>
              </a:ext>
            </a:extLst>
          </p:cNvPr>
          <p:cNvSpPr/>
          <p:nvPr/>
        </p:nvSpPr>
        <p:spPr>
          <a:xfrm>
            <a:off x="1611803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0" name="矩形 349">
            <a:extLst>
              <a:ext uri="{FF2B5EF4-FFF2-40B4-BE49-F238E27FC236}">
                <a16:creationId xmlns:a16="http://schemas.microsoft.com/office/drawing/2014/main" id="{45F915E0-2089-14DA-F61E-520A88160189}"/>
              </a:ext>
            </a:extLst>
          </p:cNvPr>
          <p:cNvSpPr/>
          <p:nvPr/>
        </p:nvSpPr>
        <p:spPr>
          <a:xfrm>
            <a:off x="2204776" y="900114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2" name="矩形 351">
            <a:extLst>
              <a:ext uri="{FF2B5EF4-FFF2-40B4-BE49-F238E27FC236}">
                <a16:creationId xmlns:a16="http://schemas.microsoft.com/office/drawing/2014/main" id="{593B5BED-7ACB-B82D-4977-66ED4EF3BC23}"/>
              </a:ext>
            </a:extLst>
          </p:cNvPr>
          <p:cNvSpPr/>
          <p:nvPr/>
        </p:nvSpPr>
        <p:spPr>
          <a:xfrm>
            <a:off x="2783501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4" name="矩形 353">
            <a:extLst>
              <a:ext uri="{FF2B5EF4-FFF2-40B4-BE49-F238E27FC236}">
                <a16:creationId xmlns:a16="http://schemas.microsoft.com/office/drawing/2014/main" id="{3C1DE631-2FA6-2D3B-7F4C-013BC6A7357A}"/>
              </a:ext>
            </a:extLst>
          </p:cNvPr>
          <p:cNvSpPr/>
          <p:nvPr/>
        </p:nvSpPr>
        <p:spPr>
          <a:xfrm>
            <a:off x="3320018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6" name="矩形 355">
            <a:extLst>
              <a:ext uri="{FF2B5EF4-FFF2-40B4-BE49-F238E27FC236}">
                <a16:creationId xmlns:a16="http://schemas.microsoft.com/office/drawing/2014/main" id="{A29094C6-5F18-DCA4-512D-6F1778417CD1}"/>
              </a:ext>
            </a:extLst>
          </p:cNvPr>
          <p:cNvSpPr/>
          <p:nvPr/>
        </p:nvSpPr>
        <p:spPr>
          <a:xfrm>
            <a:off x="3893516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8" name="矩形 357">
            <a:extLst>
              <a:ext uri="{FF2B5EF4-FFF2-40B4-BE49-F238E27FC236}">
                <a16:creationId xmlns:a16="http://schemas.microsoft.com/office/drawing/2014/main" id="{A4604A6F-EB08-700B-2935-BE18BC607D79}"/>
              </a:ext>
            </a:extLst>
          </p:cNvPr>
          <p:cNvSpPr/>
          <p:nvPr/>
        </p:nvSpPr>
        <p:spPr>
          <a:xfrm>
            <a:off x="4463780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0" name="矩形 359">
            <a:extLst>
              <a:ext uri="{FF2B5EF4-FFF2-40B4-BE49-F238E27FC236}">
                <a16:creationId xmlns:a16="http://schemas.microsoft.com/office/drawing/2014/main" id="{8F4A4C45-55AB-303B-3577-7FC3F24840A0}"/>
              </a:ext>
            </a:extLst>
          </p:cNvPr>
          <p:cNvSpPr/>
          <p:nvPr/>
        </p:nvSpPr>
        <p:spPr>
          <a:xfrm>
            <a:off x="5034042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2" name="矩形 361">
            <a:extLst>
              <a:ext uri="{FF2B5EF4-FFF2-40B4-BE49-F238E27FC236}">
                <a16:creationId xmlns:a16="http://schemas.microsoft.com/office/drawing/2014/main" id="{F6EAED43-5AF3-5ACF-E7E6-EEF5315687BE}"/>
              </a:ext>
            </a:extLst>
          </p:cNvPr>
          <p:cNvSpPr/>
          <p:nvPr/>
        </p:nvSpPr>
        <p:spPr>
          <a:xfrm>
            <a:off x="5603637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4" name="矩形 363">
            <a:extLst>
              <a:ext uri="{FF2B5EF4-FFF2-40B4-BE49-F238E27FC236}">
                <a16:creationId xmlns:a16="http://schemas.microsoft.com/office/drawing/2014/main" id="{CCD735A9-50A3-CE3F-5AD1-0D7A0CCB605E}"/>
              </a:ext>
            </a:extLst>
          </p:cNvPr>
          <p:cNvSpPr/>
          <p:nvPr/>
        </p:nvSpPr>
        <p:spPr>
          <a:xfrm>
            <a:off x="6174566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8" name="矩形 367">
            <a:extLst>
              <a:ext uri="{FF2B5EF4-FFF2-40B4-BE49-F238E27FC236}">
                <a16:creationId xmlns:a16="http://schemas.microsoft.com/office/drawing/2014/main" id="{208640E8-1EAE-A20D-C675-E1CBD43272FB}"/>
              </a:ext>
            </a:extLst>
          </p:cNvPr>
          <p:cNvSpPr/>
          <p:nvPr/>
        </p:nvSpPr>
        <p:spPr>
          <a:xfrm>
            <a:off x="6744161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0" name="矩形 369">
            <a:extLst>
              <a:ext uri="{FF2B5EF4-FFF2-40B4-BE49-F238E27FC236}">
                <a16:creationId xmlns:a16="http://schemas.microsoft.com/office/drawing/2014/main" id="{02390B2B-CEBC-D7D4-FFCC-564C9E2F5EFC}"/>
              </a:ext>
            </a:extLst>
          </p:cNvPr>
          <p:cNvSpPr/>
          <p:nvPr/>
        </p:nvSpPr>
        <p:spPr>
          <a:xfrm>
            <a:off x="7313756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2" name="矩形 371">
            <a:extLst>
              <a:ext uri="{FF2B5EF4-FFF2-40B4-BE49-F238E27FC236}">
                <a16:creationId xmlns:a16="http://schemas.microsoft.com/office/drawing/2014/main" id="{88D2DC4D-DFDE-5B9A-57EA-A94A83C4464E}"/>
              </a:ext>
            </a:extLst>
          </p:cNvPr>
          <p:cNvSpPr/>
          <p:nvPr/>
        </p:nvSpPr>
        <p:spPr>
          <a:xfrm>
            <a:off x="7880639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A2E4D02-4848-6D98-B42C-2EB1756B85D4}"/>
              </a:ext>
            </a:extLst>
          </p:cNvPr>
          <p:cNvSpPr/>
          <p:nvPr/>
        </p:nvSpPr>
        <p:spPr>
          <a:xfrm>
            <a:off x="0" y="0"/>
            <a:ext cx="8999538" cy="438912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FA741359-DE73-8C90-0693-0F8310CFFFEB}"/>
              </a:ext>
            </a:extLst>
          </p:cNvPr>
          <p:cNvSpPr/>
          <p:nvPr/>
        </p:nvSpPr>
        <p:spPr>
          <a:xfrm>
            <a:off x="2408841" y="54864"/>
            <a:ext cx="4181856" cy="329184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53" name="组合 152">
            <a:extLst>
              <a:ext uri="{FF2B5EF4-FFF2-40B4-BE49-F238E27FC236}">
                <a16:creationId xmlns:a16="http://schemas.microsoft.com/office/drawing/2014/main" id="{ED47A189-485E-9DE2-E91C-6C0DF7061913}"/>
              </a:ext>
            </a:extLst>
          </p:cNvPr>
          <p:cNvGrpSpPr/>
          <p:nvPr/>
        </p:nvGrpSpPr>
        <p:grpSpPr>
          <a:xfrm>
            <a:off x="390597" y="4959"/>
            <a:ext cx="1280134" cy="431250"/>
            <a:chOff x="188770" y="-11103"/>
            <a:chExt cx="1280134" cy="431250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4C0FA2D8-576F-F512-A7A5-931181F46477}"/>
                </a:ext>
              </a:extLst>
            </p:cNvPr>
            <p:cNvSpPr/>
            <p:nvPr/>
          </p:nvSpPr>
          <p:spPr>
            <a:xfrm>
              <a:off x="188770" y="47240"/>
              <a:ext cx="1221882" cy="329184"/>
            </a:xfrm>
            <a:prstGeom prst="roundRect">
              <a:avLst>
                <a:gd name="adj" fmla="val 1882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8" name="文本框 147">
              <a:extLst>
                <a:ext uri="{FF2B5EF4-FFF2-40B4-BE49-F238E27FC236}">
                  <a16:creationId xmlns:a16="http://schemas.microsoft.com/office/drawing/2014/main" id="{51DCC30E-BD0C-ABA6-2009-C7B46675A3EE}"/>
                </a:ext>
              </a:extLst>
            </p:cNvPr>
            <p:cNvSpPr txBox="1"/>
            <p:nvPr/>
          </p:nvSpPr>
          <p:spPr>
            <a:xfrm>
              <a:off x="496280" y="-11103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黑体" panose="02010609060101010101" pitchFamily="49" charset="-122"/>
                  <a:ea typeface="黑体" panose="02010609060101010101" pitchFamily="49" charset="-122"/>
                </a:rPr>
                <a:t>天海地铁</a:t>
              </a:r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1EC1ABCB-1DAA-7FFB-B8F2-07454DCA02A7}"/>
                </a:ext>
              </a:extLst>
            </p:cNvPr>
            <p:cNvSpPr txBox="1"/>
            <p:nvPr/>
          </p:nvSpPr>
          <p:spPr>
            <a:xfrm>
              <a:off x="500369" y="204703"/>
              <a:ext cx="96853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00" dirty="0" err="1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Tianhai</a:t>
              </a:r>
              <a:r>
                <a:rPr lang="en-US" altLang="zh-CN" sz="800" dirty="0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 Metro</a:t>
              </a:r>
              <a:endParaRPr lang="zh-CN" altLang="en-US" sz="800" dirty="0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endParaRPr>
            </a:p>
          </p:txBody>
        </p:sp>
        <p:pic>
          <p:nvPicPr>
            <p:cNvPr id="152" name="图片 151">
              <a:extLst>
                <a:ext uri="{FF2B5EF4-FFF2-40B4-BE49-F238E27FC236}">
                  <a16:creationId xmlns:a16="http://schemas.microsoft.com/office/drawing/2014/main" id="{82EEBC7B-DE86-6585-25B7-F27C2F6A68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7754" y="54959"/>
              <a:ext cx="313746" cy="313746"/>
            </a:xfrm>
            <a:prstGeom prst="rect">
              <a:avLst/>
            </a:prstGeom>
          </p:spPr>
        </p:pic>
      </p:grpSp>
      <p:sp>
        <p:nvSpPr>
          <p:cNvPr id="167" name="文本框 166">
            <a:extLst>
              <a:ext uri="{FF2B5EF4-FFF2-40B4-BE49-F238E27FC236}">
                <a16:creationId xmlns:a16="http://schemas.microsoft.com/office/drawing/2014/main" id="{739D8E80-023B-B673-A22A-09648494BC29}"/>
              </a:ext>
            </a:extLst>
          </p:cNvPr>
          <p:cNvSpPr txBox="1"/>
          <p:nvPr/>
        </p:nvSpPr>
        <p:spPr>
          <a:xfrm>
            <a:off x="7601248" y="16203"/>
            <a:ext cx="1847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75" name="组合 174">
            <a:extLst>
              <a:ext uri="{FF2B5EF4-FFF2-40B4-BE49-F238E27FC236}">
                <a16:creationId xmlns:a16="http://schemas.microsoft.com/office/drawing/2014/main" id="{A5C1DA16-EBAA-6942-EC23-F1B65F58358C}"/>
              </a:ext>
            </a:extLst>
          </p:cNvPr>
          <p:cNvGrpSpPr/>
          <p:nvPr/>
        </p:nvGrpSpPr>
        <p:grpSpPr>
          <a:xfrm>
            <a:off x="8140497" y="13642"/>
            <a:ext cx="821036" cy="400110"/>
            <a:chOff x="1526333" y="4012"/>
            <a:chExt cx="821036" cy="400110"/>
          </a:xfrm>
        </p:grpSpPr>
        <p:sp>
          <p:nvSpPr>
            <p:cNvPr id="176" name="矩形: 圆角 175">
              <a:extLst>
                <a:ext uri="{FF2B5EF4-FFF2-40B4-BE49-F238E27FC236}">
                  <a16:creationId xmlns:a16="http://schemas.microsoft.com/office/drawing/2014/main" id="{7560D9E8-4DBA-D65F-EC3B-3EB11159B2BE}"/>
                </a:ext>
              </a:extLst>
            </p:cNvPr>
            <p:cNvSpPr/>
            <p:nvPr/>
          </p:nvSpPr>
          <p:spPr>
            <a:xfrm flipH="1">
              <a:off x="1526333" y="54864"/>
              <a:ext cx="753551" cy="329184"/>
            </a:xfrm>
            <a:prstGeom prst="roundRect">
              <a:avLst>
                <a:gd name="adj" fmla="val 1882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7" name="文本框 176">
              <a:extLst>
                <a:ext uri="{FF2B5EF4-FFF2-40B4-BE49-F238E27FC236}">
                  <a16:creationId xmlns:a16="http://schemas.microsoft.com/office/drawing/2014/main" id="{9B859CEC-4A60-84C6-F07A-94A35AA4D362}"/>
                </a:ext>
              </a:extLst>
            </p:cNvPr>
            <p:cNvSpPr txBox="1"/>
            <p:nvPr/>
          </p:nvSpPr>
          <p:spPr>
            <a:xfrm>
              <a:off x="1792890" y="4012"/>
              <a:ext cx="5544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latin typeface="黑体" panose="02010609060101010101" pitchFamily="49" charset="-122"/>
                  <a:ea typeface="黑体" panose="02010609060101010101" pitchFamily="49" charset="-122"/>
                </a:rPr>
                <a:t>号线</a:t>
              </a:r>
              <a:endPara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r>
                <a:rPr lang="en-US" altLang="zh-CN" sz="800" dirty="0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 Line</a:t>
              </a:r>
              <a:endParaRPr lang="zh-CN" altLang="en-US" sz="800" dirty="0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endParaRPr>
            </a:p>
          </p:txBody>
        </p:sp>
        <p:sp>
          <p:nvSpPr>
            <p:cNvPr id="178" name="矩形: 圆角 177">
              <a:extLst>
                <a:ext uri="{FF2B5EF4-FFF2-40B4-BE49-F238E27FC236}">
                  <a16:creationId xmlns:a16="http://schemas.microsoft.com/office/drawing/2014/main" id="{19D864ED-F355-BD88-32E6-67D0E17017C9}"/>
                </a:ext>
              </a:extLst>
            </p:cNvPr>
            <p:cNvSpPr/>
            <p:nvPr/>
          </p:nvSpPr>
          <p:spPr>
            <a:xfrm flipH="1">
              <a:off x="1557516" y="75456"/>
              <a:ext cx="288000" cy="288000"/>
            </a:xfrm>
            <a:prstGeom prst="roundRect">
              <a:avLst>
                <a:gd name="adj" fmla="val 18827"/>
              </a:avLst>
            </a:prstGeom>
            <a:solidFill>
              <a:srgbClr val="E6001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9" name="文本框 178">
              <a:extLst>
                <a:ext uri="{FF2B5EF4-FFF2-40B4-BE49-F238E27FC236}">
                  <a16:creationId xmlns:a16="http://schemas.microsoft.com/office/drawing/2014/main" id="{B84DD4EC-FB7D-1580-2533-8FBB15161FCE}"/>
                </a:ext>
              </a:extLst>
            </p:cNvPr>
            <p:cNvSpPr txBox="1"/>
            <p:nvPr/>
          </p:nvSpPr>
          <p:spPr>
            <a:xfrm>
              <a:off x="1542658" y="34790"/>
              <a:ext cx="317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1</a:t>
              </a:r>
              <a:endParaRPr lang="zh-CN" altLang="en-US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sp>
        <p:nvSpPr>
          <p:cNvPr id="181" name="矩形: 圆角 180">
            <a:extLst>
              <a:ext uri="{FF2B5EF4-FFF2-40B4-BE49-F238E27FC236}">
                <a16:creationId xmlns:a16="http://schemas.microsoft.com/office/drawing/2014/main" id="{C630F412-DD71-C947-A037-5E682F8CEBF4}"/>
              </a:ext>
            </a:extLst>
          </p:cNvPr>
          <p:cNvSpPr/>
          <p:nvPr/>
        </p:nvSpPr>
        <p:spPr>
          <a:xfrm flipH="1">
            <a:off x="7121513" y="62216"/>
            <a:ext cx="959469" cy="329184"/>
          </a:xfrm>
          <a:prstGeom prst="roundRect">
            <a:avLst>
              <a:gd name="adj" fmla="val 188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6" name="文本框 185">
            <a:extLst>
              <a:ext uri="{FF2B5EF4-FFF2-40B4-BE49-F238E27FC236}">
                <a16:creationId xmlns:a16="http://schemas.microsoft.com/office/drawing/2014/main" id="{CB2A25D9-B0A2-A810-EB83-364A16706EB4}"/>
              </a:ext>
            </a:extLst>
          </p:cNvPr>
          <p:cNvSpPr txBox="1"/>
          <p:nvPr/>
        </p:nvSpPr>
        <p:spPr>
          <a:xfrm>
            <a:off x="7075351" y="24834"/>
            <a:ext cx="10502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dirty="0">
                <a:latin typeface="黑体" panose="02010609060101010101" pitchFamily="49" charset="-122"/>
                <a:ea typeface="黑体" panose="02010609060101010101" pitchFamily="49" charset="-122"/>
              </a:rPr>
              <a:t>终点站</a:t>
            </a:r>
            <a:r>
              <a:rPr lang="en-US" altLang="zh-CN" sz="900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900" dirty="0">
                <a:latin typeface="黑体" panose="02010609060101010101" pitchFamily="49" charset="-122"/>
                <a:ea typeface="黑体" panose="02010609060101010101" pitchFamily="49" charset="-122"/>
              </a:rPr>
              <a:t>天海北站</a:t>
            </a:r>
          </a:p>
        </p:txBody>
      </p:sp>
      <p:pic>
        <p:nvPicPr>
          <p:cNvPr id="189" name="图片 188">
            <a:extLst>
              <a:ext uri="{FF2B5EF4-FFF2-40B4-BE49-F238E27FC236}">
                <a16:creationId xmlns:a16="http://schemas.microsoft.com/office/drawing/2014/main" id="{60B39F65-A035-877D-DB0F-7A0B1534A3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5821" y="196261"/>
            <a:ext cx="789348" cy="228967"/>
          </a:xfrm>
          <a:prstGeom prst="rect">
            <a:avLst/>
          </a:prstGeom>
        </p:spPr>
      </p:pic>
      <p:sp>
        <p:nvSpPr>
          <p:cNvPr id="316" name="椭圆 315">
            <a:extLst>
              <a:ext uri="{FF2B5EF4-FFF2-40B4-BE49-F238E27FC236}">
                <a16:creationId xmlns:a16="http://schemas.microsoft.com/office/drawing/2014/main" id="{39C93E6B-D06D-EE2B-EDCD-2D462ED32FBD}"/>
              </a:ext>
            </a:extLst>
          </p:cNvPr>
          <p:cNvSpPr/>
          <p:nvPr/>
        </p:nvSpPr>
        <p:spPr>
          <a:xfrm>
            <a:off x="979216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18" name="椭圆 317">
            <a:extLst>
              <a:ext uri="{FF2B5EF4-FFF2-40B4-BE49-F238E27FC236}">
                <a16:creationId xmlns:a16="http://schemas.microsoft.com/office/drawing/2014/main" id="{25543CB3-C047-BA60-3905-E515790DA7B9}"/>
              </a:ext>
            </a:extLst>
          </p:cNvPr>
          <p:cNvSpPr/>
          <p:nvPr/>
        </p:nvSpPr>
        <p:spPr>
          <a:xfrm>
            <a:off x="1549478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0" name="椭圆 319">
            <a:extLst>
              <a:ext uri="{FF2B5EF4-FFF2-40B4-BE49-F238E27FC236}">
                <a16:creationId xmlns:a16="http://schemas.microsoft.com/office/drawing/2014/main" id="{6DC00367-2F90-4785-DACD-E3BE73F16076}"/>
              </a:ext>
            </a:extLst>
          </p:cNvPr>
          <p:cNvSpPr/>
          <p:nvPr/>
        </p:nvSpPr>
        <p:spPr>
          <a:xfrm>
            <a:off x="2119740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2" name="椭圆 321">
            <a:extLst>
              <a:ext uri="{FF2B5EF4-FFF2-40B4-BE49-F238E27FC236}">
                <a16:creationId xmlns:a16="http://schemas.microsoft.com/office/drawing/2014/main" id="{C7D4EC11-CC78-9623-74CE-E4653A7BF31F}"/>
              </a:ext>
            </a:extLst>
          </p:cNvPr>
          <p:cNvSpPr/>
          <p:nvPr/>
        </p:nvSpPr>
        <p:spPr>
          <a:xfrm>
            <a:off x="2690002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4" name="椭圆 323">
            <a:extLst>
              <a:ext uri="{FF2B5EF4-FFF2-40B4-BE49-F238E27FC236}">
                <a16:creationId xmlns:a16="http://schemas.microsoft.com/office/drawing/2014/main" id="{60D94B2B-F4B8-D08E-E982-D280E0048E50}"/>
              </a:ext>
            </a:extLst>
          </p:cNvPr>
          <p:cNvSpPr/>
          <p:nvPr/>
        </p:nvSpPr>
        <p:spPr>
          <a:xfrm>
            <a:off x="3260264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6" name="椭圆 325">
            <a:extLst>
              <a:ext uri="{FF2B5EF4-FFF2-40B4-BE49-F238E27FC236}">
                <a16:creationId xmlns:a16="http://schemas.microsoft.com/office/drawing/2014/main" id="{FB28BB3C-54D8-A21E-F7C5-1A2314B14F05}"/>
              </a:ext>
            </a:extLst>
          </p:cNvPr>
          <p:cNvSpPr/>
          <p:nvPr/>
        </p:nvSpPr>
        <p:spPr>
          <a:xfrm>
            <a:off x="3830526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" name="椭圆 327">
            <a:extLst>
              <a:ext uri="{FF2B5EF4-FFF2-40B4-BE49-F238E27FC236}">
                <a16:creationId xmlns:a16="http://schemas.microsoft.com/office/drawing/2014/main" id="{034E75D2-6A52-FF1A-C848-69E75678FFEF}"/>
              </a:ext>
            </a:extLst>
          </p:cNvPr>
          <p:cNvSpPr/>
          <p:nvPr/>
        </p:nvSpPr>
        <p:spPr>
          <a:xfrm>
            <a:off x="4400788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0" name="椭圆 329">
            <a:extLst>
              <a:ext uri="{FF2B5EF4-FFF2-40B4-BE49-F238E27FC236}">
                <a16:creationId xmlns:a16="http://schemas.microsoft.com/office/drawing/2014/main" id="{5081BEB1-F65E-19A5-6465-8CCE1A3EC643}"/>
              </a:ext>
            </a:extLst>
          </p:cNvPr>
          <p:cNvSpPr/>
          <p:nvPr/>
        </p:nvSpPr>
        <p:spPr>
          <a:xfrm>
            <a:off x="4971050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2" name="椭圆 331">
            <a:extLst>
              <a:ext uri="{FF2B5EF4-FFF2-40B4-BE49-F238E27FC236}">
                <a16:creationId xmlns:a16="http://schemas.microsoft.com/office/drawing/2014/main" id="{BFFFC318-3FDA-4295-BB1C-0A105F38B143}"/>
              </a:ext>
            </a:extLst>
          </p:cNvPr>
          <p:cNvSpPr/>
          <p:nvPr/>
        </p:nvSpPr>
        <p:spPr>
          <a:xfrm>
            <a:off x="5541312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4" name="椭圆 333">
            <a:extLst>
              <a:ext uri="{FF2B5EF4-FFF2-40B4-BE49-F238E27FC236}">
                <a16:creationId xmlns:a16="http://schemas.microsoft.com/office/drawing/2014/main" id="{8B9723B1-1725-4482-D5CD-1B9D0EA63CAA}"/>
              </a:ext>
            </a:extLst>
          </p:cNvPr>
          <p:cNvSpPr/>
          <p:nvPr/>
        </p:nvSpPr>
        <p:spPr>
          <a:xfrm>
            <a:off x="6111574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6" name="椭圆 335">
            <a:extLst>
              <a:ext uri="{FF2B5EF4-FFF2-40B4-BE49-F238E27FC236}">
                <a16:creationId xmlns:a16="http://schemas.microsoft.com/office/drawing/2014/main" id="{F9207E2A-0953-B6F5-E2AF-F3A9DD798E44}"/>
              </a:ext>
            </a:extLst>
          </p:cNvPr>
          <p:cNvSpPr/>
          <p:nvPr/>
        </p:nvSpPr>
        <p:spPr>
          <a:xfrm>
            <a:off x="6681836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8" name="椭圆 337">
            <a:extLst>
              <a:ext uri="{FF2B5EF4-FFF2-40B4-BE49-F238E27FC236}">
                <a16:creationId xmlns:a16="http://schemas.microsoft.com/office/drawing/2014/main" id="{EE822A22-93E8-D1F2-4716-0377A3161A49}"/>
              </a:ext>
            </a:extLst>
          </p:cNvPr>
          <p:cNvSpPr/>
          <p:nvPr/>
        </p:nvSpPr>
        <p:spPr>
          <a:xfrm>
            <a:off x="7252098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0" name="椭圆 339">
            <a:extLst>
              <a:ext uri="{FF2B5EF4-FFF2-40B4-BE49-F238E27FC236}">
                <a16:creationId xmlns:a16="http://schemas.microsoft.com/office/drawing/2014/main" id="{19C00A27-A5DB-0733-641F-281E422264B7}"/>
              </a:ext>
            </a:extLst>
          </p:cNvPr>
          <p:cNvSpPr/>
          <p:nvPr/>
        </p:nvSpPr>
        <p:spPr>
          <a:xfrm>
            <a:off x="7818314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2" name="椭圆 341">
            <a:extLst>
              <a:ext uri="{FF2B5EF4-FFF2-40B4-BE49-F238E27FC236}">
                <a16:creationId xmlns:a16="http://schemas.microsoft.com/office/drawing/2014/main" id="{9ECECD8F-5BFA-57C1-0350-3571383A69F3}"/>
              </a:ext>
            </a:extLst>
          </p:cNvPr>
          <p:cNvSpPr/>
          <p:nvPr/>
        </p:nvSpPr>
        <p:spPr>
          <a:xfrm>
            <a:off x="8414500" y="874625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9" name="文本框 378">
            <a:extLst>
              <a:ext uri="{FF2B5EF4-FFF2-40B4-BE49-F238E27FC236}">
                <a16:creationId xmlns:a16="http://schemas.microsoft.com/office/drawing/2014/main" id="{7CC9BB13-EC62-23A3-BBD1-5945391DAA2D}"/>
              </a:ext>
            </a:extLst>
          </p:cNvPr>
          <p:cNvSpPr txBox="1"/>
          <p:nvPr/>
        </p:nvSpPr>
        <p:spPr>
          <a:xfrm>
            <a:off x="2500995" y="483926"/>
            <a:ext cx="4988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金山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Jinshan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81" name="文本框 380">
            <a:extLst>
              <a:ext uri="{FF2B5EF4-FFF2-40B4-BE49-F238E27FC236}">
                <a16:creationId xmlns:a16="http://schemas.microsoft.com/office/drawing/2014/main" id="{68EBD917-273B-B5F2-EB57-49A7E4A2DB91}"/>
              </a:ext>
            </a:extLst>
          </p:cNvPr>
          <p:cNvSpPr txBox="1"/>
          <p:nvPr/>
        </p:nvSpPr>
        <p:spPr>
          <a:xfrm>
            <a:off x="1751205" y="1019030"/>
            <a:ext cx="8595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中央大道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Central Avenue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83" name="文本框 382">
            <a:extLst>
              <a:ext uri="{FF2B5EF4-FFF2-40B4-BE49-F238E27FC236}">
                <a16:creationId xmlns:a16="http://schemas.microsoft.com/office/drawing/2014/main" id="{11C4E4D1-2A23-4195-F8C5-2F90BB16D5E3}"/>
              </a:ext>
            </a:extLst>
          </p:cNvPr>
          <p:cNvSpPr txBox="1"/>
          <p:nvPr/>
        </p:nvSpPr>
        <p:spPr>
          <a:xfrm>
            <a:off x="2788605" y="1019030"/>
            <a:ext cx="10631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吕岭北站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Lvling</a:t>
            </a:r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 North Station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85" name="文本框 384">
            <a:extLst>
              <a:ext uri="{FF2B5EF4-FFF2-40B4-BE49-F238E27FC236}">
                <a16:creationId xmlns:a16="http://schemas.microsoft.com/office/drawing/2014/main" id="{9AB0E2E4-B8E1-0C8E-3579-48C972F629A8}"/>
              </a:ext>
            </a:extLst>
          </p:cNvPr>
          <p:cNvSpPr txBox="1"/>
          <p:nvPr/>
        </p:nvSpPr>
        <p:spPr>
          <a:xfrm>
            <a:off x="3497972" y="483926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海宁公园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Haining Park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87" name="文本框 386">
            <a:extLst>
              <a:ext uri="{FF2B5EF4-FFF2-40B4-BE49-F238E27FC236}">
                <a16:creationId xmlns:a16="http://schemas.microsoft.com/office/drawing/2014/main" id="{D75E0FA4-1554-124D-BC01-C476EF203C62}"/>
              </a:ext>
            </a:extLst>
          </p:cNvPr>
          <p:cNvSpPr txBox="1"/>
          <p:nvPr/>
        </p:nvSpPr>
        <p:spPr>
          <a:xfrm>
            <a:off x="3711944" y="1019030"/>
            <a:ext cx="1502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海宁行政中心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Haining Administrative Center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89" name="文本框 388">
            <a:extLst>
              <a:ext uri="{FF2B5EF4-FFF2-40B4-BE49-F238E27FC236}">
                <a16:creationId xmlns:a16="http://schemas.microsoft.com/office/drawing/2014/main" id="{06678D7A-2E8F-46CA-BD0A-32B7B4D8A7DB}"/>
              </a:ext>
            </a:extLst>
          </p:cNvPr>
          <p:cNvSpPr txBox="1"/>
          <p:nvPr/>
        </p:nvSpPr>
        <p:spPr>
          <a:xfrm>
            <a:off x="4411249" y="483926"/>
            <a:ext cx="12442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海宁商务中心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Haining Business Center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91" name="文本框 390">
            <a:extLst>
              <a:ext uri="{FF2B5EF4-FFF2-40B4-BE49-F238E27FC236}">
                <a16:creationId xmlns:a16="http://schemas.microsoft.com/office/drawing/2014/main" id="{6E079BCA-35B7-A0E9-BD71-CF63AE5AA67D}"/>
              </a:ext>
            </a:extLst>
          </p:cNvPr>
          <p:cNvSpPr txBox="1"/>
          <p:nvPr/>
        </p:nvSpPr>
        <p:spPr>
          <a:xfrm>
            <a:off x="5332712" y="1019030"/>
            <a:ext cx="5421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五通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Wutong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95" name="文本框 394">
            <a:extLst>
              <a:ext uri="{FF2B5EF4-FFF2-40B4-BE49-F238E27FC236}">
                <a16:creationId xmlns:a16="http://schemas.microsoft.com/office/drawing/2014/main" id="{F2620A97-E62B-EEEA-553A-72D70EE53E17}"/>
              </a:ext>
            </a:extLst>
          </p:cNvPr>
          <p:cNvSpPr txBox="1"/>
          <p:nvPr/>
        </p:nvSpPr>
        <p:spPr>
          <a:xfrm>
            <a:off x="6497136" y="1019030"/>
            <a:ext cx="4940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弋浔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Yixun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403" name="文本框 402">
            <a:extLst>
              <a:ext uri="{FF2B5EF4-FFF2-40B4-BE49-F238E27FC236}">
                <a16:creationId xmlns:a16="http://schemas.microsoft.com/office/drawing/2014/main" id="{62143365-C6DF-8AED-92E1-C8F10A9BAF1D}"/>
              </a:ext>
            </a:extLst>
          </p:cNvPr>
          <p:cNvSpPr txBox="1"/>
          <p:nvPr/>
        </p:nvSpPr>
        <p:spPr>
          <a:xfrm>
            <a:off x="8036326" y="411621"/>
            <a:ext cx="8467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00" b="1" dirty="0">
                <a:latin typeface="宋体" panose="02010600030101010101" pitchFamily="2" charset="-122"/>
                <a:ea typeface="宋体" panose="02010600030101010101" pitchFamily="2" charset="-122"/>
              </a:rPr>
              <a:t>天海北站</a:t>
            </a:r>
            <a:endParaRPr lang="en-US" altLang="zh-CN" sz="11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latin typeface="+mn-ea"/>
                <a:cs typeface="Cascadia Code" panose="020B0609020000020004" pitchFamily="49" charset="0"/>
              </a:rPr>
              <a:t>Tianhai</a:t>
            </a:r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 North</a:t>
            </a: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Railway Station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grpSp>
        <p:nvGrpSpPr>
          <p:cNvPr id="408" name="组合 407">
            <a:extLst>
              <a:ext uri="{FF2B5EF4-FFF2-40B4-BE49-F238E27FC236}">
                <a16:creationId xmlns:a16="http://schemas.microsoft.com/office/drawing/2014/main" id="{F4B7DDB1-292B-C630-B5DE-DBC0E2E1E982}"/>
              </a:ext>
            </a:extLst>
          </p:cNvPr>
          <p:cNvGrpSpPr/>
          <p:nvPr/>
        </p:nvGrpSpPr>
        <p:grpSpPr>
          <a:xfrm flipH="1">
            <a:off x="416338" y="893731"/>
            <a:ext cx="86486" cy="88006"/>
            <a:chOff x="3384914" y="1617979"/>
            <a:chExt cx="790846" cy="825340"/>
          </a:xfrm>
        </p:grpSpPr>
        <p:sp>
          <p:nvSpPr>
            <p:cNvPr id="405" name="箭头: 环形 404">
              <a:extLst>
                <a:ext uri="{FF2B5EF4-FFF2-40B4-BE49-F238E27FC236}">
                  <a16:creationId xmlns:a16="http://schemas.microsoft.com/office/drawing/2014/main" id="{1353693A-593A-5F87-EEE5-5DDF9E14A3C8}"/>
                </a:ext>
              </a:extLst>
            </p:cNvPr>
            <p:cNvSpPr/>
            <p:nvPr/>
          </p:nvSpPr>
          <p:spPr>
            <a:xfrm>
              <a:off x="3384914" y="1617979"/>
              <a:ext cx="790846" cy="797055"/>
            </a:xfrm>
            <a:prstGeom prst="circular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07" name="箭头: 环形 406">
              <a:extLst>
                <a:ext uri="{FF2B5EF4-FFF2-40B4-BE49-F238E27FC236}">
                  <a16:creationId xmlns:a16="http://schemas.microsoft.com/office/drawing/2014/main" id="{E4FF9784-04B9-E541-059B-A8117C80AA56}"/>
                </a:ext>
              </a:extLst>
            </p:cNvPr>
            <p:cNvSpPr/>
            <p:nvPr/>
          </p:nvSpPr>
          <p:spPr>
            <a:xfrm flipH="1" flipV="1">
              <a:off x="3384914" y="1646263"/>
              <a:ext cx="790846" cy="797056"/>
            </a:xfrm>
            <a:prstGeom prst="circularArrow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444" name="图片 443">
            <a:extLst>
              <a:ext uri="{FF2B5EF4-FFF2-40B4-BE49-F238E27FC236}">
                <a16:creationId xmlns:a16="http://schemas.microsoft.com/office/drawing/2014/main" id="{96212D7A-5906-43AA-ED9D-12D85E369F4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783" y="1232304"/>
            <a:ext cx="332273" cy="193917"/>
          </a:xfrm>
          <a:prstGeom prst="rect">
            <a:avLst/>
          </a:prstGeom>
        </p:spPr>
      </p:pic>
      <p:pic>
        <p:nvPicPr>
          <p:cNvPr id="452" name="图片 451">
            <a:extLst>
              <a:ext uri="{FF2B5EF4-FFF2-40B4-BE49-F238E27FC236}">
                <a16:creationId xmlns:a16="http://schemas.microsoft.com/office/drawing/2014/main" id="{DD69EDB2-78DE-E3B4-E608-611D87B1576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5845" y="1079839"/>
            <a:ext cx="334150" cy="193917"/>
          </a:xfrm>
          <a:prstGeom prst="rect">
            <a:avLst/>
          </a:prstGeom>
        </p:spPr>
      </p:pic>
      <p:grpSp>
        <p:nvGrpSpPr>
          <p:cNvPr id="460" name="组合 459">
            <a:extLst>
              <a:ext uri="{FF2B5EF4-FFF2-40B4-BE49-F238E27FC236}">
                <a16:creationId xmlns:a16="http://schemas.microsoft.com/office/drawing/2014/main" id="{0FD339CA-1FDB-AF9B-41B8-10CFD13E70A4}"/>
              </a:ext>
            </a:extLst>
          </p:cNvPr>
          <p:cNvGrpSpPr/>
          <p:nvPr/>
        </p:nvGrpSpPr>
        <p:grpSpPr>
          <a:xfrm rot="1951028">
            <a:off x="8427983" y="890552"/>
            <a:ext cx="94574" cy="94923"/>
            <a:chOff x="1440520" y="1462484"/>
            <a:chExt cx="461631" cy="463336"/>
          </a:xfrm>
        </p:grpSpPr>
        <p:sp>
          <p:nvSpPr>
            <p:cNvPr id="456" name="箭头: 环形 455">
              <a:extLst>
                <a:ext uri="{FF2B5EF4-FFF2-40B4-BE49-F238E27FC236}">
                  <a16:creationId xmlns:a16="http://schemas.microsoft.com/office/drawing/2014/main" id="{09F8ADD5-1F43-449A-F2E6-AA963C1C3EB4}"/>
                </a:ext>
              </a:extLst>
            </p:cNvPr>
            <p:cNvSpPr/>
            <p:nvPr/>
          </p:nvSpPr>
          <p:spPr>
            <a:xfrm rot="338721" flipH="1">
              <a:off x="1446104" y="1476765"/>
              <a:ext cx="456047" cy="448158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13769514"/>
                <a:gd name="adj5" fmla="val 1250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57" name="箭头: 环形 456">
              <a:extLst>
                <a:ext uri="{FF2B5EF4-FFF2-40B4-BE49-F238E27FC236}">
                  <a16:creationId xmlns:a16="http://schemas.microsoft.com/office/drawing/2014/main" id="{1252D011-3FCE-D0F9-C1EA-F885A0D66F52}"/>
                </a:ext>
              </a:extLst>
            </p:cNvPr>
            <p:cNvSpPr/>
            <p:nvPr/>
          </p:nvSpPr>
          <p:spPr>
            <a:xfrm rot="19710149" flipV="1">
              <a:off x="1446103" y="1477662"/>
              <a:ext cx="456047" cy="448158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15559861"/>
                <a:gd name="adj5" fmla="val 12500"/>
              </a:avLst>
            </a:prstGeom>
            <a:solidFill>
              <a:srgbClr val="FFC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59" name="箭头: 环形 458">
              <a:extLst>
                <a:ext uri="{FF2B5EF4-FFF2-40B4-BE49-F238E27FC236}">
                  <a16:creationId xmlns:a16="http://schemas.microsoft.com/office/drawing/2014/main" id="{71CD0DB4-B62B-83BD-6B59-17987B4FA213}"/>
                </a:ext>
              </a:extLst>
            </p:cNvPr>
            <p:cNvSpPr/>
            <p:nvPr/>
          </p:nvSpPr>
          <p:spPr>
            <a:xfrm rot="4784427" flipV="1">
              <a:off x="1436575" y="1466429"/>
              <a:ext cx="456047" cy="448158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15892767"/>
                <a:gd name="adj5" fmla="val 12500"/>
              </a:avLst>
            </a:prstGeom>
            <a:solidFill>
              <a:srgbClr val="52AB4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61" name="文本框 460">
            <a:extLst>
              <a:ext uri="{FF2B5EF4-FFF2-40B4-BE49-F238E27FC236}">
                <a16:creationId xmlns:a16="http://schemas.microsoft.com/office/drawing/2014/main" id="{7B6BEFB2-C5EA-7755-0944-3B995F0E201F}"/>
              </a:ext>
            </a:extLst>
          </p:cNvPr>
          <p:cNvSpPr txBox="1"/>
          <p:nvPr/>
        </p:nvSpPr>
        <p:spPr>
          <a:xfrm>
            <a:off x="3170740" y="-5659"/>
            <a:ext cx="270939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下一站：北站西广场</a:t>
            </a:r>
            <a:endParaRPr lang="en-US" altLang="zh-CN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800" dirty="0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rPr>
              <a:t>Next Station: Railway Station West Square.</a:t>
            </a:r>
            <a:endParaRPr lang="zh-CN" altLang="en-US" sz="800" dirty="0">
              <a:latin typeface="Cascadia Code" panose="020B0609020000020004" pitchFamily="49" charset="0"/>
              <a:ea typeface="黑体" panose="02010609060101010101" pitchFamily="49" charset="-122"/>
              <a:cs typeface="Cascadia Code" panose="020B0609020000020004" pitchFamily="49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D541C31F-B2E7-FE86-C5E6-1EBF81AF1B0D}"/>
              </a:ext>
            </a:extLst>
          </p:cNvPr>
          <p:cNvGrpSpPr/>
          <p:nvPr/>
        </p:nvGrpSpPr>
        <p:grpSpPr>
          <a:xfrm>
            <a:off x="7328835" y="807813"/>
            <a:ext cx="261017" cy="259843"/>
            <a:chOff x="501595" y="804920"/>
            <a:chExt cx="261017" cy="259843"/>
          </a:xfrm>
        </p:grpSpPr>
        <p:sp>
          <p:nvSpPr>
            <p:cNvPr id="2" name="箭头: V 形 1">
              <a:extLst>
                <a:ext uri="{FF2B5EF4-FFF2-40B4-BE49-F238E27FC236}">
                  <a16:creationId xmlns:a16="http://schemas.microsoft.com/office/drawing/2014/main" id="{1D3DD3FA-830D-5E4E-1AE2-B83EEE11CC14}"/>
                </a:ext>
              </a:extLst>
            </p:cNvPr>
            <p:cNvSpPr/>
            <p:nvPr/>
          </p:nvSpPr>
          <p:spPr>
            <a:xfrm>
              <a:off x="501595" y="804920"/>
              <a:ext cx="153399" cy="259843"/>
            </a:xfrm>
            <a:prstGeom prst="chevron">
              <a:avLst>
                <a:gd name="adj" fmla="val 5528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箭头: V 形 5">
              <a:extLst>
                <a:ext uri="{FF2B5EF4-FFF2-40B4-BE49-F238E27FC236}">
                  <a16:creationId xmlns:a16="http://schemas.microsoft.com/office/drawing/2014/main" id="{520A3652-4FEF-E15C-5361-93B48FD9562F}"/>
                </a:ext>
              </a:extLst>
            </p:cNvPr>
            <p:cNvSpPr/>
            <p:nvPr/>
          </p:nvSpPr>
          <p:spPr>
            <a:xfrm>
              <a:off x="609213" y="804920"/>
              <a:ext cx="153399" cy="259843"/>
            </a:xfrm>
            <a:prstGeom prst="chevron">
              <a:avLst>
                <a:gd name="adj" fmla="val 5528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73" name="文本框 372">
            <a:extLst>
              <a:ext uri="{FF2B5EF4-FFF2-40B4-BE49-F238E27FC236}">
                <a16:creationId xmlns:a16="http://schemas.microsoft.com/office/drawing/2014/main" id="{023F6195-0D41-3483-3071-5F56E0BF38DF}"/>
              </a:ext>
            </a:extLst>
          </p:cNvPr>
          <p:cNvSpPr txBox="1"/>
          <p:nvPr/>
        </p:nvSpPr>
        <p:spPr>
          <a:xfrm>
            <a:off x="114082" y="483926"/>
            <a:ext cx="7088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天海港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Tianhai</a:t>
            </a:r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 Port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93" name="文本框 392">
            <a:extLst>
              <a:ext uri="{FF2B5EF4-FFF2-40B4-BE49-F238E27FC236}">
                <a16:creationId xmlns:a16="http://schemas.microsoft.com/office/drawing/2014/main" id="{806784C2-EE29-5E8D-39A9-4BB69FD35667}"/>
              </a:ext>
            </a:extLst>
          </p:cNvPr>
          <p:cNvSpPr txBox="1"/>
          <p:nvPr/>
        </p:nvSpPr>
        <p:spPr>
          <a:xfrm>
            <a:off x="5768561" y="483926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体育中心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Sports Center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99" name="文本框 398">
            <a:extLst>
              <a:ext uri="{FF2B5EF4-FFF2-40B4-BE49-F238E27FC236}">
                <a16:creationId xmlns:a16="http://schemas.microsoft.com/office/drawing/2014/main" id="{38096E58-5D5F-7F01-4BDC-6B5727633390}"/>
              </a:ext>
            </a:extLst>
          </p:cNvPr>
          <p:cNvSpPr txBox="1"/>
          <p:nvPr/>
        </p:nvSpPr>
        <p:spPr>
          <a:xfrm>
            <a:off x="7435645" y="972461"/>
            <a:ext cx="88998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00" b="1" dirty="0">
                <a:latin typeface="宋体" panose="02010600030101010101" pitchFamily="2" charset="-122"/>
                <a:ea typeface="宋体" panose="02010600030101010101" pitchFamily="2" charset="-122"/>
              </a:rPr>
              <a:t>北站西广场</a:t>
            </a:r>
            <a:endParaRPr lang="en-US" altLang="zh-CN" sz="11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Railway Station</a:t>
            </a: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West Square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97" name="文本框 396">
            <a:extLst>
              <a:ext uri="{FF2B5EF4-FFF2-40B4-BE49-F238E27FC236}">
                <a16:creationId xmlns:a16="http://schemas.microsoft.com/office/drawing/2014/main" id="{87E591A0-699B-B696-2CF9-F6344E8F6BDF}"/>
              </a:ext>
            </a:extLst>
          </p:cNvPr>
          <p:cNvSpPr txBox="1"/>
          <p:nvPr/>
        </p:nvSpPr>
        <p:spPr>
          <a:xfrm>
            <a:off x="6745332" y="483926"/>
            <a:ext cx="11368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迁安人民公园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Qian’an</a:t>
            </a:r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 People’s Park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6667EC20-1845-8A27-FBA8-6052D84FC66F}"/>
              </a:ext>
            </a:extLst>
          </p:cNvPr>
          <p:cNvSpPr/>
          <p:nvPr/>
        </p:nvSpPr>
        <p:spPr>
          <a:xfrm rot="16200000" flipV="1">
            <a:off x="3252467" y="802397"/>
            <a:ext cx="149365" cy="115523"/>
          </a:xfrm>
          <a:prstGeom prst="homePlate">
            <a:avLst>
              <a:gd name="adj" fmla="val 41754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94B7874A-BE08-1F19-A1AA-4344796C6054}"/>
              </a:ext>
            </a:extLst>
          </p:cNvPr>
          <p:cNvSpPr/>
          <p:nvPr/>
        </p:nvSpPr>
        <p:spPr>
          <a:xfrm>
            <a:off x="3262857" y="879787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7A90064-EA66-AEE6-391A-F4FF900E25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2449" y="546366"/>
            <a:ext cx="463118" cy="270278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1DDAE5AC-0A37-FE81-82CD-B8B8375B060D}"/>
              </a:ext>
            </a:extLst>
          </p:cNvPr>
          <p:cNvGrpSpPr/>
          <p:nvPr/>
        </p:nvGrpSpPr>
        <p:grpSpPr>
          <a:xfrm flipH="1">
            <a:off x="3287580" y="895239"/>
            <a:ext cx="86486" cy="88006"/>
            <a:chOff x="3384914" y="1617979"/>
            <a:chExt cx="790846" cy="825340"/>
          </a:xfrm>
        </p:grpSpPr>
        <p:sp>
          <p:nvSpPr>
            <p:cNvPr id="11" name="箭头: 环形 10">
              <a:extLst>
                <a:ext uri="{FF2B5EF4-FFF2-40B4-BE49-F238E27FC236}">
                  <a16:creationId xmlns:a16="http://schemas.microsoft.com/office/drawing/2014/main" id="{3D2F59FE-831F-4015-ED12-C9597C8C1A8B}"/>
                </a:ext>
              </a:extLst>
            </p:cNvPr>
            <p:cNvSpPr/>
            <p:nvPr/>
          </p:nvSpPr>
          <p:spPr>
            <a:xfrm>
              <a:off x="3384914" y="1617979"/>
              <a:ext cx="790846" cy="797055"/>
            </a:xfrm>
            <a:prstGeom prst="circular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箭头: 环形 11">
              <a:extLst>
                <a:ext uri="{FF2B5EF4-FFF2-40B4-BE49-F238E27FC236}">
                  <a16:creationId xmlns:a16="http://schemas.microsoft.com/office/drawing/2014/main" id="{4D95D339-BF5D-B0F3-4D2D-7E8DE44B353C}"/>
                </a:ext>
              </a:extLst>
            </p:cNvPr>
            <p:cNvSpPr/>
            <p:nvPr/>
          </p:nvSpPr>
          <p:spPr>
            <a:xfrm flipH="1" flipV="1">
              <a:off x="3384914" y="1646263"/>
              <a:ext cx="790846" cy="797056"/>
            </a:xfrm>
            <a:prstGeom prst="circularArrow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11903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1000" fill="hold"/>
                                        <p:tgtEl>
                                          <p:spTgt spid="4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63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8483E-6 1.32304E-6 L 0.02346 -0.0011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64" y="-11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0CE79-221A-4103-B426-B5EA77A3F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>
            <a:extLst>
              <a:ext uri="{FF2B5EF4-FFF2-40B4-BE49-F238E27FC236}">
                <a16:creationId xmlns:a16="http://schemas.microsoft.com/office/drawing/2014/main" id="{B6462A2B-DB97-C30C-55E8-5F006EC32B35}"/>
              </a:ext>
            </a:extLst>
          </p:cNvPr>
          <p:cNvSpPr txBox="1"/>
          <p:nvPr/>
        </p:nvSpPr>
        <p:spPr>
          <a:xfrm>
            <a:off x="-37471" y="527073"/>
            <a:ext cx="223651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北站西广场</a:t>
            </a:r>
            <a:endParaRPr lang="en-US" altLang="zh-CN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1200" dirty="0">
                <a:latin typeface="+mn-ea"/>
              </a:rPr>
              <a:t>Railway Station West Square.</a:t>
            </a:r>
            <a:endParaRPr lang="zh-CN" altLang="en-US" sz="1200" dirty="0">
              <a:latin typeface="+mn-ea"/>
            </a:endParaRPr>
          </a:p>
        </p:txBody>
      </p:sp>
      <p:grpSp>
        <p:nvGrpSpPr>
          <p:cNvPr id="648" name="组合 647">
            <a:extLst>
              <a:ext uri="{FF2B5EF4-FFF2-40B4-BE49-F238E27FC236}">
                <a16:creationId xmlns:a16="http://schemas.microsoft.com/office/drawing/2014/main" id="{BC095074-9A94-12DE-72A5-92923782C250}"/>
              </a:ext>
            </a:extLst>
          </p:cNvPr>
          <p:cNvGrpSpPr/>
          <p:nvPr/>
        </p:nvGrpSpPr>
        <p:grpSpPr>
          <a:xfrm>
            <a:off x="-4835331" y="564611"/>
            <a:ext cx="4713780" cy="347183"/>
            <a:chOff x="2180050" y="555098"/>
            <a:chExt cx="4713780" cy="347183"/>
          </a:xfrm>
        </p:grpSpPr>
        <p:grpSp>
          <p:nvGrpSpPr>
            <p:cNvPr id="631" name="组合 630">
              <a:extLst>
                <a:ext uri="{FF2B5EF4-FFF2-40B4-BE49-F238E27FC236}">
                  <a16:creationId xmlns:a16="http://schemas.microsoft.com/office/drawing/2014/main" id="{15C6B963-F903-5A7A-C4BE-9EDA403224DC}"/>
                </a:ext>
              </a:extLst>
            </p:cNvPr>
            <p:cNvGrpSpPr/>
            <p:nvPr/>
          </p:nvGrpSpPr>
          <p:grpSpPr>
            <a:xfrm>
              <a:off x="3758078" y="601135"/>
              <a:ext cx="771789" cy="230164"/>
              <a:chOff x="2969309" y="601138"/>
              <a:chExt cx="771789" cy="230164"/>
            </a:xfrm>
          </p:grpSpPr>
          <p:sp>
            <p:nvSpPr>
              <p:cNvPr id="632" name="矩形 631">
                <a:extLst>
                  <a:ext uri="{FF2B5EF4-FFF2-40B4-BE49-F238E27FC236}">
                    <a16:creationId xmlns:a16="http://schemas.microsoft.com/office/drawing/2014/main" id="{36EA68BD-661E-77E6-A7C6-1A22B76CAEAE}"/>
                  </a:ext>
                </a:extLst>
              </p:cNvPr>
              <p:cNvSpPr/>
              <p:nvPr/>
            </p:nvSpPr>
            <p:spPr>
              <a:xfrm>
                <a:off x="2969309" y="601138"/>
                <a:ext cx="769621" cy="2301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3" name="矩形: 圆角 632">
                <a:extLst>
                  <a:ext uri="{FF2B5EF4-FFF2-40B4-BE49-F238E27FC236}">
                    <a16:creationId xmlns:a16="http://schemas.microsoft.com/office/drawing/2014/main" id="{EB1D6419-701F-17C9-6B08-8E9652D35459}"/>
                  </a:ext>
                </a:extLst>
              </p:cNvPr>
              <p:cNvSpPr/>
              <p:nvPr/>
            </p:nvSpPr>
            <p:spPr>
              <a:xfrm>
                <a:off x="2971478" y="633445"/>
                <a:ext cx="769620" cy="97294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634" name="直接连接符 633">
                <a:extLst>
                  <a:ext uri="{FF2B5EF4-FFF2-40B4-BE49-F238E27FC236}">
                    <a16:creationId xmlns:a16="http://schemas.microsoft.com/office/drawing/2014/main" id="{C3E0D46F-4D95-45B2-52C3-C016BCE05A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478" y="76426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5" name="直接连接符 634">
                <a:extLst>
                  <a:ext uri="{FF2B5EF4-FFF2-40B4-BE49-F238E27FC236}">
                    <a16:creationId xmlns:a16="http://schemas.microsoft.com/office/drawing/2014/main" id="{591D6EC8-52A5-F477-4742-980066BDA8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36399" y="63344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03" name="组合 602">
              <a:extLst>
                <a:ext uri="{FF2B5EF4-FFF2-40B4-BE49-F238E27FC236}">
                  <a16:creationId xmlns:a16="http://schemas.microsoft.com/office/drawing/2014/main" id="{36E52205-161D-1CE9-75E6-7163E3811B2C}"/>
                </a:ext>
              </a:extLst>
            </p:cNvPr>
            <p:cNvGrpSpPr/>
            <p:nvPr/>
          </p:nvGrpSpPr>
          <p:grpSpPr>
            <a:xfrm>
              <a:off x="2969309" y="601138"/>
              <a:ext cx="771789" cy="230164"/>
              <a:chOff x="2969309" y="601138"/>
              <a:chExt cx="771789" cy="230164"/>
            </a:xfrm>
          </p:grpSpPr>
          <p:sp>
            <p:nvSpPr>
              <p:cNvPr id="602" name="矩形 601">
                <a:extLst>
                  <a:ext uri="{FF2B5EF4-FFF2-40B4-BE49-F238E27FC236}">
                    <a16:creationId xmlns:a16="http://schemas.microsoft.com/office/drawing/2014/main" id="{2DDC02FB-D346-69C5-319A-C95AE5335D59}"/>
                  </a:ext>
                </a:extLst>
              </p:cNvPr>
              <p:cNvSpPr/>
              <p:nvPr/>
            </p:nvSpPr>
            <p:spPr>
              <a:xfrm>
                <a:off x="2969309" y="601138"/>
                <a:ext cx="769621" cy="2301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5" name="矩形: 圆角 134">
                <a:extLst>
                  <a:ext uri="{FF2B5EF4-FFF2-40B4-BE49-F238E27FC236}">
                    <a16:creationId xmlns:a16="http://schemas.microsoft.com/office/drawing/2014/main" id="{8A99AB45-1D49-A723-CD5D-84E73D9AAD09}"/>
                  </a:ext>
                </a:extLst>
              </p:cNvPr>
              <p:cNvSpPr/>
              <p:nvPr/>
            </p:nvSpPr>
            <p:spPr>
              <a:xfrm>
                <a:off x="2971478" y="633445"/>
                <a:ext cx="769620" cy="97294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36" name="直接连接符 135">
                <a:extLst>
                  <a:ext uri="{FF2B5EF4-FFF2-40B4-BE49-F238E27FC236}">
                    <a16:creationId xmlns:a16="http://schemas.microsoft.com/office/drawing/2014/main" id="{0DD61937-D2D5-217A-978F-1F978C75E7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478" y="76426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直接连接符 136">
                <a:extLst>
                  <a:ext uri="{FF2B5EF4-FFF2-40B4-BE49-F238E27FC236}">
                    <a16:creationId xmlns:a16="http://schemas.microsoft.com/office/drawing/2014/main" id="{D03D427B-B062-96A2-ECBD-89935EE20B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36399" y="63344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4" name="组合 183">
              <a:extLst>
                <a:ext uri="{FF2B5EF4-FFF2-40B4-BE49-F238E27FC236}">
                  <a16:creationId xmlns:a16="http://schemas.microsoft.com/office/drawing/2014/main" id="{FB234520-92B3-7108-B877-A493F9AE59A1}"/>
                </a:ext>
              </a:extLst>
            </p:cNvPr>
            <p:cNvGrpSpPr/>
            <p:nvPr/>
          </p:nvGrpSpPr>
          <p:grpSpPr>
            <a:xfrm flipH="1">
              <a:off x="6096902" y="601138"/>
              <a:ext cx="796928" cy="230167"/>
              <a:chOff x="2533557" y="715860"/>
              <a:chExt cx="796928" cy="230167"/>
            </a:xfrm>
          </p:grpSpPr>
          <p:sp>
            <p:nvSpPr>
              <p:cNvPr id="187" name="矩形: 圆角 186">
                <a:extLst>
                  <a:ext uri="{FF2B5EF4-FFF2-40B4-BE49-F238E27FC236}">
                    <a16:creationId xmlns:a16="http://schemas.microsoft.com/office/drawing/2014/main" id="{43C8DE65-3E39-9708-518B-FFEFC525267B}"/>
                  </a:ext>
                </a:extLst>
              </p:cNvPr>
              <p:cNvSpPr/>
              <p:nvPr/>
            </p:nvSpPr>
            <p:spPr>
              <a:xfrm>
                <a:off x="2533557" y="715860"/>
                <a:ext cx="783274" cy="230167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8" name="矩形: 圆角 187">
                <a:extLst>
                  <a:ext uri="{FF2B5EF4-FFF2-40B4-BE49-F238E27FC236}">
                    <a16:creationId xmlns:a16="http://schemas.microsoft.com/office/drawing/2014/main" id="{44947821-9C72-253E-D58E-81441CECC1E9}"/>
                  </a:ext>
                </a:extLst>
              </p:cNvPr>
              <p:cNvSpPr/>
              <p:nvPr/>
            </p:nvSpPr>
            <p:spPr>
              <a:xfrm>
                <a:off x="2601967" y="748165"/>
                <a:ext cx="728518" cy="97294"/>
              </a:xfrm>
              <a:prstGeom prst="roundRect">
                <a:avLst>
                  <a:gd name="adj" fmla="val 2937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91" name="直接连接符 190">
                <a:extLst>
                  <a:ext uri="{FF2B5EF4-FFF2-40B4-BE49-F238E27FC236}">
                    <a16:creationId xmlns:a16="http://schemas.microsoft.com/office/drawing/2014/main" id="{F089CB1D-9EA6-A377-BEC2-185CD92EA5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41223" y="87898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" name="直接连接符 255">
                <a:extLst>
                  <a:ext uri="{FF2B5EF4-FFF2-40B4-BE49-F238E27FC236}">
                    <a16:creationId xmlns:a16="http://schemas.microsoft.com/office/drawing/2014/main" id="{246F17E2-EA83-7180-DB7C-82788E6F1E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06144" y="74816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09" name="组合 608">
              <a:extLst>
                <a:ext uri="{FF2B5EF4-FFF2-40B4-BE49-F238E27FC236}">
                  <a16:creationId xmlns:a16="http://schemas.microsoft.com/office/drawing/2014/main" id="{2C16F64F-CB83-B645-4A10-5825B75F48F4}"/>
                </a:ext>
              </a:extLst>
            </p:cNvPr>
            <p:cNvGrpSpPr/>
            <p:nvPr/>
          </p:nvGrpSpPr>
          <p:grpSpPr>
            <a:xfrm>
              <a:off x="2180050" y="568597"/>
              <a:ext cx="836837" cy="295251"/>
              <a:chOff x="2180050" y="568597"/>
              <a:chExt cx="836837" cy="295251"/>
            </a:xfrm>
          </p:grpSpPr>
          <p:sp>
            <p:nvSpPr>
              <p:cNvPr id="601" name="矩形: 单圆角 600">
                <a:extLst>
                  <a:ext uri="{FF2B5EF4-FFF2-40B4-BE49-F238E27FC236}">
                    <a16:creationId xmlns:a16="http://schemas.microsoft.com/office/drawing/2014/main" id="{4A0C28E2-6B23-D5FA-0717-97B554664090}"/>
                  </a:ext>
                </a:extLst>
              </p:cNvPr>
              <p:cNvSpPr/>
              <p:nvPr/>
            </p:nvSpPr>
            <p:spPr>
              <a:xfrm flipH="1">
                <a:off x="2180050" y="601138"/>
                <a:ext cx="779683" cy="230167"/>
              </a:xfrm>
              <a:prstGeom prst="round1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8" name="矩形: 圆角 507">
                <a:extLst>
                  <a:ext uri="{FF2B5EF4-FFF2-40B4-BE49-F238E27FC236}">
                    <a16:creationId xmlns:a16="http://schemas.microsoft.com/office/drawing/2014/main" id="{BF435B8B-9352-5736-55FA-7E2B458C12EC}"/>
                  </a:ext>
                </a:extLst>
              </p:cNvPr>
              <p:cNvSpPr/>
              <p:nvPr/>
            </p:nvSpPr>
            <p:spPr>
              <a:xfrm>
                <a:off x="2248948" y="633445"/>
                <a:ext cx="767939" cy="97294"/>
              </a:xfrm>
              <a:prstGeom prst="roundRect">
                <a:avLst>
                  <a:gd name="adj" fmla="val 2937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509" name="直接连接符 508">
                <a:extLst>
                  <a:ext uri="{FF2B5EF4-FFF2-40B4-BE49-F238E27FC236}">
                    <a16:creationId xmlns:a16="http://schemas.microsoft.com/office/drawing/2014/main" id="{5314443D-9D8F-8110-B812-C276C9EB76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88205" y="76426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0" name="直接连接符 509">
                <a:extLst>
                  <a:ext uri="{FF2B5EF4-FFF2-40B4-BE49-F238E27FC236}">
                    <a16:creationId xmlns:a16="http://schemas.microsoft.com/office/drawing/2014/main" id="{FD219423-76B1-9A9E-DD48-C5E39C2CB8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53126" y="63344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6" name="直接连接符 505">
                <a:extLst>
                  <a:ext uri="{FF2B5EF4-FFF2-40B4-BE49-F238E27FC236}">
                    <a16:creationId xmlns:a16="http://schemas.microsoft.com/office/drawing/2014/main" id="{EA132398-3823-F71F-D71A-56E7461AFD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63813" y="568597"/>
                <a:ext cx="0" cy="295251"/>
              </a:xfrm>
              <a:prstGeom prst="line">
                <a:avLst/>
              </a:prstGeom>
              <a:ln w="254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2" name="矩形 161">
              <a:extLst>
                <a:ext uri="{FF2B5EF4-FFF2-40B4-BE49-F238E27FC236}">
                  <a16:creationId xmlns:a16="http://schemas.microsoft.com/office/drawing/2014/main" id="{FBBB035A-5CF6-B1DF-DD6A-2F1622860596}"/>
                </a:ext>
              </a:extLst>
            </p:cNvPr>
            <p:cNvSpPr/>
            <p:nvPr/>
          </p:nvSpPr>
          <p:spPr>
            <a:xfrm>
              <a:off x="3758981" y="555098"/>
              <a:ext cx="790456" cy="347183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b="1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当前车厢</a:t>
              </a:r>
              <a:endParaRPr lang="en-US" altLang="zh-CN" sz="11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ctr"/>
              <a:r>
                <a:rPr lang="zh-CN" altLang="zh-CN" sz="800" dirty="0"/>
                <a:t>Current Car</a:t>
              </a:r>
            </a:p>
          </p:txBody>
        </p:sp>
        <p:sp>
          <p:nvSpPr>
            <p:cNvPr id="611" name="矩形: 单圆角 610">
              <a:extLst>
                <a:ext uri="{FF2B5EF4-FFF2-40B4-BE49-F238E27FC236}">
                  <a16:creationId xmlns:a16="http://schemas.microsoft.com/office/drawing/2014/main" id="{4E5D700D-5DF0-EC8D-8FEB-1D1F29F394C4}"/>
                </a:ext>
              </a:extLst>
            </p:cNvPr>
            <p:cNvSpPr/>
            <p:nvPr/>
          </p:nvSpPr>
          <p:spPr>
            <a:xfrm>
              <a:off x="6108241" y="601135"/>
              <a:ext cx="779683" cy="230167"/>
            </a:xfrm>
            <a:prstGeom prst="round1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2" name="矩形: 圆角 611">
              <a:extLst>
                <a:ext uri="{FF2B5EF4-FFF2-40B4-BE49-F238E27FC236}">
                  <a16:creationId xmlns:a16="http://schemas.microsoft.com/office/drawing/2014/main" id="{0663E65F-F73B-2331-75D4-918EBB82A9EF}"/>
                </a:ext>
              </a:extLst>
            </p:cNvPr>
            <p:cNvSpPr/>
            <p:nvPr/>
          </p:nvSpPr>
          <p:spPr>
            <a:xfrm flipH="1">
              <a:off x="6051087" y="633442"/>
              <a:ext cx="767939" cy="97294"/>
            </a:xfrm>
            <a:prstGeom prst="roundRect">
              <a:avLst>
                <a:gd name="adj" fmla="val 2937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13" name="直接连接符 612">
              <a:extLst>
                <a:ext uri="{FF2B5EF4-FFF2-40B4-BE49-F238E27FC236}">
                  <a16:creationId xmlns:a16="http://schemas.microsoft.com/office/drawing/2014/main" id="{EF23D291-7097-E4FA-2520-EFBF96B34E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11828" y="764259"/>
              <a:ext cx="767941" cy="0"/>
            </a:xfrm>
            <a:prstGeom prst="line">
              <a:avLst/>
            </a:prstGeom>
            <a:ln>
              <a:solidFill>
                <a:srgbClr val="E6001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4" name="直接连接符 613">
              <a:extLst>
                <a:ext uri="{FF2B5EF4-FFF2-40B4-BE49-F238E27FC236}">
                  <a16:creationId xmlns:a16="http://schemas.microsoft.com/office/drawing/2014/main" id="{E1BEBDDF-8FD9-0D55-59BB-ADCCB518DF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14848" y="633442"/>
              <a:ext cx="0" cy="9729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ADCD59F8-BEC2-1CB3-1CD2-4FA970517774}"/>
                </a:ext>
              </a:extLst>
            </p:cNvPr>
            <p:cNvCxnSpPr>
              <a:cxnSpLocks/>
            </p:cNvCxnSpPr>
            <p:nvPr/>
          </p:nvCxnSpPr>
          <p:spPr>
            <a:xfrm>
              <a:off x="3747086" y="568597"/>
              <a:ext cx="0" cy="295251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36" name="组合 635">
              <a:extLst>
                <a:ext uri="{FF2B5EF4-FFF2-40B4-BE49-F238E27FC236}">
                  <a16:creationId xmlns:a16="http://schemas.microsoft.com/office/drawing/2014/main" id="{B7F127BC-9431-C790-216D-635D323716F2}"/>
                </a:ext>
              </a:extLst>
            </p:cNvPr>
            <p:cNvGrpSpPr/>
            <p:nvPr/>
          </p:nvGrpSpPr>
          <p:grpSpPr>
            <a:xfrm>
              <a:off x="4548425" y="601135"/>
              <a:ext cx="771789" cy="230164"/>
              <a:chOff x="2969309" y="601138"/>
              <a:chExt cx="771789" cy="230164"/>
            </a:xfrm>
          </p:grpSpPr>
          <p:sp>
            <p:nvSpPr>
              <p:cNvPr id="637" name="矩形 636">
                <a:extLst>
                  <a:ext uri="{FF2B5EF4-FFF2-40B4-BE49-F238E27FC236}">
                    <a16:creationId xmlns:a16="http://schemas.microsoft.com/office/drawing/2014/main" id="{20E2E975-A931-7676-66AD-285DFD212F75}"/>
                  </a:ext>
                </a:extLst>
              </p:cNvPr>
              <p:cNvSpPr/>
              <p:nvPr/>
            </p:nvSpPr>
            <p:spPr>
              <a:xfrm>
                <a:off x="2969309" y="601138"/>
                <a:ext cx="769621" cy="2301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8" name="矩形: 圆角 637">
                <a:extLst>
                  <a:ext uri="{FF2B5EF4-FFF2-40B4-BE49-F238E27FC236}">
                    <a16:creationId xmlns:a16="http://schemas.microsoft.com/office/drawing/2014/main" id="{34E7CF5E-FBB9-7044-4302-45E0CF0F53E0}"/>
                  </a:ext>
                </a:extLst>
              </p:cNvPr>
              <p:cNvSpPr/>
              <p:nvPr/>
            </p:nvSpPr>
            <p:spPr>
              <a:xfrm>
                <a:off x="2971478" y="633445"/>
                <a:ext cx="769620" cy="97294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639" name="直接连接符 638">
                <a:extLst>
                  <a:ext uri="{FF2B5EF4-FFF2-40B4-BE49-F238E27FC236}">
                    <a16:creationId xmlns:a16="http://schemas.microsoft.com/office/drawing/2014/main" id="{44595B01-4D3D-78DE-92C7-B69A3D4E973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478" y="76426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0" name="直接连接符 639">
                <a:extLst>
                  <a:ext uri="{FF2B5EF4-FFF2-40B4-BE49-F238E27FC236}">
                    <a16:creationId xmlns:a16="http://schemas.microsoft.com/office/drawing/2014/main" id="{5E80B059-7A96-DFB8-30A5-7CD2FB2A3C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36399" y="63344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41" name="直接连接符 640">
              <a:extLst>
                <a:ext uri="{FF2B5EF4-FFF2-40B4-BE49-F238E27FC236}">
                  <a16:creationId xmlns:a16="http://schemas.microsoft.com/office/drawing/2014/main" id="{A12753F4-5BCF-A053-727A-F721B1C08473}"/>
                </a:ext>
              </a:extLst>
            </p:cNvPr>
            <p:cNvCxnSpPr>
              <a:cxnSpLocks/>
            </p:cNvCxnSpPr>
            <p:nvPr/>
          </p:nvCxnSpPr>
          <p:spPr>
            <a:xfrm>
              <a:off x="4537433" y="568597"/>
              <a:ext cx="0" cy="295251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42" name="组合 641">
              <a:extLst>
                <a:ext uri="{FF2B5EF4-FFF2-40B4-BE49-F238E27FC236}">
                  <a16:creationId xmlns:a16="http://schemas.microsoft.com/office/drawing/2014/main" id="{03B8E22E-83AF-3DA8-A7AA-A55BA18E5BD0}"/>
                </a:ext>
              </a:extLst>
            </p:cNvPr>
            <p:cNvGrpSpPr/>
            <p:nvPr/>
          </p:nvGrpSpPr>
          <p:grpSpPr>
            <a:xfrm>
              <a:off x="5330874" y="601132"/>
              <a:ext cx="771789" cy="230164"/>
              <a:chOff x="2969309" y="601138"/>
              <a:chExt cx="771789" cy="230164"/>
            </a:xfrm>
          </p:grpSpPr>
          <p:sp>
            <p:nvSpPr>
              <p:cNvPr id="643" name="矩形 642">
                <a:extLst>
                  <a:ext uri="{FF2B5EF4-FFF2-40B4-BE49-F238E27FC236}">
                    <a16:creationId xmlns:a16="http://schemas.microsoft.com/office/drawing/2014/main" id="{16392500-8FAD-D8C2-A550-945E0D951997}"/>
                  </a:ext>
                </a:extLst>
              </p:cNvPr>
              <p:cNvSpPr/>
              <p:nvPr/>
            </p:nvSpPr>
            <p:spPr>
              <a:xfrm>
                <a:off x="2969309" y="601138"/>
                <a:ext cx="769621" cy="2301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4" name="矩形: 圆角 643">
                <a:extLst>
                  <a:ext uri="{FF2B5EF4-FFF2-40B4-BE49-F238E27FC236}">
                    <a16:creationId xmlns:a16="http://schemas.microsoft.com/office/drawing/2014/main" id="{C4275072-3814-BD5A-52F3-2B001AEAE97D}"/>
                  </a:ext>
                </a:extLst>
              </p:cNvPr>
              <p:cNvSpPr/>
              <p:nvPr/>
            </p:nvSpPr>
            <p:spPr>
              <a:xfrm>
                <a:off x="2971478" y="633445"/>
                <a:ext cx="769620" cy="97294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645" name="直接连接符 644">
                <a:extLst>
                  <a:ext uri="{FF2B5EF4-FFF2-40B4-BE49-F238E27FC236}">
                    <a16:creationId xmlns:a16="http://schemas.microsoft.com/office/drawing/2014/main" id="{CF865747-5757-6208-E2F3-16EAA87E60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478" y="76426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6" name="直接连接符 645">
                <a:extLst>
                  <a:ext uri="{FF2B5EF4-FFF2-40B4-BE49-F238E27FC236}">
                    <a16:creationId xmlns:a16="http://schemas.microsoft.com/office/drawing/2014/main" id="{2180A60D-AF7D-FBED-1F12-C8F8799A15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36399" y="63344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47" name="直接连接符 646">
              <a:extLst>
                <a:ext uri="{FF2B5EF4-FFF2-40B4-BE49-F238E27FC236}">
                  <a16:creationId xmlns:a16="http://schemas.microsoft.com/office/drawing/2014/main" id="{FB000877-730D-6B33-1D16-CBF2E023D20D}"/>
                </a:ext>
              </a:extLst>
            </p:cNvPr>
            <p:cNvCxnSpPr>
              <a:cxnSpLocks/>
            </p:cNvCxnSpPr>
            <p:nvPr/>
          </p:nvCxnSpPr>
          <p:spPr>
            <a:xfrm>
              <a:off x="5319882" y="568594"/>
              <a:ext cx="0" cy="295251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5" name="直接连接符 614">
              <a:extLst>
                <a:ext uri="{FF2B5EF4-FFF2-40B4-BE49-F238E27FC236}">
                  <a16:creationId xmlns:a16="http://schemas.microsoft.com/office/drawing/2014/main" id="{21C2247A-E912-2DC5-3A57-D80B756868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4161" y="568594"/>
              <a:ext cx="0" cy="295251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AC0C9B40-A94E-EE79-88E4-E232D387EC11}"/>
              </a:ext>
            </a:extLst>
          </p:cNvPr>
          <p:cNvSpPr/>
          <p:nvPr/>
        </p:nvSpPr>
        <p:spPr>
          <a:xfrm>
            <a:off x="7671197" y="486678"/>
            <a:ext cx="275749" cy="622300"/>
          </a:xfrm>
          <a:custGeom>
            <a:avLst/>
            <a:gdLst>
              <a:gd name="csX0" fmla="*/ 43894 w 275749"/>
              <a:gd name="csY0" fmla="*/ 63500 h 622300"/>
              <a:gd name="csX1" fmla="*/ 43894 w 275749"/>
              <a:gd name="csY1" fmla="*/ 251460 h 622300"/>
              <a:gd name="csX2" fmla="*/ 231854 w 275749"/>
              <a:gd name="csY2" fmla="*/ 251460 h 622300"/>
              <a:gd name="csX3" fmla="*/ 231854 w 275749"/>
              <a:gd name="csY3" fmla="*/ 63500 h 622300"/>
              <a:gd name="csX4" fmla="*/ 0 w 275749"/>
              <a:gd name="csY4" fmla="*/ 0 h 622300"/>
              <a:gd name="csX5" fmla="*/ 275749 w 275749"/>
              <a:gd name="csY5" fmla="*/ 0 h 622300"/>
              <a:gd name="csX6" fmla="*/ 275749 w 275749"/>
              <a:gd name="csY6" fmla="*/ 622300 h 622300"/>
              <a:gd name="csX7" fmla="*/ 0 w 275749"/>
              <a:gd name="csY7" fmla="*/ 622300 h 6223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75749" h="622300">
                <a:moveTo>
                  <a:pt x="43894" y="63500"/>
                </a:moveTo>
                <a:lnTo>
                  <a:pt x="43894" y="251460"/>
                </a:lnTo>
                <a:lnTo>
                  <a:pt x="231854" y="251460"/>
                </a:lnTo>
                <a:lnTo>
                  <a:pt x="231854" y="63500"/>
                </a:lnTo>
                <a:close/>
                <a:moveTo>
                  <a:pt x="0" y="0"/>
                </a:moveTo>
                <a:lnTo>
                  <a:pt x="275749" y="0"/>
                </a:lnTo>
                <a:lnTo>
                  <a:pt x="275749" y="622300"/>
                </a:lnTo>
                <a:lnTo>
                  <a:pt x="0" y="62230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E713A8F1-9D55-78C9-9FB5-7E193829F0D4}"/>
              </a:ext>
            </a:extLst>
          </p:cNvPr>
          <p:cNvSpPr/>
          <p:nvPr/>
        </p:nvSpPr>
        <p:spPr>
          <a:xfrm>
            <a:off x="7946946" y="486678"/>
            <a:ext cx="275749" cy="622300"/>
          </a:xfrm>
          <a:custGeom>
            <a:avLst/>
            <a:gdLst>
              <a:gd name="csX0" fmla="*/ 43894 w 275749"/>
              <a:gd name="csY0" fmla="*/ 63500 h 622300"/>
              <a:gd name="csX1" fmla="*/ 43894 w 275749"/>
              <a:gd name="csY1" fmla="*/ 251460 h 622300"/>
              <a:gd name="csX2" fmla="*/ 231854 w 275749"/>
              <a:gd name="csY2" fmla="*/ 251460 h 622300"/>
              <a:gd name="csX3" fmla="*/ 231854 w 275749"/>
              <a:gd name="csY3" fmla="*/ 63500 h 622300"/>
              <a:gd name="csX4" fmla="*/ 0 w 275749"/>
              <a:gd name="csY4" fmla="*/ 0 h 622300"/>
              <a:gd name="csX5" fmla="*/ 275749 w 275749"/>
              <a:gd name="csY5" fmla="*/ 0 h 622300"/>
              <a:gd name="csX6" fmla="*/ 275749 w 275749"/>
              <a:gd name="csY6" fmla="*/ 622300 h 622300"/>
              <a:gd name="csX7" fmla="*/ 0 w 275749"/>
              <a:gd name="csY7" fmla="*/ 622300 h 6223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75749" h="622300">
                <a:moveTo>
                  <a:pt x="43894" y="63500"/>
                </a:moveTo>
                <a:lnTo>
                  <a:pt x="43894" y="251460"/>
                </a:lnTo>
                <a:lnTo>
                  <a:pt x="231854" y="251460"/>
                </a:lnTo>
                <a:lnTo>
                  <a:pt x="231854" y="63500"/>
                </a:lnTo>
                <a:close/>
                <a:moveTo>
                  <a:pt x="0" y="0"/>
                </a:moveTo>
                <a:lnTo>
                  <a:pt x="275749" y="0"/>
                </a:lnTo>
                <a:lnTo>
                  <a:pt x="275749" y="622300"/>
                </a:lnTo>
                <a:lnTo>
                  <a:pt x="0" y="62230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20" name="箭头: 上 19">
            <a:extLst>
              <a:ext uri="{FF2B5EF4-FFF2-40B4-BE49-F238E27FC236}">
                <a16:creationId xmlns:a16="http://schemas.microsoft.com/office/drawing/2014/main" id="{6AB4105A-2576-0741-8DEC-18E90C7AD3B4}"/>
              </a:ext>
            </a:extLst>
          </p:cNvPr>
          <p:cNvSpPr/>
          <p:nvPr/>
        </p:nvSpPr>
        <p:spPr>
          <a:xfrm>
            <a:off x="7802166" y="882994"/>
            <a:ext cx="289560" cy="281940"/>
          </a:xfrm>
          <a:prstGeom prst="upArrow">
            <a:avLst>
              <a:gd name="adj1" fmla="val 53947"/>
              <a:gd name="adj2" fmla="val 5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scene3d>
            <a:camera prst="orthographicFront">
              <a:rot lat="3600003" lon="21599986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A182629-C958-A930-1280-543946B7DB59}"/>
              </a:ext>
            </a:extLst>
          </p:cNvPr>
          <p:cNvSpPr/>
          <p:nvPr/>
        </p:nvSpPr>
        <p:spPr>
          <a:xfrm>
            <a:off x="0" y="0"/>
            <a:ext cx="8999538" cy="438912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896BE629-3A92-E793-2805-6CA32B1BD1E4}"/>
              </a:ext>
            </a:extLst>
          </p:cNvPr>
          <p:cNvSpPr/>
          <p:nvPr/>
        </p:nvSpPr>
        <p:spPr>
          <a:xfrm>
            <a:off x="2408841" y="54864"/>
            <a:ext cx="4181856" cy="329184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53" name="组合 152">
            <a:extLst>
              <a:ext uri="{FF2B5EF4-FFF2-40B4-BE49-F238E27FC236}">
                <a16:creationId xmlns:a16="http://schemas.microsoft.com/office/drawing/2014/main" id="{20D8E9E6-67C6-861F-E37C-5123BA217FCC}"/>
              </a:ext>
            </a:extLst>
          </p:cNvPr>
          <p:cNvGrpSpPr/>
          <p:nvPr/>
        </p:nvGrpSpPr>
        <p:grpSpPr>
          <a:xfrm>
            <a:off x="390597" y="4959"/>
            <a:ext cx="1280134" cy="431250"/>
            <a:chOff x="188770" y="-11103"/>
            <a:chExt cx="1280134" cy="431250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42AF0BA3-41AC-0739-1FC7-C577B095C801}"/>
                </a:ext>
              </a:extLst>
            </p:cNvPr>
            <p:cNvSpPr/>
            <p:nvPr/>
          </p:nvSpPr>
          <p:spPr>
            <a:xfrm>
              <a:off x="188770" y="47240"/>
              <a:ext cx="1221882" cy="329184"/>
            </a:xfrm>
            <a:prstGeom prst="roundRect">
              <a:avLst>
                <a:gd name="adj" fmla="val 1882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8" name="文本框 147">
              <a:extLst>
                <a:ext uri="{FF2B5EF4-FFF2-40B4-BE49-F238E27FC236}">
                  <a16:creationId xmlns:a16="http://schemas.microsoft.com/office/drawing/2014/main" id="{41483ECC-F017-F64C-F563-428479077026}"/>
                </a:ext>
              </a:extLst>
            </p:cNvPr>
            <p:cNvSpPr txBox="1"/>
            <p:nvPr/>
          </p:nvSpPr>
          <p:spPr>
            <a:xfrm>
              <a:off x="496280" y="-11103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黑体" panose="02010609060101010101" pitchFamily="49" charset="-122"/>
                  <a:ea typeface="黑体" panose="02010609060101010101" pitchFamily="49" charset="-122"/>
                </a:rPr>
                <a:t>天海地铁</a:t>
              </a:r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B8FEAF12-6660-13DD-9CB3-04E8EE755470}"/>
                </a:ext>
              </a:extLst>
            </p:cNvPr>
            <p:cNvSpPr txBox="1"/>
            <p:nvPr/>
          </p:nvSpPr>
          <p:spPr>
            <a:xfrm>
              <a:off x="500369" y="204703"/>
              <a:ext cx="96853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00" dirty="0" err="1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Tianhai</a:t>
              </a:r>
              <a:r>
                <a:rPr lang="en-US" altLang="zh-CN" sz="800" dirty="0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 Metro</a:t>
              </a:r>
              <a:endParaRPr lang="zh-CN" altLang="en-US" sz="800" dirty="0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endParaRPr>
            </a:p>
          </p:txBody>
        </p:sp>
        <p:pic>
          <p:nvPicPr>
            <p:cNvPr id="152" name="图片 151">
              <a:extLst>
                <a:ext uri="{FF2B5EF4-FFF2-40B4-BE49-F238E27FC236}">
                  <a16:creationId xmlns:a16="http://schemas.microsoft.com/office/drawing/2014/main" id="{068E0504-3093-90F7-8CC1-7EF783CEC9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7754" y="54959"/>
              <a:ext cx="313746" cy="313746"/>
            </a:xfrm>
            <a:prstGeom prst="rect">
              <a:avLst/>
            </a:prstGeom>
          </p:spPr>
        </p:pic>
      </p:grpSp>
      <p:sp>
        <p:nvSpPr>
          <p:cNvPr id="167" name="文本框 166">
            <a:extLst>
              <a:ext uri="{FF2B5EF4-FFF2-40B4-BE49-F238E27FC236}">
                <a16:creationId xmlns:a16="http://schemas.microsoft.com/office/drawing/2014/main" id="{3494698C-AD91-619B-D172-9A18CC856244}"/>
              </a:ext>
            </a:extLst>
          </p:cNvPr>
          <p:cNvSpPr txBox="1"/>
          <p:nvPr/>
        </p:nvSpPr>
        <p:spPr>
          <a:xfrm>
            <a:off x="7601248" y="16203"/>
            <a:ext cx="1847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75" name="组合 174">
            <a:extLst>
              <a:ext uri="{FF2B5EF4-FFF2-40B4-BE49-F238E27FC236}">
                <a16:creationId xmlns:a16="http://schemas.microsoft.com/office/drawing/2014/main" id="{74DB7B9D-47EB-A1D9-9449-259340214687}"/>
              </a:ext>
            </a:extLst>
          </p:cNvPr>
          <p:cNvGrpSpPr/>
          <p:nvPr/>
        </p:nvGrpSpPr>
        <p:grpSpPr>
          <a:xfrm>
            <a:off x="8140497" y="13642"/>
            <a:ext cx="821036" cy="400110"/>
            <a:chOff x="1526333" y="4012"/>
            <a:chExt cx="821036" cy="400110"/>
          </a:xfrm>
        </p:grpSpPr>
        <p:sp>
          <p:nvSpPr>
            <p:cNvPr id="176" name="矩形: 圆角 175">
              <a:extLst>
                <a:ext uri="{FF2B5EF4-FFF2-40B4-BE49-F238E27FC236}">
                  <a16:creationId xmlns:a16="http://schemas.microsoft.com/office/drawing/2014/main" id="{CA37AB58-6F36-834A-0B26-6FC0F4FE8432}"/>
                </a:ext>
              </a:extLst>
            </p:cNvPr>
            <p:cNvSpPr/>
            <p:nvPr/>
          </p:nvSpPr>
          <p:spPr>
            <a:xfrm flipH="1">
              <a:off x="1526333" y="54864"/>
              <a:ext cx="753551" cy="329184"/>
            </a:xfrm>
            <a:prstGeom prst="roundRect">
              <a:avLst>
                <a:gd name="adj" fmla="val 1882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7" name="文本框 176">
              <a:extLst>
                <a:ext uri="{FF2B5EF4-FFF2-40B4-BE49-F238E27FC236}">
                  <a16:creationId xmlns:a16="http://schemas.microsoft.com/office/drawing/2014/main" id="{E64D3CC7-3452-C7BC-7464-BCDFCA5B4E7F}"/>
                </a:ext>
              </a:extLst>
            </p:cNvPr>
            <p:cNvSpPr txBox="1"/>
            <p:nvPr/>
          </p:nvSpPr>
          <p:spPr>
            <a:xfrm>
              <a:off x="1792890" y="4012"/>
              <a:ext cx="5544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latin typeface="黑体" panose="02010609060101010101" pitchFamily="49" charset="-122"/>
                  <a:ea typeface="黑体" panose="02010609060101010101" pitchFamily="49" charset="-122"/>
                </a:rPr>
                <a:t>号线</a:t>
              </a:r>
              <a:endPara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r>
                <a:rPr lang="en-US" altLang="zh-CN" sz="800" dirty="0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 Line</a:t>
              </a:r>
              <a:endParaRPr lang="zh-CN" altLang="en-US" sz="800" dirty="0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endParaRPr>
            </a:p>
          </p:txBody>
        </p:sp>
        <p:sp>
          <p:nvSpPr>
            <p:cNvPr id="178" name="矩形: 圆角 177">
              <a:extLst>
                <a:ext uri="{FF2B5EF4-FFF2-40B4-BE49-F238E27FC236}">
                  <a16:creationId xmlns:a16="http://schemas.microsoft.com/office/drawing/2014/main" id="{AC62E30E-5C99-2198-C8B2-F15870381459}"/>
                </a:ext>
              </a:extLst>
            </p:cNvPr>
            <p:cNvSpPr/>
            <p:nvPr/>
          </p:nvSpPr>
          <p:spPr>
            <a:xfrm flipH="1">
              <a:off x="1557516" y="75456"/>
              <a:ext cx="288000" cy="288000"/>
            </a:xfrm>
            <a:prstGeom prst="roundRect">
              <a:avLst>
                <a:gd name="adj" fmla="val 18827"/>
              </a:avLst>
            </a:prstGeom>
            <a:solidFill>
              <a:srgbClr val="E6001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9" name="文本框 178">
              <a:extLst>
                <a:ext uri="{FF2B5EF4-FFF2-40B4-BE49-F238E27FC236}">
                  <a16:creationId xmlns:a16="http://schemas.microsoft.com/office/drawing/2014/main" id="{14348B39-D81F-CE6F-F2C8-6E805C27AB32}"/>
                </a:ext>
              </a:extLst>
            </p:cNvPr>
            <p:cNvSpPr txBox="1"/>
            <p:nvPr/>
          </p:nvSpPr>
          <p:spPr>
            <a:xfrm>
              <a:off x="1542658" y="34790"/>
              <a:ext cx="317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1</a:t>
              </a:r>
              <a:endParaRPr lang="zh-CN" altLang="en-US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sp>
        <p:nvSpPr>
          <p:cNvPr id="181" name="矩形: 圆角 180">
            <a:extLst>
              <a:ext uri="{FF2B5EF4-FFF2-40B4-BE49-F238E27FC236}">
                <a16:creationId xmlns:a16="http://schemas.microsoft.com/office/drawing/2014/main" id="{6C99B28A-4CF0-C645-7994-D6993101F482}"/>
              </a:ext>
            </a:extLst>
          </p:cNvPr>
          <p:cNvSpPr/>
          <p:nvPr/>
        </p:nvSpPr>
        <p:spPr>
          <a:xfrm flipH="1">
            <a:off x="7121513" y="62216"/>
            <a:ext cx="959469" cy="329184"/>
          </a:xfrm>
          <a:prstGeom prst="roundRect">
            <a:avLst>
              <a:gd name="adj" fmla="val 188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6" name="文本框 185">
            <a:extLst>
              <a:ext uri="{FF2B5EF4-FFF2-40B4-BE49-F238E27FC236}">
                <a16:creationId xmlns:a16="http://schemas.microsoft.com/office/drawing/2014/main" id="{D575FCA1-383E-6971-0865-1DAACA281F03}"/>
              </a:ext>
            </a:extLst>
          </p:cNvPr>
          <p:cNvSpPr txBox="1"/>
          <p:nvPr/>
        </p:nvSpPr>
        <p:spPr>
          <a:xfrm>
            <a:off x="7075351" y="24834"/>
            <a:ext cx="10502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dirty="0">
                <a:latin typeface="黑体" panose="02010609060101010101" pitchFamily="49" charset="-122"/>
                <a:ea typeface="黑体" panose="02010609060101010101" pitchFamily="49" charset="-122"/>
              </a:rPr>
              <a:t>终点站</a:t>
            </a:r>
            <a:r>
              <a:rPr lang="en-US" altLang="zh-CN" sz="900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900" dirty="0">
                <a:latin typeface="黑体" panose="02010609060101010101" pitchFamily="49" charset="-122"/>
                <a:ea typeface="黑体" panose="02010609060101010101" pitchFamily="49" charset="-122"/>
              </a:rPr>
              <a:t>天海北站</a:t>
            </a:r>
          </a:p>
        </p:txBody>
      </p:sp>
      <p:pic>
        <p:nvPicPr>
          <p:cNvPr id="189" name="图片 188">
            <a:extLst>
              <a:ext uri="{FF2B5EF4-FFF2-40B4-BE49-F238E27FC236}">
                <a16:creationId xmlns:a16="http://schemas.microsoft.com/office/drawing/2014/main" id="{E51251BA-658E-D799-1BAF-4D37FDDFD4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5821" y="196261"/>
            <a:ext cx="789348" cy="228967"/>
          </a:xfrm>
          <a:prstGeom prst="rect">
            <a:avLst/>
          </a:prstGeom>
        </p:spPr>
      </p:pic>
      <p:sp>
        <p:nvSpPr>
          <p:cNvPr id="461" name="文本框 460">
            <a:extLst>
              <a:ext uri="{FF2B5EF4-FFF2-40B4-BE49-F238E27FC236}">
                <a16:creationId xmlns:a16="http://schemas.microsoft.com/office/drawing/2014/main" id="{A5AEBBAF-D2FA-51A9-2536-1D2B027E0634}"/>
              </a:ext>
            </a:extLst>
          </p:cNvPr>
          <p:cNvSpPr txBox="1"/>
          <p:nvPr/>
        </p:nvSpPr>
        <p:spPr>
          <a:xfrm>
            <a:off x="3521089" y="34532"/>
            <a:ext cx="22621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注意脚下 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Mind Your Step.</a:t>
            </a:r>
            <a:endParaRPr lang="zh-CN" altLang="en-US" sz="1200" dirty="0">
              <a:latin typeface="Cascadia Code" panose="020B0609020000020004" pitchFamily="49" charset="0"/>
              <a:ea typeface="黑体" panose="02010609060101010101" pitchFamily="49" charset="-122"/>
              <a:cs typeface="Cascadia Code" panose="020B0609020000020004" pitchFamily="49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C891DBA-D754-5275-70F3-CF6B2F41AC33}"/>
              </a:ext>
            </a:extLst>
          </p:cNvPr>
          <p:cNvSpPr txBox="1"/>
          <p:nvPr/>
        </p:nvSpPr>
        <p:spPr>
          <a:xfrm>
            <a:off x="7381727" y="1067114"/>
            <a:ext cx="1130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本侧开门</a:t>
            </a:r>
            <a:endParaRPr lang="en-US" altLang="zh-CN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zh-CN" sz="800" dirty="0"/>
              <a:t>This Side Doors Open</a:t>
            </a:r>
          </a:p>
        </p:txBody>
      </p:sp>
      <p:sp>
        <p:nvSpPr>
          <p:cNvPr id="600" name="文本框 599">
            <a:extLst>
              <a:ext uri="{FF2B5EF4-FFF2-40B4-BE49-F238E27FC236}">
                <a16:creationId xmlns:a16="http://schemas.microsoft.com/office/drawing/2014/main" id="{756555B0-E0EA-320A-3D1E-4A9F6906EFF9}"/>
              </a:ext>
            </a:extLst>
          </p:cNvPr>
          <p:cNvSpPr txBox="1"/>
          <p:nvPr/>
        </p:nvSpPr>
        <p:spPr>
          <a:xfrm>
            <a:off x="3114397" y="902281"/>
            <a:ext cx="2847254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灯闪铃响请勿上下车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zh-CN" sz="800" dirty="0">
                <a:latin typeface="+mn-ea"/>
              </a:rPr>
              <a:t>Flashing Lights and Alarm Sounding: Do Not Board or Alight</a:t>
            </a:r>
            <a:endParaRPr lang="en-US" altLang="zh-CN" sz="800" dirty="0">
              <a:latin typeface="+mn-ea"/>
            </a:endParaRPr>
          </a:p>
          <a:p>
            <a:pPr algn="ctr"/>
            <a:endParaRPr lang="zh-CN" altLang="en-US" sz="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42233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81 4.4763E-6 L -1.53466E-6 4.4763E-6 " pathEditMode="relative" rAng="0" ptsTypes="AA">
                                      <p:cBhvr>
                                        <p:cTn id="6" dur="1000" spd="-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2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7862E-6 4.4763E-6 L 0.01782 4.4763E-6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2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9414E-6 -4.09041E-6 L 0.79309 -0.00221 " pathEditMode="relative" rAng="0" ptsTypes="AA">
                                      <p:cBhvr>
                                        <p:cTn id="10" dur="1500" fill="hold"/>
                                        <p:tgtEl>
                                          <p:spTgt spid="6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65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" presetID="10" presetClass="entr" presetSubtype="0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19" grpId="0" animBg="1"/>
      <p:bldP spid="18" grpId="0" animBg="1"/>
      <p:bldP spid="2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59114-AFAE-652D-C42B-9661B0C6D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83BC98F5-27AE-A7AA-20D9-B6E1F6A27D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550" y="1071848"/>
            <a:ext cx="463118" cy="270278"/>
          </a:xfrm>
          <a:prstGeom prst="rect">
            <a:avLst/>
          </a:prstGeom>
        </p:spPr>
      </p:pic>
      <p:sp>
        <p:nvSpPr>
          <p:cNvPr id="377" name="文本框 376">
            <a:extLst>
              <a:ext uri="{FF2B5EF4-FFF2-40B4-BE49-F238E27FC236}">
                <a16:creationId xmlns:a16="http://schemas.microsoft.com/office/drawing/2014/main" id="{36811BE7-3F3A-EB17-8A20-574A3B1740BB}"/>
              </a:ext>
            </a:extLst>
          </p:cNvPr>
          <p:cNvSpPr txBox="1"/>
          <p:nvPr/>
        </p:nvSpPr>
        <p:spPr>
          <a:xfrm>
            <a:off x="1167610" y="483926"/>
            <a:ext cx="8883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人民广场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People’s Square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434" name="任意多边形: 形状 433">
            <a:extLst>
              <a:ext uri="{FF2B5EF4-FFF2-40B4-BE49-F238E27FC236}">
                <a16:creationId xmlns:a16="http://schemas.microsoft.com/office/drawing/2014/main" id="{C623E59E-1A44-3E7E-02D0-651695085854}"/>
              </a:ext>
            </a:extLst>
          </p:cNvPr>
          <p:cNvSpPr/>
          <p:nvPr/>
        </p:nvSpPr>
        <p:spPr>
          <a:xfrm rot="5400000">
            <a:off x="8375845" y="972712"/>
            <a:ext cx="146670" cy="54534"/>
          </a:xfrm>
          <a:custGeom>
            <a:avLst/>
            <a:gdLst>
              <a:gd name="csX0" fmla="*/ 0 w 146670"/>
              <a:gd name="csY0" fmla="*/ 54534 h 54534"/>
              <a:gd name="csX1" fmla="*/ 0 w 146670"/>
              <a:gd name="csY1" fmla="*/ 0 h 54534"/>
              <a:gd name="csX2" fmla="*/ 146670 w 146670"/>
              <a:gd name="csY2" fmla="*/ 0 h 54534"/>
              <a:gd name="csX3" fmla="*/ 101130 w 146670"/>
              <a:gd name="csY3" fmla="*/ 54534 h 545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46670" h="54534">
                <a:moveTo>
                  <a:pt x="0" y="54534"/>
                </a:moveTo>
                <a:lnTo>
                  <a:pt x="0" y="0"/>
                </a:lnTo>
                <a:lnTo>
                  <a:pt x="146670" y="0"/>
                </a:lnTo>
                <a:lnTo>
                  <a:pt x="101130" y="54534"/>
                </a:lnTo>
                <a:close/>
              </a:path>
            </a:pathLst>
          </a:custGeom>
          <a:solidFill>
            <a:srgbClr val="52AB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436" name="任意多边形: 形状 435">
            <a:extLst>
              <a:ext uri="{FF2B5EF4-FFF2-40B4-BE49-F238E27FC236}">
                <a16:creationId xmlns:a16="http://schemas.microsoft.com/office/drawing/2014/main" id="{A960F4A4-3186-251D-B273-96F47E923541}"/>
              </a:ext>
            </a:extLst>
          </p:cNvPr>
          <p:cNvSpPr/>
          <p:nvPr/>
        </p:nvSpPr>
        <p:spPr>
          <a:xfrm rot="16200000" flipH="1">
            <a:off x="8430379" y="972712"/>
            <a:ext cx="146670" cy="54534"/>
          </a:xfrm>
          <a:custGeom>
            <a:avLst/>
            <a:gdLst>
              <a:gd name="csX0" fmla="*/ 0 w 146670"/>
              <a:gd name="csY0" fmla="*/ 54534 h 54534"/>
              <a:gd name="csX1" fmla="*/ 0 w 146670"/>
              <a:gd name="csY1" fmla="*/ 0 h 54534"/>
              <a:gd name="csX2" fmla="*/ 146670 w 146670"/>
              <a:gd name="csY2" fmla="*/ 0 h 54534"/>
              <a:gd name="csX3" fmla="*/ 101130 w 146670"/>
              <a:gd name="csY3" fmla="*/ 54534 h 545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46670" h="54534">
                <a:moveTo>
                  <a:pt x="0" y="54534"/>
                </a:moveTo>
                <a:lnTo>
                  <a:pt x="0" y="0"/>
                </a:lnTo>
                <a:lnTo>
                  <a:pt x="146670" y="0"/>
                </a:lnTo>
                <a:lnTo>
                  <a:pt x="101130" y="54534"/>
                </a:lnTo>
                <a:close/>
              </a:path>
            </a:pathLst>
          </a:custGeom>
          <a:solidFill>
            <a:srgbClr val="FFC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419" name="箭头: 五边形 418">
            <a:extLst>
              <a:ext uri="{FF2B5EF4-FFF2-40B4-BE49-F238E27FC236}">
                <a16:creationId xmlns:a16="http://schemas.microsoft.com/office/drawing/2014/main" id="{7BF38664-FDAF-677C-0428-C7AC2F8FF911}"/>
              </a:ext>
            </a:extLst>
          </p:cNvPr>
          <p:cNvSpPr/>
          <p:nvPr/>
        </p:nvSpPr>
        <p:spPr>
          <a:xfrm rot="5400000">
            <a:off x="389462" y="939404"/>
            <a:ext cx="149365" cy="115523"/>
          </a:xfrm>
          <a:prstGeom prst="homePlate">
            <a:avLst>
              <a:gd name="adj" fmla="val 41754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4" name="矩形 343">
            <a:extLst>
              <a:ext uri="{FF2B5EF4-FFF2-40B4-BE49-F238E27FC236}">
                <a16:creationId xmlns:a16="http://schemas.microsoft.com/office/drawing/2014/main" id="{F4E59D31-C020-9A63-D9BB-D6B48F37089C}"/>
              </a:ext>
            </a:extLst>
          </p:cNvPr>
          <p:cNvSpPr/>
          <p:nvPr/>
        </p:nvSpPr>
        <p:spPr>
          <a:xfrm>
            <a:off x="446284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5" name="文本框 374">
            <a:extLst>
              <a:ext uri="{FF2B5EF4-FFF2-40B4-BE49-F238E27FC236}">
                <a16:creationId xmlns:a16="http://schemas.microsoft.com/office/drawing/2014/main" id="{5C4D0E6C-2BB9-8844-AD75-83060A2807AF}"/>
              </a:ext>
            </a:extLst>
          </p:cNvPr>
          <p:cNvSpPr txBox="1"/>
          <p:nvPr/>
        </p:nvSpPr>
        <p:spPr>
          <a:xfrm>
            <a:off x="691110" y="1018885"/>
            <a:ext cx="7072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镇海路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Zhenhai</a:t>
            </a:r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 Rd.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190" name="椭圆 189">
            <a:extLst>
              <a:ext uri="{FF2B5EF4-FFF2-40B4-BE49-F238E27FC236}">
                <a16:creationId xmlns:a16="http://schemas.microsoft.com/office/drawing/2014/main" id="{C6C98E45-55BD-C9F9-FC7C-6F5A3D0BC697}"/>
              </a:ext>
            </a:extLst>
          </p:cNvPr>
          <p:cNvSpPr/>
          <p:nvPr/>
        </p:nvSpPr>
        <p:spPr>
          <a:xfrm>
            <a:off x="396607" y="874625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46" name="矩形 345">
            <a:extLst>
              <a:ext uri="{FF2B5EF4-FFF2-40B4-BE49-F238E27FC236}">
                <a16:creationId xmlns:a16="http://schemas.microsoft.com/office/drawing/2014/main" id="{2421D692-FAC7-3A81-47A8-BF55313BF560}"/>
              </a:ext>
            </a:extLst>
          </p:cNvPr>
          <p:cNvSpPr/>
          <p:nvPr/>
        </p:nvSpPr>
        <p:spPr>
          <a:xfrm>
            <a:off x="1042208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8" name="矩形 347">
            <a:extLst>
              <a:ext uri="{FF2B5EF4-FFF2-40B4-BE49-F238E27FC236}">
                <a16:creationId xmlns:a16="http://schemas.microsoft.com/office/drawing/2014/main" id="{C38DC2F5-5679-E8A1-C339-4180A54C9600}"/>
              </a:ext>
            </a:extLst>
          </p:cNvPr>
          <p:cNvSpPr/>
          <p:nvPr/>
        </p:nvSpPr>
        <p:spPr>
          <a:xfrm>
            <a:off x="1611803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0" name="矩形 349">
            <a:extLst>
              <a:ext uri="{FF2B5EF4-FFF2-40B4-BE49-F238E27FC236}">
                <a16:creationId xmlns:a16="http://schemas.microsoft.com/office/drawing/2014/main" id="{8406550F-1C1C-DF18-C011-ECCCC4ED5E0A}"/>
              </a:ext>
            </a:extLst>
          </p:cNvPr>
          <p:cNvSpPr/>
          <p:nvPr/>
        </p:nvSpPr>
        <p:spPr>
          <a:xfrm>
            <a:off x="2204776" y="900114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2" name="矩形 351">
            <a:extLst>
              <a:ext uri="{FF2B5EF4-FFF2-40B4-BE49-F238E27FC236}">
                <a16:creationId xmlns:a16="http://schemas.microsoft.com/office/drawing/2014/main" id="{760B6168-90FD-051F-937E-894349967AC8}"/>
              </a:ext>
            </a:extLst>
          </p:cNvPr>
          <p:cNvSpPr/>
          <p:nvPr/>
        </p:nvSpPr>
        <p:spPr>
          <a:xfrm>
            <a:off x="2783501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4" name="矩形 353">
            <a:extLst>
              <a:ext uri="{FF2B5EF4-FFF2-40B4-BE49-F238E27FC236}">
                <a16:creationId xmlns:a16="http://schemas.microsoft.com/office/drawing/2014/main" id="{9D7B77E5-F116-54DB-4967-A12AE7837625}"/>
              </a:ext>
            </a:extLst>
          </p:cNvPr>
          <p:cNvSpPr/>
          <p:nvPr/>
        </p:nvSpPr>
        <p:spPr>
          <a:xfrm>
            <a:off x="3320018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6" name="矩形 355">
            <a:extLst>
              <a:ext uri="{FF2B5EF4-FFF2-40B4-BE49-F238E27FC236}">
                <a16:creationId xmlns:a16="http://schemas.microsoft.com/office/drawing/2014/main" id="{1C7A6DEE-A294-5870-D7D3-BB7F1A2427C1}"/>
              </a:ext>
            </a:extLst>
          </p:cNvPr>
          <p:cNvSpPr/>
          <p:nvPr/>
        </p:nvSpPr>
        <p:spPr>
          <a:xfrm>
            <a:off x="3893516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8" name="矩形 357">
            <a:extLst>
              <a:ext uri="{FF2B5EF4-FFF2-40B4-BE49-F238E27FC236}">
                <a16:creationId xmlns:a16="http://schemas.microsoft.com/office/drawing/2014/main" id="{36AA21FC-B04E-A6A6-6C7B-39634A8B181E}"/>
              </a:ext>
            </a:extLst>
          </p:cNvPr>
          <p:cNvSpPr/>
          <p:nvPr/>
        </p:nvSpPr>
        <p:spPr>
          <a:xfrm>
            <a:off x="4463780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0" name="矩形 359">
            <a:extLst>
              <a:ext uri="{FF2B5EF4-FFF2-40B4-BE49-F238E27FC236}">
                <a16:creationId xmlns:a16="http://schemas.microsoft.com/office/drawing/2014/main" id="{AC631073-5E5B-DA94-E8C8-8DBDEBA2C5A6}"/>
              </a:ext>
            </a:extLst>
          </p:cNvPr>
          <p:cNvSpPr/>
          <p:nvPr/>
        </p:nvSpPr>
        <p:spPr>
          <a:xfrm>
            <a:off x="5034042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2" name="矩形 361">
            <a:extLst>
              <a:ext uri="{FF2B5EF4-FFF2-40B4-BE49-F238E27FC236}">
                <a16:creationId xmlns:a16="http://schemas.microsoft.com/office/drawing/2014/main" id="{009B1113-6FE7-50A1-8AC9-8B1231EF4698}"/>
              </a:ext>
            </a:extLst>
          </p:cNvPr>
          <p:cNvSpPr/>
          <p:nvPr/>
        </p:nvSpPr>
        <p:spPr>
          <a:xfrm>
            <a:off x="5603637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4" name="矩形 363">
            <a:extLst>
              <a:ext uri="{FF2B5EF4-FFF2-40B4-BE49-F238E27FC236}">
                <a16:creationId xmlns:a16="http://schemas.microsoft.com/office/drawing/2014/main" id="{AA4129E9-28F5-8A14-4E72-93B909CD93E4}"/>
              </a:ext>
            </a:extLst>
          </p:cNvPr>
          <p:cNvSpPr/>
          <p:nvPr/>
        </p:nvSpPr>
        <p:spPr>
          <a:xfrm>
            <a:off x="6174566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8" name="矩形 367">
            <a:extLst>
              <a:ext uri="{FF2B5EF4-FFF2-40B4-BE49-F238E27FC236}">
                <a16:creationId xmlns:a16="http://schemas.microsoft.com/office/drawing/2014/main" id="{300EA3AA-1F50-154C-B439-8C487640753C}"/>
              </a:ext>
            </a:extLst>
          </p:cNvPr>
          <p:cNvSpPr/>
          <p:nvPr/>
        </p:nvSpPr>
        <p:spPr>
          <a:xfrm>
            <a:off x="6744161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0" name="矩形 369">
            <a:extLst>
              <a:ext uri="{FF2B5EF4-FFF2-40B4-BE49-F238E27FC236}">
                <a16:creationId xmlns:a16="http://schemas.microsoft.com/office/drawing/2014/main" id="{43342CC7-E10B-843D-9384-A1C5A2587FEC}"/>
              </a:ext>
            </a:extLst>
          </p:cNvPr>
          <p:cNvSpPr/>
          <p:nvPr/>
        </p:nvSpPr>
        <p:spPr>
          <a:xfrm>
            <a:off x="7313756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2" name="矩形 371">
            <a:extLst>
              <a:ext uri="{FF2B5EF4-FFF2-40B4-BE49-F238E27FC236}">
                <a16:creationId xmlns:a16="http://schemas.microsoft.com/office/drawing/2014/main" id="{E042AFF6-A5F1-B6D9-5ADA-9DC725BFBF06}"/>
              </a:ext>
            </a:extLst>
          </p:cNvPr>
          <p:cNvSpPr/>
          <p:nvPr/>
        </p:nvSpPr>
        <p:spPr>
          <a:xfrm>
            <a:off x="7880639" y="903007"/>
            <a:ext cx="569595" cy="69454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2735F90-0834-F1EA-172F-DEBC0781EC65}"/>
              </a:ext>
            </a:extLst>
          </p:cNvPr>
          <p:cNvSpPr/>
          <p:nvPr/>
        </p:nvSpPr>
        <p:spPr>
          <a:xfrm>
            <a:off x="0" y="0"/>
            <a:ext cx="8999538" cy="438912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6EE20AED-ACEF-3DD7-2EAA-A073807A4BEA}"/>
              </a:ext>
            </a:extLst>
          </p:cNvPr>
          <p:cNvSpPr/>
          <p:nvPr/>
        </p:nvSpPr>
        <p:spPr>
          <a:xfrm>
            <a:off x="2408841" y="54864"/>
            <a:ext cx="4181856" cy="329184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53" name="组合 152">
            <a:extLst>
              <a:ext uri="{FF2B5EF4-FFF2-40B4-BE49-F238E27FC236}">
                <a16:creationId xmlns:a16="http://schemas.microsoft.com/office/drawing/2014/main" id="{58EA56F8-2EF4-868A-544C-77DEA5A50FD8}"/>
              </a:ext>
            </a:extLst>
          </p:cNvPr>
          <p:cNvGrpSpPr/>
          <p:nvPr/>
        </p:nvGrpSpPr>
        <p:grpSpPr>
          <a:xfrm>
            <a:off x="390597" y="4959"/>
            <a:ext cx="1280134" cy="431250"/>
            <a:chOff x="188770" y="-11103"/>
            <a:chExt cx="1280134" cy="431250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75912157-8B4D-91FC-679C-8509D7B3562D}"/>
                </a:ext>
              </a:extLst>
            </p:cNvPr>
            <p:cNvSpPr/>
            <p:nvPr/>
          </p:nvSpPr>
          <p:spPr>
            <a:xfrm>
              <a:off x="188770" y="47240"/>
              <a:ext cx="1221882" cy="329184"/>
            </a:xfrm>
            <a:prstGeom prst="roundRect">
              <a:avLst>
                <a:gd name="adj" fmla="val 1882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8" name="文本框 147">
              <a:extLst>
                <a:ext uri="{FF2B5EF4-FFF2-40B4-BE49-F238E27FC236}">
                  <a16:creationId xmlns:a16="http://schemas.microsoft.com/office/drawing/2014/main" id="{18EB3EE6-2F99-E2C7-2229-A748BD219291}"/>
                </a:ext>
              </a:extLst>
            </p:cNvPr>
            <p:cNvSpPr txBox="1"/>
            <p:nvPr/>
          </p:nvSpPr>
          <p:spPr>
            <a:xfrm>
              <a:off x="496280" y="-11103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黑体" panose="02010609060101010101" pitchFamily="49" charset="-122"/>
                  <a:ea typeface="黑体" panose="02010609060101010101" pitchFamily="49" charset="-122"/>
                </a:rPr>
                <a:t>天海地铁</a:t>
              </a:r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310DAE22-6477-A3A5-C5AD-B13BE8E14F43}"/>
                </a:ext>
              </a:extLst>
            </p:cNvPr>
            <p:cNvSpPr txBox="1"/>
            <p:nvPr/>
          </p:nvSpPr>
          <p:spPr>
            <a:xfrm>
              <a:off x="500369" y="204703"/>
              <a:ext cx="96853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00" dirty="0" err="1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Tianhai</a:t>
              </a:r>
              <a:r>
                <a:rPr lang="en-US" altLang="zh-CN" sz="800" dirty="0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 Metro</a:t>
              </a:r>
              <a:endParaRPr lang="zh-CN" altLang="en-US" sz="800" dirty="0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endParaRPr>
            </a:p>
          </p:txBody>
        </p:sp>
        <p:pic>
          <p:nvPicPr>
            <p:cNvPr id="152" name="图片 151">
              <a:extLst>
                <a:ext uri="{FF2B5EF4-FFF2-40B4-BE49-F238E27FC236}">
                  <a16:creationId xmlns:a16="http://schemas.microsoft.com/office/drawing/2014/main" id="{FDB14D0D-BC86-2DFF-357D-439D8022A26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7754" y="54959"/>
              <a:ext cx="313746" cy="313746"/>
            </a:xfrm>
            <a:prstGeom prst="rect">
              <a:avLst/>
            </a:prstGeom>
          </p:spPr>
        </p:pic>
      </p:grpSp>
      <p:sp>
        <p:nvSpPr>
          <p:cNvPr id="167" name="文本框 166">
            <a:extLst>
              <a:ext uri="{FF2B5EF4-FFF2-40B4-BE49-F238E27FC236}">
                <a16:creationId xmlns:a16="http://schemas.microsoft.com/office/drawing/2014/main" id="{B01118AE-006D-8388-FCF9-0148C80CBEDE}"/>
              </a:ext>
            </a:extLst>
          </p:cNvPr>
          <p:cNvSpPr txBox="1"/>
          <p:nvPr/>
        </p:nvSpPr>
        <p:spPr>
          <a:xfrm>
            <a:off x="7601248" y="16203"/>
            <a:ext cx="1847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75" name="组合 174">
            <a:extLst>
              <a:ext uri="{FF2B5EF4-FFF2-40B4-BE49-F238E27FC236}">
                <a16:creationId xmlns:a16="http://schemas.microsoft.com/office/drawing/2014/main" id="{8D310B71-1AB6-B1BE-26F8-80275149A4F2}"/>
              </a:ext>
            </a:extLst>
          </p:cNvPr>
          <p:cNvGrpSpPr/>
          <p:nvPr/>
        </p:nvGrpSpPr>
        <p:grpSpPr>
          <a:xfrm>
            <a:off x="8140497" y="13642"/>
            <a:ext cx="821036" cy="400110"/>
            <a:chOff x="1526333" y="4012"/>
            <a:chExt cx="821036" cy="400110"/>
          </a:xfrm>
        </p:grpSpPr>
        <p:sp>
          <p:nvSpPr>
            <p:cNvPr id="176" name="矩形: 圆角 175">
              <a:extLst>
                <a:ext uri="{FF2B5EF4-FFF2-40B4-BE49-F238E27FC236}">
                  <a16:creationId xmlns:a16="http://schemas.microsoft.com/office/drawing/2014/main" id="{FBF1C115-7599-B8C0-ED4D-4BB25F56BE06}"/>
                </a:ext>
              </a:extLst>
            </p:cNvPr>
            <p:cNvSpPr/>
            <p:nvPr/>
          </p:nvSpPr>
          <p:spPr>
            <a:xfrm flipH="1">
              <a:off x="1526333" y="54864"/>
              <a:ext cx="753551" cy="329184"/>
            </a:xfrm>
            <a:prstGeom prst="roundRect">
              <a:avLst>
                <a:gd name="adj" fmla="val 1882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7" name="文本框 176">
              <a:extLst>
                <a:ext uri="{FF2B5EF4-FFF2-40B4-BE49-F238E27FC236}">
                  <a16:creationId xmlns:a16="http://schemas.microsoft.com/office/drawing/2014/main" id="{783D9412-FD64-2BF6-145F-35162122DED4}"/>
                </a:ext>
              </a:extLst>
            </p:cNvPr>
            <p:cNvSpPr txBox="1"/>
            <p:nvPr/>
          </p:nvSpPr>
          <p:spPr>
            <a:xfrm>
              <a:off x="1792890" y="4012"/>
              <a:ext cx="5544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latin typeface="黑体" panose="02010609060101010101" pitchFamily="49" charset="-122"/>
                  <a:ea typeface="黑体" panose="02010609060101010101" pitchFamily="49" charset="-122"/>
                </a:rPr>
                <a:t>号线</a:t>
              </a:r>
              <a:endPara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r>
                <a:rPr lang="en-US" altLang="zh-CN" sz="800" dirty="0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 Line</a:t>
              </a:r>
              <a:endParaRPr lang="zh-CN" altLang="en-US" sz="800" dirty="0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endParaRPr>
            </a:p>
          </p:txBody>
        </p:sp>
        <p:sp>
          <p:nvSpPr>
            <p:cNvPr id="178" name="矩形: 圆角 177">
              <a:extLst>
                <a:ext uri="{FF2B5EF4-FFF2-40B4-BE49-F238E27FC236}">
                  <a16:creationId xmlns:a16="http://schemas.microsoft.com/office/drawing/2014/main" id="{C60D5819-DB67-9C2E-4BE4-FBE12104E18E}"/>
                </a:ext>
              </a:extLst>
            </p:cNvPr>
            <p:cNvSpPr/>
            <p:nvPr/>
          </p:nvSpPr>
          <p:spPr>
            <a:xfrm flipH="1">
              <a:off x="1557516" y="75456"/>
              <a:ext cx="288000" cy="288000"/>
            </a:xfrm>
            <a:prstGeom prst="roundRect">
              <a:avLst>
                <a:gd name="adj" fmla="val 18827"/>
              </a:avLst>
            </a:prstGeom>
            <a:solidFill>
              <a:srgbClr val="E6001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9" name="文本框 178">
              <a:extLst>
                <a:ext uri="{FF2B5EF4-FFF2-40B4-BE49-F238E27FC236}">
                  <a16:creationId xmlns:a16="http://schemas.microsoft.com/office/drawing/2014/main" id="{1EFBF937-5CF1-008D-B0E6-A0D6955C6557}"/>
                </a:ext>
              </a:extLst>
            </p:cNvPr>
            <p:cNvSpPr txBox="1"/>
            <p:nvPr/>
          </p:nvSpPr>
          <p:spPr>
            <a:xfrm>
              <a:off x="1542658" y="34790"/>
              <a:ext cx="317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1</a:t>
              </a:r>
              <a:endParaRPr lang="zh-CN" altLang="en-US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sp>
        <p:nvSpPr>
          <p:cNvPr id="181" name="矩形: 圆角 180">
            <a:extLst>
              <a:ext uri="{FF2B5EF4-FFF2-40B4-BE49-F238E27FC236}">
                <a16:creationId xmlns:a16="http://schemas.microsoft.com/office/drawing/2014/main" id="{7C2F7FD8-5A7F-55AD-B209-742E672DD7D4}"/>
              </a:ext>
            </a:extLst>
          </p:cNvPr>
          <p:cNvSpPr/>
          <p:nvPr/>
        </p:nvSpPr>
        <p:spPr>
          <a:xfrm flipH="1">
            <a:off x="7121513" y="62216"/>
            <a:ext cx="959469" cy="329184"/>
          </a:xfrm>
          <a:prstGeom prst="roundRect">
            <a:avLst>
              <a:gd name="adj" fmla="val 188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6" name="文本框 185">
            <a:extLst>
              <a:ext uri="{FF2B5EF4-FFF2-40B4-BE49-F238E27FC236}">
                <a16:creationId xmlns:a16="http://schemas.microsoft.com/office/drawing/2014/main" id="{723011DB-428B-6911-CBCC-D6083BC5FB4D}"/>
              </a:ext>
            </a:extLst>
          </p:cNvPr>
          <p:cNvSpPr txBox="1"/>
          <p:nvPr/>
        </p:nvSpPr>
        <p:spPr>
          <a:xfrm>
            <a:off x="7075351" y="24834"/>
            <a:ext cx="10502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dirty="0">
                <a:latin typeface="黑体" panose="02010609060101010101" pitchFamily="49" charset="-122"/>
                <a:ea typeface="黑体" panose="02010609060101010101" pitchFamily="49" charset="-122"/>
              </a:rPr>
              <a:t>终点站</a:t>
            </a:r>
            <a:r>
              <a:rPr lang="en-US" altLang="zh-CN" sz="900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900" dirty="0">
                <a:latin typeface="黑体" panose="02010609060101010101" pitchFamily="49" charset="-122"/>
                <a:ea typeface="黑体" panose="02010609060101010101" pitchFamily="49" charset="-122"/>
              </a:rPr>
              <a:t>天海北站</a:t>
            </a:r>
          </a:p>
        </p:txBody>
      </p:sp>
      <p:pic>
        <p:nvPicPr>
          <p:cNvPr id="189" name="图片 188">
            <a:extLst>
              <a:ext uri="{FF2B5EF4-FFF2-40B4-BE49-F238E27FC236}">
                <a16:creationId xmlns:a16="http://schemas.microsoft.com/office/drawing/2014/main" id="{2443C998-47E8-69AF-472E-56900A7E4A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5821" y="196261"/>
            <a:ext cx="789348" cy="228967"/>
          </a:xfrm>
          <a:prstGeom prst="rect">
            <a:avLst/>
          </a:prstGeom>
        </p:spPr>
      </p:pic>
      <p:sp>
        <p:nvSpPr>
          <p:cNvPr id="316" name="椭圆 315">
            <a:extLst>
              <a:ext uri="{FF2B5EF4-FFF2-40B4-BE49-F238E27FC236}">
                <a16:creationId xmlns:a16="http://schemas.microsoft.com/office/drawing/2014/main" id="{A0D171FC-F772-8B25-0F7C-7795D001F175}"/>
              </a:ext>
            </a:extLst>
          </p:cNvPr>
          <p:cNvSpPr/>
          <p:nvPr/>
        </p:nvSpPr>
        <p:spPr>
          <a:xfrm>
            <a:off x="979216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18" name="椭圆 317">
            <a:extLst>
              <a:ext uri="{FF2B5EF4-FFF2-40B4-BE49-F238E27FC236}">
                <a16:creationId xmlns:a16="http://schemas.microsoft.com/office/drawing/2014/main" id="{927E4163-8412-C00E-FAE0-8078B3342480}"/>
              </a:ext>
            </a:extLst>
          </p:cNvPr>
          <p:cNvSpPr/>
          <p:nvPr/>
        </p:nvSpPr>
        <p:spPr>
          <a:xfrm>
            <a:off x="1549478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0" name="椭圆 319">
            <a:extLst>
              <a:ext uri="{FF2B5EF4-FFF2-40B4-BE49-F238E27FC236}">
                <a16:creationId xmlns:a16="http://schemas.microsoft.com/office/drawing/2014/main" id="{1F69548E-2DDF-2E27-91BB-2045FA86CEF5}"/>
              </a:ext>
            </a:extLst>
          </p:cNvPr>
          <p:cNvSpPr/>
          <p:nvPr/>
        </p:nvSpPr>
        <p:spPr>
          <a:xfrm>
            <a:off x="2119740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2" name="椭圆 321">
            <a:extLst>
              <a:ext uri="{FF2B5EF4-FFF2-40B4-BE49-F238E27FC236}">
                <a16:creationId xmlns:a16="http://schemas.microsoft.com/office/drawing/2014/main" id="{C64434A7-982E-6760-C4F8-3068BF5C7627}"/>
              </a:ext>
            </a:extLst>
          </p:cNvPr>
          <p:cNvSpPr/>
          <p:nvPr/>
        </p:nvSpPr>
        <p:spPr>
          <a:xfrm>
            <a:off x="2690002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4" name="椭圆 323">
            <a:extLst>
              <a:ext uri="{FF2B5EF4-FFF2-40B4-BE49-F238E27FC236}">
                <a16:creationId xmlns:a16="http://schemas.microsoft.com/office/drawing/2014/main" id="{2694F240-4BBC-9E37-21DF-769DD3D02784}"/>
              </a:ext>
            </a:extLst>
          </p:cNvPr>
          <p:cNvSpPr/>
          <p:nvPr/>
        </p:nvSpPr>
        <p:spPr>
          <a:xfrm>
            <a:off x="3260264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6" name="椭圆 325">
            <a:extLst>
              <a:ext uri="{FF2B5EF4-FFF2-40B4-BE49-F238E27FC236}">
                <a16:creationId xmlns:a16="http://schemas.microsoft.com/office/drawing/2014/main" id="{B7B5A7E2-061F-4B24-E1DF-E6D276CD470F}"/>
              </a:ext>
            </a:extLst>
          </p:cNvPr>
          <p:cNvSpPr/>
          <p:nvPr/>
        </p:nvSpPr>
        <p:spPr>
          <a:xfrm>
            <a:off x="3830526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" name="椭圆 327">
            <a:extLst>
              <a:ext uri="{FF2B5EF4-FFF2-40B4-BE49-F238E27FC236}">
                <a16:creationId xmlns:a16="http://schemas.microsoft.com/office/drawing/2014/main" id="{21854984-3F54-613E-9550-5104F2627057}"/>
              </a:ext>
            </a:extLst>
          </p:cNvPr>
          <p:cNvSpPr/>
          <p:nvPr/>
        </p:nvSpPr>
        <p:spPr>
          <a:xfrm>
            <a:off x="4400788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0" name="椭圆 329">
            <a:extLst>
              <a:ext uri="{FF2B5EF4-FFF2-40B4-BE49-F238E27FC236}">
                <a16:creationId xmlns:a16="http://schemas.microsoft.com/office/drawing/2014/main" id="{1E1E7F63-46EB-2930-B9CC-D1309C487CBD}"/>
              </a:ext>
            </a:extLst>
          </p:cNvPr>
          <p:cNvSpPr/>
          <p:nvPr/>
        </p:nvSpPr>
        <p:spPr>
          <a:xfrm>
            <a:off x="4971050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2" name="椭圆 331">
            <a:extLst>
              <a:ext uri="{FF2B5EF4-FFF2-40B4-BE49-F238E27FC236}">
                <a16:creationId xmlns:a16="http://schemas.microsoft.com/office/drawing/2014/main" id="{14FF103D-1C53-58AD-AA1C-CD06D4CE182A}"/>
              </a:ext>
            </a:extLst>
          </p:cNvPr>
          <p:cNvSpPr/>
          <p:nvPr/>
        </p:nvSpPr>
        <p:spPr>
          <a:xfrm>
            <a:off x="5541312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4" name="椭圆 333">
            <a:extLst>
              <a:ext uri="{FF2B5EF4-FFF2-40B4-BE49-F238E27FC236}">
                <a16:creationId xmlns:a16="http://schemas.microsoft.com/office/drawing/2014/main" id="{E88020DB-204A-CECF-E2EB-5D7CA7D33FAA}"/>
              </a:ext>
            </a:extLst>
          </p:cNvPr>
          <p:cNvSpPr/>
          <p:nvPr/>
        </p:nvSpPr>
        <p:spPr>
          <a:xfrm>
            <a:off x="6111574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6" name="椭圆 335">
            <a:extLst>
              <a:ext uri="{FF2B5EF4-FFF2-40B4-BE49-F238E27FC236}">
                <a16:creationId xmlns:a16="http://schemas.microsoft.com/office/drawing/2014/main" id="{C5ECADCB-A9F9-3A8B-7FFE-06B6C14F294A}"/>
              </a:ext>
            </a:extLst>
          </p:cNvPr>
          <p:cNvSpPr/>
          <p:nvPr/>
        </p:nvSpPr>
        <p:spPr>
          <a:xfrm>
            <a:off x="6681836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8" name="椭圆 337">
            <a:extLst>
              <a:ext uri="{FF2B5EF4-FFF2-40B4-BE49-F238E27FC236}">
                <a16:creationId xmlns:a16="http://schemas.microsoft.com/office/drawing/2014/main" id="{CA46DAB2-F4A0-13F3-CBB7-3105399D7408}"/>
              </a:ext>
            </a:extLst>
          </p:cNvPr>
          <p:cNvSpPr/>
          <p:nvPr/>
        </p:nvSpPr>
        <p:spPr>
          <a:xfrm>
            <a:off x="7252098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0" name="椭圆 339">
            <a:extLst>
              <a:ext uri="{FF2B5EF4-FFF2-40B4-BE49-F238E27FC236}">
                <a16:creationId xmlns:a16="http://schemas.microsoft.com/office/drawing/2014/main" id="{C71B92DE-2DD0-2FE8-1F86-88235F14A1FF}"/>
              </a:ext>
            </a:extLst>
          </p:cNvPr>
          <p:cNvSpPr/>
          <p:nvPr/>
        </p:nvSpPr>
        <p:spPr>
          <a:xfrm>
            <a:off x="7818314" y="875409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2" name="椭圆 341">
            <a:extLst>
              <a:ext uri="{FF2B5EF4-FFF2-40B4-BE49-F238E27FC236}">
                <a16:creationId xmlns:a16="http://schemas.microsoft.com/office/drawing/2014/main" id="{CCCE051C-E1EE-E783-4A9E-E4B85A69E2C2}"/>
              </a:ext>
            </a:extLst>
          </p:cNvPr>
          <p:cNvSpPr/>
          <p:nvPr/>
        </p:nvSpPr>
        <p:spPr>
          <a:xfrm>
            <a:off x="8414500" y="874625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9" name="文本框 378">
            <a:extLst>
              <a:ext uri="{FF2B5EF4-FFF2-40B4-BE49-F238E27FC236}">
                <a16:creationId xmlns:a16="http://schemas.microsoft.com/office/drawing/2014/main" id="{645A5CEB-E6D5-259C-BE18-7413696D921F}"/>
              </a:ext>
            </a:extLst>
          </p:cNvPr>
          <p:cNvSpPr txBox="1"/>
          <p:nvPr/>
        </p:nvSpPr>
        <p:spPr>
          <a:xfrm>
            <a:off x="2500995" y="483926"/>
            <a:ext cx="4988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金山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Jinshan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81" name="文本框 380">
            <a:extLst>
              <a:ext uri="{FF2B5EF4-FFF2-40B4-BE49-F238E27FC236}">
                <a16:creationId xmlns:a16="http://schemas.microsoft.com/office/drawing/2014/main" id="{468BE0C2-1D39-FE89-2513-C5F3E58ED0D6}"/>
              </a:ext>
            </a:extLst>
          </p:cNvPr>
          <p:cNvSpPr txBox="1"/>
          <p:nvPr/>
        </p:nvSpPr>
        <p:spPr>
          <a:xfrm>
            <a:off x="1751205" y="1019030"/>
            <a:ext cx="8595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中央大道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Central Avenue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83" name="文本框 382">
            <a:extLst>
              <a:ext uri="{FF2B5EF4-FFF2-40B4-BE49-F238E27FC236}">
                <a16:creationId xmlns:a16="http://schemas.microsoft.com/office/drawing/2014/main" id="{BCB0952A-B062-ADD4-B79A-CFC354ABFAE9}"/>
              </a:ext>
            </a:extLst>
          </p:cNvPr>
          <p:cNvSpPr txBox="1"/>
          <p:nvPr/>
        </p:nvSpPr>
        <p:spPr>
          <a:xfrm>
            <a:off x="2788605" y="1019030"/>
            <a:ext cx="10631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吕岭北站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Lvling</a:t>
            </a:r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 North Station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85" name="文本框 384">
            <a:extLst>
              <a:ext uri="{FF2B5EF4-FFF2-40B4-BE49-F238E27FC236}">
                <a16:creationId xmlns:a16="http://schemas.microsoft.com/office/drawing/2014/main" id="{646F407D-610D-AAD6-6EB6-5317D580BFF4}"/>
              </a:ext>
            </a:extLst>
          </p:cNvPr>
          <p:cNvSpPr txBox="1"/>
          <p:nvPr/>
        </p:nvSpPr>
        <p:spPr>
          <a:xfrm>
            <a:off x="3497972" y="483926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海宁公园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Haining Park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87" name="文本框 386">
            <a:extLst>
              <a:ext uri="{FF2B5EF4-FFF2-40B4-BE49-F238E27FC236}">
                <a16:creationId xmlns:a16="http://schemas.microsoft.com/office/drawing/2014/main" id="{0F6AC54C-7899-BCF7-6A27-5F83BFB2BDD4}"/>
              </a:ext>
            </a:extLst>
          </p:cNvPr>
          <p:cNvSpPr txBox="1"/>
          <p:nvPr/>
        </p:nvSpPr>
        <p:spPr>
          <a:xfrm>
            <a:off x="3711944" y="1019030"/>
            <a:ext cx="1502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海宁行政中心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Haining Administrative Center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89" name="文本框 388">
            <a:extLst>
              <a:ext uri="{FF2B5EF4-FFF2-40B4-BE49-F238E27FC236}">
                <a16:creationId xmlns:a16="http://schemas.microsoft.com/office/drawing/2014/main" id="{F9BA041D-74AF-2C46-A9AA-C2F9912475B6}"/>
              </a:ext>
            </a:extLst>
          </p:cNvPr>
          <p:cNvSpPr txBox="1"/>
          <p:nvPr/>
        </p:nvSpPr>
        <p:spPr>
          <a:xfrm>
            <a:off x="4411249" y="483926"/>
            <a:ext cx="12442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海宁商务中心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Haining Business Center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91" name="文本框 390">
            <a:extLst>
              <a:ext uri="{FF2B5EF4-FFF2-40B4-BE49-F238E27FC236}">
                <a16:creationId xmlns:a16="http://schemas.microsoft.com/office/drawing/2014/main" id="{F403D438-2488-929D-DFBC-CA72C701AED6}"/>
              </a:ext>
            </a:extLst>
          </p:cNvPr>
          <p:cNvSpPr txBox="1"/>
          <p:nvPr/>
        </p:nvSpPr>
        <p:spPr>
          <a:xfrm>
            <a:off x="5332712" y="1019030"/>
            <a:ext cx="5421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五通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Wutong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95" name="文本框 394">
            <a:extLst>
              <a:ext uri="{FF2B5EF4-FFF2-40B4-BE49-F238E27FC236}">
                <a16:creationId xmlns:a16="http://schemas.microsoft.com/office/drawing/2014/main" id="{75775EF8-B8F4-9628-1E4B-15AAD2CB6080}"/>
              </a:ext>
            </a:extLst>
          </p:cNvPr>
          <p:cNvSpPr txBox="1"/>
          <p:nvPr/>
        </p:nvSpPr>
        <p:spPr>
          <a:xfrm>
            <a:off x="6497136" y="1019030"/>
            <a:ext cx="4940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弋浔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Yixun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grpSp>
        <p:nvGrpSpPr>
          <p:cNvPr id="408" name="组合 407">
            <a:extLst>
              <a:ext uri="{FF2B5EF4-FFF2-40B4-BE49-F238E27FC236}">
                <a16:creationId xmlns:a16="http://schemas.microsoft.com/office/drawing/2014/main" id="{CBC00E9F-DBD7-7AE2-5A00-436C7E3BD515}"/>
              </a:ext>
            </a:extLst>
          </p:cNvPr>
          <p:cNvGrpSpPr/>
          <p:nvPr/>
        </p:nvGrpSpPr>
        <p:grpSpPr>
          <a:xfrm flipH="1">
            <a:off x="416338" y="893731"/>
            <a:ext cx="86486" cy="88006"/>
            <a:chOff x="3384914" y="1617979"/>
            <a:chExt cx="790846" cy="825340"/>
          </a:xfrm>
        </p:grpSpPr>
        <p:sp>
          <p:nvSpPr>
            <p:cNvPr id="405" name="箭头: 环形 404">
              <a:extLst>
                <a:ext uri="{FF2B5EF4-FFF2-40B4-BE49-F238E27FC236}">
                  <a16:creationId xmlns:a16="http://schemas.microsoft.com/office/drawing/2014/main" id="{2A1B44D0-76E5-927B-B977-C29879BE2347}"/>
                </a:ext>
              </a:extLst>
            </p:cNvPr>
            <p:cNvSpPr/>
            <p:nvPr/>
          </p:nvSpPr>
          <p:spPr>
            <a:xfrm>
              <a:off x="3384914" y="1617979"/>
              <a:ext cx="790846" cy="797055"/>
            </a:xfrm>
            <a:prstGeom prst="circular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07" name="箭头: 环形 406">
              <a:extLst>
                <a:ext uri="{FF2B5EF4-FFF2-40B4-BE49-F238E27FC236}">
                  <a16:creationId xmlns:a16="http://schemas.microsoft.com/office/drawing/2014/main" id="{3A803F41-861D-3711-7644-0D31D67A9E00}"/>
                </a:ext>
              </a:extLst>
            </p:cNvPr>
            <p:cNvSpPr/>
            <p:nvPr/>
          </p:nvSpPr>
          <p:spPr>
            <a:xfrm flipH="1" flipV="1">
              <a:off x="3384914" y="1646263"/>
              <a:ext cx="790846" cy="797056"/>
            </a:xfrm>
            <a:prstGeom prst="circularArrow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444" name="图片 443">
            <a:extLst>
              <a:ext uri="{FF2B5EF4-FFF2-40B4-BE49-F238E27FC236}">
                <a16:creationId xmlns:a16="http://schemas.microsoft.com/office/drawing/2014/main" id="{CC6F63E4-3040-CF06-30BB-BC35588198C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783" y="1232304"/>
            <a:ext cx="332273" cy="193917"/>
          </a:xfrm>
          <a:prstGeom prst="rect">
            <a:avLst/>
          </a:prstGeom>
        </p:spPr>
      </p:pic>
      <p:pic>
        <p:nvPicPr>
          <p:cNvPr id="452" name="图片 451">
            <a:extLst>
              <a:ext uri="{FF2B5EF4-FFF2-40B4-BE49-F238E27FC236}">
                <a16:creationId xmlns:a16="http://schemas.microsoft.com/office/drawing/2014/main" id="{4B04A1FC-B6C1-20EE-2D1A-0F0FB505541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5845" y="1079839"/>
            <a:ext cx="334150" cy="193917"/>
          </a:xfrm>
          <a:prstGeom prst="rect">
            <a:avLst/>
          </a:prstGeom>
        </p:spPr>
      </p:pic>
      <p:grpSp>
        <p:nvGrpSpPr>
          <p:cNvPr id="460" name="组合 459">
            <a:extLst>
              <a:ext uri="{FF2B5EF4-FFF2-40B4-BE49-F238E27FC236}">
                <a16:creationId xmlns:a16="http://schemas.microsoft.com/office/drawing/2014/main" id="{5CDC72FC-35F5-2CB3-AD76-4F88457C074F}"/>
              </a:ext>
            </a:extLst>
          </p:cNvPr>
          <p:cNvGrpSpPr/>
          <p:nvPr/>
        </p:nvGrpSpPr>
        <p:grpSpPr>
          <a:xfrm rot="1951028">
            <a:off x="8427983" y="890552"/>
            <a:ext cx="94574" cy="94923"/>
            <a:chOff x="1440520" y="1462484"/>
            <a:chExt cx="461631" cy="463336"/>
          </a:xfrm>
        </p:grpSpPr>
        <p:sp>
          <p:nvSpPr>
            <p:cNvPr id="456" name="箭头: 环形 455">
              <a:extLst>
                <a:ext uri="{FF2B5EF4-FFF2-40B4-BE49-F238E27FC236}">
                  <a16:creationId xmlns:a16="http://schemas.microsoft.com/office/drawing/2014/main" id="{4D8CDC19-015D-0FFD-AD70-B93705A7097C}"/>
                </a:ext>
              </a:extLst>
            </p:cNvPr>
            <p:cNvSpPr/>
            <p:nvPr/>
          </p:nvSpPr>
          <p:spPr>
            <a:xfrm rot="338721" flipH="1">
              <a:off x="1446104" y="1476765"/>
              <a:ext cx="456047" cy="448158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13769514"/>
                <a:gd name="adj5" fmla="val 1250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57" name="箭头: 环形 456">
              <a:extLst>
                <a:ext uri="{FF2B5EF4-FFF2-40B4-BE49-F238E27FC236}">
                  <a16:creationId xmlns:a16="http://schemas.microsoft.com/office/drawing/2014/main" id="{A89BA7A3-EBD6-B3EE-1D4A-F47029A21891}"/>
                </a:ext>
              </a:extLst>
            </p:cNvPr>
            <p:cNvSpPr/>
            <p:nvPr/>
          </p:nvSpPr>
          <p:spPr>
            <a:xfrm rot="19710149" flipV="1">
              <a:off x="1446103" y="1477662"/>
              <a:ext cx="456047" cy="448158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15559861"/>
                <a:gd name="adj5" fmla="val 12500"/>
              </a:avLst>
            </a:prstGeom>
            <a:solidFill>
              <a:srgbClr val="FFC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59" name="箭头: 环形 458">
              <a:extLst>
                <a:ext uri="{FF2B5EF4-FFF2-40B4-BE49-F238E27FC236}">
                  <a16:creationId xmlns:a16="http://schemas.microsoft.com/office/drawing/2014/main" id="{0497EA81-39A9-69AE-458A-F16C8E94A118}"/>
                </a:ext>
              </a:extLst>
            </p:cNvPr>
            <p:cNvSpPr/>
            <p:nvPr/>
          </p:nvSpPr>
          <p:spPr>
            <a:xfrm rot="4784427" flipV="1">
              <a:off x="1436575" y="1466429"/>
              <a:ext cx="456047" cy="448158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15892767"/>
                <a:gd name="adj5" fmla="val 12500"/>
              </a:avLst>
            </a:prstGeom>
            <a:solidFill>
              <a:srgbClr val="52AB4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61" name="文本框 460">
            <a:extLst>
              <a:ext uri="{FF2B5EF4-FFF2-40B4-BE49-F238E27FC236}">
                <a16:creationId xmlns:a16="http://schemas.microsoft.com/office/drawing/2014/main" id="{3A6BBD3D-4DCD-9388-939A-8D393D2E15B4}"/>
              </a:ext>
            </a:extLst>
          </p:cNvPr>
          <p:cNvSpPr txBox="1"/>
          <p:nvPr/>
        </p:nvSpPr>
        <p:spPr>
          <a:xfrm>
            <a:off x="3114545" y="-5659"/>
            <a:ext cx="283122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下一站：天海北站</a:t>
            </a:r>
            <a:endParaRPr lang="en-US" altLang="zh-CN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800" dirty="0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rPr>
              <a:t>Next Station: </a:t>
            </a:r>
            <a:r>
              <a:rPr lang="en-US" altLang="zh-CN" sz="800" dirty="0" err="1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rPr>
              <a:t>Tianhai</a:t>
            </a:r>
            <a:r>
              <a:rPr lang="en-US" altLang="zh-CN" sz="800" dirty="0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rPr>
              <a:t> North Railway Station.</a:t>
            </a:r>
            <a:endParaRPr lang="zh-CN" altLang="en-US" sz="800" dirty="0">
              <a:latin typeface="Cascadia Code" panose="020B0609020000020004" pitchFamily="49" charset="0"/>
              <a:ea typeface="黑体" panose="02010609060101010101" pitchFamily="49" charset="-122"/>
              <a:cs typeface="Cascadia Code" panose="020B0609020000020004" pitchFamily="49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EBA3914C-7B06-15D7-EF25-E684E85F9827}"/>
              </a:ext>
            </a:extLst>
          </p:cNvPr>
          <p:cNvGrpSpPr/>
          <p:nvPr/>
        </p:nvGrpSpPr>
        <p:grpSpPr>
          <a:xfrm>
            <a:off x="7904419" y="804919"/>
            <a:ext cx="261017" cy="259843"/>
            <a:chOff x="501595" y="804920"/>
            <a:chExt cx="261017" cy="259843"/>
          </a:xfrm>
        </p:grpSpPr>
        <p:sp>
          <p:nvSpPr>
            <p:cNvPr id="2" name="箭头: V 形 1">
              <a:extLst>
                <a:ext uri="{FF2B5EF4-FFF2-40B4-BE49-F238E27FC236}">
                  <a16:creationId xmlns:a16="http://schemas.microsoft.com/office/drawing/2014/main" id="{F6493749-14BA-334A-D851-6D1634058C9F}"/>
                </a:ext>
              </a:extLst>
            </p:cNvPr>
            <p:cNvSpPr/>
            <p:nvPr/>
          </p:nvSpPr>
          <p:spPr>
            <a:xfrm>
              <a:off x="501595" y="804920"/>
              <a:ext cx="153399" cy="259843"/>
            </a:xfrm>
            <a:prstGeom prst="chevron">
              <a:avLst>
                <a:gd name="adj" fmla="val 5528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箭头: V 形 5">
              <a:extLst>
                <a:ext uri="{FF2B5EF4-FFF2-40B4-BE49-F238E27FC236}">
                  <a16:creationId xmlns:a16="http://schemas.microsoft.com/office/drawing/2014/main" id="{FB78053A-51FD-669E-389B-4BEAAB525E1D}"/>
                </a:ext>
              </a:extLst>
            </p:cNvPr>
            <p:cNvSpPr/>
            <p:nvPr/>
          </p:nvSpPr>
          <p:spPr>
            <a:xfrm>
              <a:off x="609213" y="804920"/>
              <a:ext cx="153399" cy="259843"/>
            </a:xfrm>
            <a:prstGeom prst="chevron">
              <a:avLst>
                <a:gd name="adj" fmla="val 5528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73" name="文本框 372">
            <a:extLst>
              <a:ext uri="{FF2B5EF4-FFF2-40B4-BE49-F238E27FC236}">
                <a16:creationId xmlns:a16="http://schemas.microsoft.com/office/drawing/2014/main" id="{FE8F7060-70B4-6CD2-794E-91EDBA70278A}"/>
              </a:ext>
            </a:extLst>
          </p:cNvPr>
          <p:cNvSpPr txBox="1"/>
          <p:nvPr/>
        </p:nvSpPr>
        <p:spPr>
          <a:xfrm>
            <a:off x="114082" y="483926"/>
            <a:ext cx="7088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天海港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Tianhai</a:t>
            </a:r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 Port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93" name="文本框 392">
            <a:extLst>
              <a:ext uri="{FF2B5EF4-FFF2-40B4-BE49-F238E27FC236}">
                <a16:creationId xmlns:a16="http://schemas.microsoft.com/office/drawing/2014/main" id="{978ECAC8-CCFB-72F7-FAA1-7329260F58B6}"/>
              </a:ext>
            </a:extLst>
          </p:cNvPr>
          <p:cNvSpPr txBox="1"/>
          <p:nvPr/>
        </p:nvSpPr>
        <p:spPr>
          <a:xfrm>
            <a:off x="5768561" y="483926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体育中心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Sports Center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97" name="文本框 396">
            <a:extLst>
              <a:ext uri="{FF2B5EF4-FFF2-40B4-BE49-F238E27FC236}">
                <a16:creationId xmlns:a16="http://schemas.microsoft.com/office/drawing/2014/main" id="{686C8179-935A-691D-7DF1-AE6B45646D4F}"/>
              </a:ext>
            </a:extLst>
          </p:cNvPr>
          <p:cNvSpPr txBox="1"/>
          <p:nvPr/>
        </p:nvSpPr>
        <p:spPr>
          <a:xfrm>
            <a:off x="6745332" y="483926"/>
            <a:ext cx="11368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迁安人民公园</a:t>
            </a:r>
            <a:endParaRPr lang="en-US" altLang="zh-CN" sz="12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Qian’an</a:t>
            </a:r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 People’s Park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403" name="文本框 402">
            <a:extLst>
              <a:ext uri="{FF2B5EF4-FFF2-40B4-BE49-F238E27FC236}">
                <a16:creationId xmlns:a16="http://schemas.microsoft.com/office/drawing/2014/main" id="{9E9609CB-6B85-5A60-CB43-EC8C5A591399}"/>
              </a:ext>
            </a:extLst>
          </p:cNvPr>
          <p:cNvSpPr txBox="1"/>
          <p:nvPr/>
        </p:nvSpPr>
        <p:spPr>
          <a:xfrm>
            <a:off x="8036326" y="411621"/>
            <a:ext cx="8467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00" b="1" dirty="0">
                <a:latin typeface="宋体" panose="02010600030101010101" pitchFamily="2" charset="-122"/>
                <a:ea typeface="宋体" panose="02010600030101010101" pitchFamily="2" charset="-122"/>
              </a:rPr>
              <a:t>天海北站</a:t>
            </a:r>
            <a:endParaRPr lang="en-US" altLang="zh-CN" sz="11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 err="1">
                <a:latin typeface="+mn-ea"/>
                <a:cs typeface="Cascadia Code" panose="020B0609020000020004" pitchFamily="49" charset="0"/>
              </a:rPr>
              <a:t>Tianhai</a:t>
            </a:r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 North</a:t>
            </a:r>
          </a:p>
          <a:p>
            <a:pPr algn="ctr"/>
            <a:r>
              <a:rPr lang="en-US" altLang="zh-CN" sz="800" dirty="0">
                <a:latin typeface="+mn-ea"/>
                <a:cs typeface="Cascadia Code" panose="020B0609020000020004" pitchFamily="49" charset="0"/>
              </a:rPr>
              <a:t>Railway Station</a:t>
            </a:r>
            <a:endParaRPr lang="zh-CN" altLang="en-US" sz="800" dirty="0"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99" name="文本框 398">
            <a:extLst>
              <a:ext uri="{FF2B5EF4-FFF2-40B4-BE49-F238E27FC236}">
                <a16:creationId xmlns:a16="http://schemas.microsoft.com/office/drawing/2014/main" id="{486F3252-E69F-0241-409D-426F67B88222}"/>
              </a:ext>
            </a:extLst>
          </p:cNvPr>
          <p:cNvSpPr txBox="1"/>
          <p:nvPr/>
        </p:nvSpPr>
        <p:spPr>
          <a:xfrm>
            <a:off x="7435645" y="972461"/>
            <a:ext cx="88998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北站西广场</a:t>
            </a:r>
            <a:endParaRPr lang="en-US" altLang="zh-CN" sz="1100" b="1" dirty="0">
              <a:solidFill>
                <a:schemeClr val="tx1">
                  <a:lumMod val="50000"/>
                  <a:lumOff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Railway Station</a:t>
            </a:r>
          </a:p>
          <a:p>
            <a:pPr algn="ctr"/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Cascadia Code" panose="020B0609020000020004" pitchFamily="49" charset="0"/>
              </a:rPr>
              <a:t>West Square</a:t>
            </a:r>
            <a:endParaRPr lang="zh-CN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Cascadia Code" panose="020B0609020000020004" pitchFamily="49" charset="0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73243EB3-9A8E-E6F5-EC9B-20CD31A1523F}"/>
              </a:ext>
            </a:extLst>
          </p:cNvPr>
          <p:cNvSpPr/>
          <p:nvPr/>
        </p:nvSpPr>
        <p:spPr>
          <a:xfrm rot="16200000" flipV="1">
            <a:off x="3252467" y="802397"/>
            <a:ext cx="149365" cy="115523"/>
          </a:xfrm>
          <a:prstGeom prst="homePlate">
            <a:avLst>
              <a:gd name="adj" fmla="val 41754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309AA908-4CDC-6B72-7441-0388843C5FEC}"/>
              </a:ext>
            </a:extLst>
          </p:cNvPr>
          <p:cNvSpPr/>
          <p:nvPr/>
        </p:nvSpPr>
        <p:spPr>
          <a:xfrm>
            <a:off x="3262857" y="879787"/>
            <a:ext cx="124650" cy="1246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DC5D0C9-1357-8A8D-D9C2-15A2C48C17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2449" y="546366"/>
            <a:ext cx="463118" cy="270278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78971721-179D-1E91-3F53-8696D9FBCE08}"/>
              </a:ext>
            </a:extLst>
          </p:cNvPr>
          <p:cNvGrpSpPr/>
          <p:nvPr/>
        </p:nvGrpSpPr>
        <p:grpSpPr>
          <a:xfrm flipH="1">
            <a:off x="3287580" y="895239"/>
            <a:ext cx="86486" cy="88006"/>
            <a:chOff x="3384914" y="1617979"/>
            <a:chExt cx="790846" cy="825340"/>
          </a:xfrm>
        </p:grpSpPr>
        <p:sp>
          <p:nvSpPr>
            <p:cNvPr id="11" name="箭头: 环形 10">
              <a:extLst>
                <a:ext uri="{FF2B5EF4-FFF2-40B4-BE49-F238E27FC236}">
                  <a16:creationId xmlns:a16="http://schemas.microsoft.com/office/drawing/2014/main" id="{1596F802-9E96-C8B5-EC64-C64D8EABEADB}"/>
                </a:ext>
              </a:extLst>
            </p:cNvPr>
            <p:cNvSpPr/>
            <p:nvPr/>
          </p:nvSpPr>
          <p:spPr>
            <a:xfrm>
              <a:off x="3384914" y="1617979"/>
              <a:ext cx="790846" cy="797055"/>
            </a:xfrm>
            <a:prstGeom prst="circular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箭头: 环形 11">
              <a:extLst>
                <a:ext uri="{FF2B5EF4-FFF2-40B4-BE49-F238E27FC236}">
                  <a16:creationId xmlns:a16="http://schemas.microsoft.com/office/drawing/2014/main" id="{EA9C48EE-BD7B-4EE6-CF64-31C260DC6621}"/>
                </a:ext>
              </a:extLst>
            </p:cNvPr>
            <p:cNvSpPr/>
            <p:nvPr/>
          </p:nvSpPr>
          <p:spPr>
            <a:xfrm flipH="1" flipV="1">
              <a:off x="3384914" y="1646263"/>
              <a:ext cx="790846" cy="797056"/>
            </a:xfrm>
            <a:prstGeom prst="circularArrow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36305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1000" fill="hold"/>
                                        <p:tgtEl>
                                          <p:spTgt spid="4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63" presetClass="pat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0995E-8 -3.60529E-6 L 0.02487 -3.60529E-6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35" y="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ADFE1-59E3-3B6A-3687-9B8F87A7A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>
            <a:extLst>
              <a:ext uri="{FF2B5EF4-FFF2-40B4-BE49-F238E27FC236}">
                <a16:creationId xmlns:a16="http://schemas.microsoft.com/office/drawing/2014/main" id="{32094FA0-CA67-560B-807E-697AF6B8322B}"/>
              </a:ext>
            </a:extLst>
          </p:cNvPr>
          <p:cNvSpPr txBox="1"/>
          <p:nvPr/>
        </p:nvSpPr>
        <p:spPr>
          <a:xfrm>
            <a:off x="9168" y="486678"/>
            <a:ext cx="21531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天海北站</a:t>
            </a:r>
            <a:endParaRPr lang="en-US" altLang="zh-CN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1200" dirty="0" err="1">
                <a:latin typeface="+mn-ea"/>
              </a:rPr>
              <a:t>Tianhai</a:t>
            </a:r>
            <a:r>
              <a:rPr lang="en-US" altLang="zh-CN" sz="1200" dirty="0">
                <a:latin typeface="+mn-ea"/>
              </a:rPr>
              <a:t> North Railway Station.</a:t>
            </a:r>
            <a:endParaRPr lang="zh-CN" altLang="en-US" sz="1200" dirty="0">
              <a:latin typeface="+mn-ea"/>
            </a:endParaRPr>
          </a:p>
        </p:txBody>
      </p:sp>
      <p:grpSp>
        <p:nvGrpSpPr>
          <p:cNvPr id="648" name="组合 647">
            <a:extLst>
              <a:ext uri="{FF2B5EF4-FFF2-40B4-BE49-F238E27FC236}">
                <a16:creationId xmlns:a16="http://schemas.microsoft.com/office/drawing/2014/main" id="{0C4B95CA-B6DE-AC69-C80D-849DEE9488D5}"/>
              </a:ext>
            </a:extLst>
          </p:cNvPr>
          <p:cNvGrpSpPr/>
          <p:nvPr/>
        </p:nvGrpSpPr>
        <p:grpSpPr>
          <a:xfrm>
            <a:off x="-4835331" y="564611"/>
            <a:ext cx="4713780" cy="347183"/>
            <a:chOff x="2180050" y="555098"/>
            <a:chExt cx="4713780" cy="347183"/>
          </a:xfrm>
        </p:grpSpPr>
        <p:grpSp>
          <p:nvGrpSpPr>
            <p:cNvPr id="631" name="组合 630">
              <a:extLst>
                <a:ext uri="{FF2B5EF4-FFF2-40B4-BE49-F238E27FC236}">
                  <a16:creationId xmlns:a16="http://schemas.microsoft.com/office/drawing/2014/main" id="{A57D65F7-9273-5F9D-4138-F6B501FB4E89}"/>
                </a:ext>
              </a:extLst>
            </p:cNvPr>
            <p:cNvGrpSpPr/>
            <p:nvPr/>
          </p:nvGrpSpPr>
          <p:grpSpPr>
            <a:xfrm>
              <a:off x="3758078" y="601135"/>
              <a:ext cx="771789" cy="230164"/>
              <a:chOff x="2969309" y="601138"/>
              <a:chExt cx="771789" cy="230164"/>
            </a:xfrm>
          </p:grpSpPr>
          <p:sp>
            <p:nvSpPr>
              <p:cNvPr id="632" name="矩形 631">
                <a:extLst>
                  <a:ext uri="{FF2B5EF4-FFF2-40B4-BE49-F238E27FC236}">
                    <a16:creationId xmlns:a16="http://schemas.microsoft.com/office/drawing/2014/main" id="{44146913-E5C8-359A-EFB3-A632BFA54EF8}"/>
                  </a:ext>
                </a:extLst>
              </p:cNvPr>
              <p:cNvSpPr/>
              <p:nvPr/>
            </p:nvSpPr>
            <p:spPr>
              <a:xfrm>
                <a:off x="2969309" y="601138"/>
                <a:ext cx="769621" cy="2301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3" name="矩形: 圆角 632">
                <a:extLst>
                  <a:ext uri="{FF2B5EF4-FFF2-40B4-BE49-F238E27FC236}">
                    <a16:creationId xmlns:a16="http://schemas.microsoft.com/office/drawing/2014/main" id="{E0431EED-E14C-D2B2-685A-4490CD460628}"/>
                  </a:ext>
                </a:extLst>
              </p:cNvPr>
              <p:cNvSpPr/>
              <p:nvPr/>
            </p:nvSpPr>
            <p:spPr>
              <a:xfrm>
                <a:off x="2971478" y="633445"/>
                <a:ext cx="769620" cy="97294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634" name="直接连接符 633">
                <a:extLst>
                  <a:ext uri="{FF2B5EF4-FFF2-40B4-BE49-F238E27FC236}">
                    <a16:creationId xmlns:a16="http://schemas.microsoft.com/office/drawing/2014/main" id="{ABE4E4C9-3E88-AF93-E3DD-40DB3ACC70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478" y="76426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5" name="直接连接符 634">
                <a:extLst>
                  <a:ext uri="{FF2B5EF4-FFF2-40B4-BE49-F238E27FC236}">
                    <a16:creationId xmlns:a16="http://schemas.microsoft.com/office/drawing/2014/main" id="{54CB89F0-C0CA-7EE4-2B19-1977BDCAB9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36399" y="63344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03" name="组合 602">
              <a:extLst>
                <a:ext uri="{FF2B5EF4-FFF2-40B4-BE49-F238E27FC236}">
                  <a16:creationId xmlns:a16="http://schemas.microsoft.com/office/drawing/2014/main" id="{ACB49C5B-3B50-88FD-1836-39484C68EB44}"/>
                </a:ext>
              </a:extLst>
            </p:cNvPr>
            <p:cNvGrpSpPr/>
            <p:nvPr/>
          </p:nvGrpSpPr>
          <p:grpSpPr>
            <a:xfrm>
              <a:off x="2969309" y="601138"/>
              <a:ext cx="771789" cy="230164"/>
              <a:chOff x="2969309" y="601138"/>
              <a:chExt cx="771789" cy="230164"/>
            </a:xfrm>
          </p:grpSpPr>
          <p:sp>
            <p:nvSpPr>
              <p:cNvPr id="602" name="矩形 601">
                <a:extLst>
                  <a:ext uri="{FF2B5EF4-FFF2-40B4-BE49-F238E27FC236}">
                    <a16:creationId xmlns:a16="http://schemas.microsoft.com/office/drawing/2014/main" id="{28A3A444-9F5D-8B10-FE7E-EFC1594F676C}"/>
                  </a:ext>
                </a:extLst>
              </p:cNvPr>
              <p:cNvSpPr/>
              <p:nvPr/>
            </p:nvSpPr>
            <p:spPr>
              <a:xfrm>
                <a:off x="2969309" y="601138"/>
                <a:ext cx="769621" cy="2301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5" name="矩形: 圆角 134">
                <a:extLst>
                  <a:ext uri="{FF2B5EF4-FFF2-40B4-BE49-F238E27FC236}">
                    <a16:creationId xmlns:a16="http://schemas.microsoft.com/office/drawing/2014/main" id="{E5E436C9-4DFC-F49E-603D-4EB816209E31}"/>
                  </a:ext>
                </a:extLst>
              </p:cNvPr>
              <p:cNvSpPr/>
              <p:nvPr/>
            </p:nvSpPr>
            <p:spPr>
              <a:xfrm>
                <a:off x="2971478" y="633445"/>
                <a:ext cx="769620" cy="97294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36" name="直接连接符 135">
                <a:extLst>
                  <a:ext uri="{FF2B5EF4-FFF2-40B4-BE49-F238E27FC236}">
                    <a16:creationId xmlns:a16="http://schemas.microsoft.com/office/drawing/2014/main" id="{B329DD4F-AB7C-BC5B-2CBD-600C2CACC25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478" y="76426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直接连接符 136">
                <a:extLst>
                  <a:ext uri="{FF2B5EF4-FFF2-40B4-BE49-F238E27FC236}">
                    <a16:creationId xmlns:a16="http://schemas.microsoft.com/office/drawing/2014/main" id="{BCBC02F3-9E72-92CC-6E64-DD21512C034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36399" y="63344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4" name="组合 183">
              <a:extLst>
                <a:ext uri="{FF2B5EF4-FFF2-40B4-BE49-F238E27FC236}">
                  <a16:creationId xmlns:a16="http://schemas.microsoft.com/office/drawing/2014/main" id="{A7C072BD-5B04-8072-6892-854727CC3CD0}"/>
                </a:ext>
              </a:extLst>
            </p:cNvPr>
            <p:cNvGrpSpPr/>
            <p:nvPr/>
          </p:nvGrpSpPr>
          <p:grpSpPr>
            <a:xfrm flipH="1">
              <a:off x="6096902" y="601138"/>
              <a:ext cx="796928" cy="230167"/>
              <a:chOff x="2533557" y="715860"/>
              <a:chExt cx="796928" cy="230167"/>
            </a:xfrm>
          </p:grpSpPr>
          <p:sp>
            <p:nvSpPr>
              <p:cNvPr id="187" name="矩形: 圆角 186">
                <a:extLst>
                  <a:ext uri="{FF2B5EF4-FFF2-40B4-BE49-F238E27FC236}">
                    <a16:creationId xmlns:a16="http://schemas.microsoft.com/office/drawing/2014/main" id="{F77AACE4-5B13-A50A-3500-ADFF304A415B}"/>
                  </a:ext>
                </a:extLst>
              </p:cNvPr>
              <p:cNvSpPr/>
              <p:nvPr/>
            </p:nvSpPr>
            <p:spPr>
              <a:xfrm>
                <a:off x="2533557" y="715860"/>
                <a:ext cx="783274" cy="230167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8" name="矩形: 圆角 187">
                <a:extLst>
                  <a:ext uri="{FF2B5EF4-FFF2-40B4-BE49-F238E27FC236}">
                    <a16:creationId xmlns:a16="http://schemas.microsoft.com/office/drawing/2014/main" id="{7921DE18-5990-8162-53C6-61CD9D30A331}"/>
                  </a:ext>
                </a:extLst>
              </p:cNvPr>
              <p:cNvSpPr/>
              <p:nvPr/>
            </p:nvSpPr>
            <p:spPr>
              <a:xfrm>
                <a:off x="2601967" y="748165"/>
                <a:ext cx="728518" cy="97294"/>
              </a:xfrm>
              <a:prstGeom prst="roundRect">
                <a:avLst>
                  <a:gd name="adj" fmla="val 2937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91" name="直接连接符 190">
                <a:extLst>
                  <a:ext uri="{FF2B5EF4-FFF2-40B4-BE49-F238E27FC236}">
                    <a16:creationId xmlns:a16="http://schemas.microsoft.com/office/drawing/2014/main" id="{76E46368-BF9F-3B04-BEFC-0F65775692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41223" y="87898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" name="直接连接符 255">
                <a:extLst>
                  <a:ext uri="{FF2B5EF4-FFF2-40B4-BE49-F238E27FC236}">
                    <a16:creationId xmlns:a16="http://schemas.microsoft.com/office/drawing/2014/main" id="{0A24A6AF-75DC-3535-ED42-F913514A18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06144" y="74816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09" name="组合 608">
              <a:extLst>
                <a:ext uri="{FF2B5EF4-FFF2-40B4-BE49-F238E27FC236}">
                  <a16:creationId xmlns:a16="http://schemas.microsoft.com/office/drawing/2014/main" id="{438B4347-B47B-1B6E-21DB-85282701CB9A}"/>
                </a:ext>
              </a:extLst>
            </p:cNvPr>
            <p:cNvGrpSpPr/>
            <p:nvPr/>
          </p:nvGrpSpPr>
          <p:grpSpPr>
            <a:xfrm>
              <a:off x="2180050" y="568597"/>
              <a:ext cx="836837" cy="295251"/>
              <a:chOff x="2180050" y="568597"/>
              <a:chExt cx="836837" cy="295251"/>
            </a:xfrm>
          </p:grpSpPr>
          <p:sp>
            <p:nvSpPr>
              <p:cNvPr id="601" name="矩形: 单圆角 600">
                <a:extLst>
                  <a:ext uri="{FF2B5EF4-FFF2-40B4-BE49-F238E27FC236}">
                    <a16:creationId xmlns:a16="http://schemas.microsoft.com/office/drawing/2014/main" id="{500FDB12-33B9-A221-1ECA-E6437A7ED51E}"/>
                  </a:ext>
                </a:extLst>
              </p:cNvPr>
              <p:cNvSpPr/>
              <p:nvPr/>
            </p:nvSpPr>
            <p:spPr>
              <a:xfrm flipH="1">
                <a:off x="2180050" y="601138"/>
                <a:ext cx="779683" cy="230167"/>
              </a:xfrm>
              <a:prstGeom prst="round1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8" name="矩形: 圆角 507">
                <a:extLst>
                  <a:ext uri="{FF2B5EF4-FFF2-40B4-BE49-F238E27FC236}">
                    <a16:creationId xmlns:a16="http://schemas.microsoft.com/office/drawing/2014/main" id="{C70BD462-F0C2-4D8F-C90F-672C4403FD85}"/>
                  </a:ext>
                </a:extLst>
              </p:cNvPr>
              <p:cNvSpPr/>
              <p:nvPr/>
            </p:nvSpPr>
            <p:spPr>
              <a:xfrm>
                <a:off x="2248948" y="633445"/>
                <a:ext cx="767939" cy="97294"/>
              </a:xfrm>
              <a:prstGeom prst="roundRect">
                <a:avLst>
                  <a:gd name="adj" fmla="val 2937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509" name="直接连接符 508">
                <a:extLst>
                  <a:ext uri="{FF2B5EF4-FFF2-40B4-BE49-F238E27FC236}">
                    <a16:creationId xmlns:a16="http://schemas.microsoft.com/office/drawing/2014/main" id="{17052C20-4FF1-C3B3-8EC6-E33F70A349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88205" y="76426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0" name="直接连接符 509">
                <a:extLst>
                  <a:ext uri="{FF2B5EF4-FFF2-40B4-BE49-F238E27FC236}">
                    <a16:creationId xmlns:a16="http://schemas.microsoft.com/office/drawing/2014/main" id="{051D3BE1-E83B-5454-6A48-87F670C462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53126" y="63344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6" name="直接连接符 505">
                <a:extLst>
                  <a:ext uri="{FF2B5EF4-FFF2-40B4-BE49-F238E27FC236}">
                    <a16:creationId xmlns:a16="http://schemas.microsoft.com/office/drawing/2014/main" id="{B41E679C-6DCE-E4DE-09E8-5A1F242E79C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63813" y="568597"/>
                <a:ext cx="0" cy="295251"/>
              </a:xfrm>
              <a:prstGeom prst="line">
                <a:avLst/>
              </a:prstGeom>
              <a:ln w="254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2" name="矩形 161">
              <a:extLst>
                <a:ext uri="{FF2B5EF4-FFF2-40B4-BE49-F238E27FC236}">
                  <a16:creationId xmlns:a16="http://schemas.microsoft.com/office/drawing/2014/main" id="{085F88E7-F0D3-6870-DEBB-BB95EAD94665}"/>
                </a:ext>
              </a:extLst>
            </p:cNvPr>
            <p:cNvSpPr/>
            <p:nvPr/>
          </p:nvSpPr>
          <p:spPr>
            <a:xfrm>
              <a:off x="3758981" y="555098"/>
              <a:ext cx="790456" cy="347183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b="1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当前车厢</a:t>
              </a:r>
              <a:endParaRPr lang="en-US" altLang="zh-CN" sz="11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ctr"/>
              <a:r>
                <a:rPr lang="zh-CN" altLang="zh-CN" sz="800" dirty="0"/>
                <a:t>Current Car</a:t>
              </a:r>
            </a:p>
          </p:txBody>
        </p:sp>
        <p:sp>
          <p:nvSpPr>
            <p:cNvPr id="611" name="矩形: 单圆角 610">
              <a:extLst>
                <a:ext uri="{FF2B5EF4-FFF2-40B4-BE49-F238E27FC236}">
                  <a16:creationId xmlns:a16="http://schemas.microsoft.com/office/drawing/2014/main" id="{F885CA6F-582E-9CB1-EC05-522AF794CDC7}"/>
                </a:ext>
              </a:extLst>
            </p:cNvPr>
            <p:cNvSpPr/>
            <p:nvPr/>
          </p:nvSpPr>
          <p:spPr>
            <a:xfrm>
              <a:off x="6108241" y="601135"/>
              <a:ext cx="779683" cy="230167"/>
            </a:xfrm>
            <a:prstGeom prst="round1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2" name="矩形: 圆角 611">
              <a:extLst>
                <a:ext uri="{FF2B5EF4-FFF2-40B4-BE49-F238E27FC236}">
                  <a16:creationId xmlns:a16="http://schemas.microsoft.com/office/drawing/2014/main" id="{E7370016-05AE-8752-70EC-78FAA4816ADD}"/>
                </a:ext>
              </a:extLst>
            </p:cNvPr>
            <p:cNvSpPr/>
            <p:nvPr/>
          </p:nvSpPr>
          <p:spPr>
            <a:xfrm flipH="1">
              <a:off x="6051087" y="633442"/>
              <a:ext cx="767939" cy="97294"/>
            </a:xfrm>
            <a:prstGeom prst="roundRect">
              <a:avLst>
                <a:gd name="adj" fmla="val 2937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13" name="直接连接符 612">
              <a:extLst>
                <a:ext uri="{FF2B5EF4-FFF2-40B4-BE49-F238E27FC236}">
                  <a16:creationId xmlns:a16="http://schemas.microsoft.com/office/drawing/2014/main" id="{3F16A408-36F1-B0AA-C5D6-0AC18B0148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11828" y="764259"/>
              <a:ext cx="767941" cy="0"/>
            </a:xfrm>
            <a:prstGeom prst="line">
              <a:avLst/>
            </a:prstGeom>
            <a:ln>
              <a:solidFill>
                <a:srgbClr val="E6001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4" name="直接连接符 613">
              <a:extLst>
                <a:ext uri="{FF2B5EF4-FFF2-40B4-BE49-F238E27FC236}">
                  <a16:creationId xmlns:a16="http://schemas.microsoft.com/office/drawing/2014/main" id="{0C3C5F30-4E02-EB8C-DB68-6976539866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14848" y="633442"/>
              <a:ext cx="0" cy="9729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93342BD8-B560-636A-6684-79089D9FE509}"/>
                </a:ext>
              </a:extLst>
            </p:cNvPr>
            <p:cNvCxnSpPr>
              <a:cxnSpLocks/>
            </p:cNvCxnSpPr>
            <p:nvPr/>
          </p:nvCxnSpPr>
          <p:spPr>
            <a:xfrm>
              <a:off x="3747086" y="568597"/>
              <a:ext cx="0" cy="295251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36" name="组合 635">
              <a:extLst>
                <a:ext uri="{FF2B5EF4-FFF2-40B4-BE49-F238E27FC236}">
                  <a16:creationId xmlns:a16="http://schemas.microsoft.com/office/drawing/2014/main" id="{476029AB-197B-655B-EC14-EC7B29B66461}"/>
                </a:ext>
              </a:extLst>
            </p:cNvPr>
            <p:cNvGrpSpPr/>
            <p:nvPr/>
          </p:nvGrpSpPr>
          <p:grpSpPr>
            <a:xfrm>
              <a:off x="4548425" y="601135"/>
              <a:ext cx="771789" cy="230164"/>
              <a:chOff x="2969309" y="601138"/>
              <a:chExt cx="771789" cy="230164"/>
            </a:xfrm>
          </p:grpSpPr>
          <p:sp>
            <p:nvSpPr>
              <p:cNvPr id="637" name="矩形 636">
                <a:extLst>
                  <a:ext uri="{FF2B5EF4-FFF2-40B4-BE49-F238E27FC236}">
                    <a16:creationId xmlns:a16="http://schemas.microsoft.com/office/drawing/2014/main" id="{20835F1C-2A21-6545-DB3E-F0C461B65D1C}"/>
                  </a:ext>
                </a:extLst>
              </p:cNvPr>
              <p:cNvSpPr/>
              <p:nvPr/>
            </p:nvSpPr>
            <p:spPr>
              <a:xfrm>
                <a:off x="2969309" y="601138"/>
                <a:ext cx="769621" cy="2301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8" name="矩形: 圆角 637">
                <a:extLst>
                  <a:ext uri="{FF2B5EF4-FFF2-40B4-BE49-F238E27FC236}">
                    <a16:creationId xmlns:a16="http://schemas.microsoft.com/office/drawing/2014/main" id="{E3EEB4A4-9527-63F0-93C3-C74465527D73}"/>
                  </a:ext>
                </a:extLst>
              </p:cNvPr>
              <p:cNvSpPr/>
              <p:nvPr/>
            </p:nvSpPr>
            <p:spPr>
              <a:xfrm>
                <a:off x="2971478" y="633445"/>
                <a:ext cx="769620" cy="97294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639" name="直接连接符 638">
                <a:extLst>
                  <a:ext uri="{FF2B5EF4-FFF2-40B4-BE49-F238E27FC236}">
                    <a16:creationId xmlns:a16="http://schemas.microsoft.com/office/drawing/2014/main" id="{2EB7BC3B-2928-0015-F840-31AB08C116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478" y="76426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0" name="直接连接符 639">
                <a:extLst>
                  <a:ext uri="{FF2B5EF4-FFF2-40B4-BE49-F238E27FC236}">
                    <a16:creationId xmlns:a16="http://schemas.microsoft.com/office/drawing/2014/main" id="{EDDC71B3-5F33-64F0-6DE0-1FA1284AA4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36399" y="63344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41" name="直接连接符 640">
              <a:extLst>
                <a:ext uri="{FF2B5EF4-FFF2-40B4-BE49-F238E27FC236}">
                  <a16:creationId xmlns:a16="http://schemas.microsoft.com/office/drawing/2014/main" id="{E2E50BF0-B0E5-5DC6-E0E0-7AD929037A92}"/>
                </a:ext>
              </a:extLst>
            </p:cNvPr>
            <p:cNvCxnSpPr>
              <a:cxnSpLocks/>
            </p:cNvCxnSpPr>
            <p:nvPr/>
          </p:nvCxnSpPr>
          <p:spPr>
            <a:xfrm>
              <a:off x="4537433" y="568597"/>
              <a:ext cx="0" cy="295251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42" name="组合 641">
              <a:extLst>
                <a:ext uri="{FF2B5EF4-FFF2-40B4-BE49-F238E27FC236}">
                  <a16:creationId xmlns:a16="http://schemas.microsoft.com/office/drawing/2014/main" id="{7951EA77-6FFA-4954-1012-0716269BEEAD}"/>
                </a:ext>
              </a:extLst>
            </p:cNvPr>
            <p:cNvGrpSpPr/>
            <p:nvPr/>
          </p:nvGrpSpPr>
          <p:grpSpPr>
            <a:xfrm>
              <a:off x="5330874" y="601132"/>
              <a:ext cx="771789" cy="230164"/>
              <a:chOff x="2969309" y="601138"/>
              <a:chExt cx="771789" cy="230164"/>
            </a:xfrm>
          </p:grpSpPr>
          <p:sp>
            <p:nvSpPr>
              <p:cNvPr id="643" name="矩形 642">
                <a:extLst>
                  <a:ext uri="{FF2B5EF4-FFF2-40B4-BE49-F238E27FC236}">
                    <a16:creationId xmlns:a16="http://schemas.microsoft.com/office/drawing/2014/main" id="{2E7FB1E1-6876-E5C5-08B2-484278B2B6EF}"/>
                  </a:ext>
                </a:extLst>
              </p:cNvPr>
              <p:cNvSpPr/>
              <p:nvPr/>
            </p:nvSpPr>
            <p:spPr>
              <a:xfrm>
                <a:off x="2969309" y="601138"/>
                <a:ext cx="769621" cy="2301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4" name="矩形: 圆角 643">
                <a:extLst>
                  <a:ext uri="{FF2B5EF4-FFF2-40B4-BE49-F238E27FC236}">
                    <a16:creationId xmlns:a16="http://schemas.microsoft.com/office/drawing/2014/main" id="{32B5A9C1-3703-6DDC-3F5D-5672E5D543A9}"/>
                  </a:ext>
                </a:extLst>
              </p:cNvPr>
              <p:cNvSpPr/>
              <p:nvPr/>
            </p:nvSpPr>
            <p:spPr>
              <a:xfrm>
                <a:off x="2971478" y="633445"/>
                <a:ext cx="769620" cy="97294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645" name="直接连接符 644">
                <a:extLst>
                  <a:ext uri="{FF2B5EF4-FFF2-40B4-BE49-F238E27FC236}">
                    <a16:creationId xmlns:a16="http://schemas.microsoft.com/office/drawing/2014/main" id="{3C026A6F-32A9-20A6-AFF8-AEC40A016A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478" y="76426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6" name="直接连接符 645">
                <a:extLst>
                  <a:ext uri="{FF2B5EF4-FFF2-40B4-BE49-F238E27FC236}">
                    <a16:creationId xmlns:a16="http://schemas.microsoft.com/office/drawing/2014/main" id="{CDD33BC9-9C99-46BE-0BE3-C9D0D7EC3A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36399" y="63344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47" name="直接连接符 646">
              <a:extLst>
                <a:ext uri="{FF2B5EF4-FFF2-40B4-BE49-F238E27FC236}">
                  <a16:creationId xmlns:a16="http://schemas.microsoft.com/office/drawing/2014/main" id="{5908F7F3-899F-E779-4E34-65CFFC5E1271}"/>
                </a:ext>
              </a:extLst>
            </p:cNvPr>
            <p:cNvCxnSpPr>
              <a:cxnSpLocks/>
            </p:cNvCxnSpPr>
            <p:nvPr/>
          </p:nvCxnSpPr>
          <p:spPr>
            <a:xfrm>
              <a:off x="5319882" y="568594"/>
              <a:ext cx="0" cy="295251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5" name="直接连接符 614">
              <a:extLst>
                <a:ext uri="{FF2B5EF4-FFF2-40B4-BE49-F238E27FC236}">
                  <a16:creationId xmlns:a16="http://schemas.microsoft.com/office/drawing/2014/main" id="{9B9AC36F-1998-1B61-C4C0-2583F9A6CE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4161" y="568594"/>
              <a:ext cx="0" cy="295251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C5D27396-DF83-6A81-9F8A-C7F15A66B0C9}"/>
              </a:ext>
            </a:extLst>
          </p:cNvPr>
          <p:cNvSpPr/>
          <p:nvPr/>
        </p:nvSpPr>
        <p:spPr>
          <a:xfrm>
            <a:off x="7671197" y="486678"/>
            <a:ext cx="275749" cy="622300"/>
          </a:xfrm>
          <a:custGeom>
            <a:avLst/>
            <a:gdLst>
              <a:gd name="csX0" fmla="*/ 43894 w 275749"/>
              <a:gd name="csY0" fmla="*/ 63500 h 622300"/>
              <a:gd name="csX1" fmla="*/ 43894 w 275749"/>
              <a:gd name="csY1" fmla="*/ 251460 h 622300"/>
              <a:gd name="csX2" fmla="*/ 231854 w 275749"/>
              <a:gd name="csY2" fmla="*/ 251460 h 622300"/>
              <a:gd name="csX3" fmla="*/ 231854 w 275749"/>
              <a:gd name="csY3" fmla="*/ 63500 h 622300"/>
              <a:gd name="csX4" fmla="*/ 0 w 275749"/>
              <a:gd name="csY4" fmla="*/ 0 h 622300"/>
              <a:gd name="csX5" fmla="*/ 275749 w 275749"/>
              <a:gd name="csY5" fmla="*/ 0 h 622300"/>
              <a:gd name="csX6" fmla="*/ 275749 w 275749"/>
              <a:gd name="csY6" fmla="*/ 622300 h 622300"/>
              <a:gd name="csX7" fmla="*/ 0 w 275749"/>
              <a:gd name="csY7" fmla="*/ 622300 h 6223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75749" h="622300">
                <a:moveTo>
                  <a:pt x="43894" y="63500"/>
                </a:moveTo>
                <a:lnTo>
                  <a:pt x="43894" y="251460"/>
                </a:lnTo>
                <a:lnTo>
                  <a:pt x="231854" y="251460"/>
                </a:lnTo>
                <a:lnTo>
                  <a:pt x="231854" y="63500"/>
                </a:lnTo>
                <a:close/>
                <a:moveTo>
                  <a:pt x="0" y="0"/>
                </a:moveTo>
                <a:lnTo>
                  <a:pt x="275749" y="0"/>
                </a:lnTo>
                <a:lnTo>
                  <a:pt x="275749" y="622300"/>
                </a:lnTo>
                <a:lnTo>
                  <a:pt x="0" y="62230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51EF97E8-0837-EC47-393C-12A8F9466B54}"/>
              </a:ext>
            </a:extLst>
          </p:cNvPr>
          <p:cNvSpPr/>
          <p:nvPr/>
        </p:nvSpPr>
        <p:spPr>
          <a:xfrm>
            <a:off x="7946946" y="486678"/>
            <a:ext cx="275749" cy="622300"/>
          </a:xfrm>
          <a:custGeom>
            <a:avLst/>
            <a:gdLst>
              <a:gd name="csX0" fmla="*/ 43894 w 275749"/>
              <a:gd name="csY0" fmla="*/ 63500 h 622300"/>
              <a:gd name="csX1" fmla="*/ 43894 w 275749"/>
              <a:gd name="csY1" fmla="*/ 251460 h 622300"/>
              <a:gd name="csX2" fmla="*/ 231854 w 275749"/>
              <a:gd name="csY2" fmla="*/ 251460 h 622300"/>
              <a:gd name="csX3" fmla="*/ 231854 w 275749"/>
              <a:gd name="csY3" fmla="*/ 63500 h 622300"/>
              <a:gd name="csX4" fmla="*/ 0 w 275749"/>
              <a:gd name="csY4" fmla="*/ 0 h 622300"/>
              <a:gd name="csX5" fmla="*/ 275749 w 275749"/>
              <a:gd name="csY5" fmla="*/ 0 h 622300"/>
              <a:gd name="csX6" fmla="*/ 275749 w 275749"/>
              <a:gd name="csY6" fmla="*/ 622300 h 622300"/>
              <a:gd name="csX7" fmla="*/ 0 w 275749"/>
              <a:gd name="csY7" fmla="*/ 622300 h 6223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75749" h="622300">
                <a:moveTo>
                  <a:pt x="43894" y="63500"/>
                </a:moveTo>
                <a:lnTo>
                  <a:pt x="43894" y="251460"/>
                </a:lnTo>
                <a:lnTo>
                  <a:pt x="231854" y="251460"/>
                </a:lnTo>
                <a:lnTo>
                  <a:pt x="231854" y="63500"/>
                </a:lnTo>
                <a:close/>
                <a:moveTo>
                  <a:pt x="0" y="0"/>
                </a:moveTo>
                <a:lnTo>
                  <a:pt x="275749" y="0"/>
                </a:lnTo>
                <a:lnTo>
                  <a:pt x="275749" y="622300"/>
                </a:lnTo>
                <a:lnTo>
                  <a:pt x="0" y="62230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20" name="箭头: 上 19">
            <a:extLst>
              <a:ext uri="{FF2B5EF4-FFF2-40B4-BE49-F238E27FC236}">
                <a16:creationId xmlns:a16="http://schemas.microsoft.com/office/drawing/2014/main" id="{AE63EDED-3C39-6E74-2E84-15941E2BA4AA}"/>
              </a:ext>
            </a:extLst>
          </p:cNvPr>
          <p:cNvSpPr/>
          <p:nvPr/>
        </p:nvSpPr>
        <p:spPr>
          <a:xfrm>
            <a:off x="7802166" y="882994"/>
            <a:ext cx="289560" cy="281940"/>
          </a:xfrm>
          <a:prstGeom prst="upArrow">
            <a:avLst>
              <a:gd name="adj1" fmla="val 53947"/>
              <a:gd name="adj2" fmla="val 5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scene3d>
            <a:camera prst="orthographicFront">
              <a:rot lat="3600003" lon="21599986" rev="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0FA750B-9E10-127C-63C5-F9FD01E0A9AB}"/>
              </a:ext>
            </a:extLst>
          </p:cNvPr>
          <p:cNvSpPr/>
          <p:nvPr/>
        </p:nvSpPr>
        <p:spPr>
          <a:xfrm>
            <a:off x="0" y="0"/>
            <a:ext cx="8999538" cy="438912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813A5B6D-F894-F2CA-3032-C0265496A23D}"/>
              </a:ext>
            </a:extLst>
          </p:cNvPr>
          <p:cNvSpPr/>
          <p:nvPr/>
        </p:nvSpPr>
        <p:spPr>
          <a:xfrm>
            <a:off x="2408841" y="54864"/>
            <a:ext cx="4181856" cy="329184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53" name="组合 152">
            <a:extLst>
              <a:ext uri="{FF2B5EF4-FFF2-40B4-BE49-F238E27FC236}">
                <a16:creationId xmlns:a16="http://schemas.microsoft.com/office/drawing/2014/main" id="{153CC050-5557-08BC-77D6-CDA844675601}"/>
              </a:ext>
            </a:extLst>
          </p:cNvPr>
          <p:cNvGrpSpPr/>
          <p:nvPr/>
        </p:nvGrpSpPr>
        <p:grpSpPr>
          <a:xfrm>
            <a:off x="390597" y="4959"/>
            <a:ext cx="1280134" cy="431250"/>
            <a:chOff x="188770" y="-11103"/>
            <a:chExt cx="1280134" cy="431250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31882F9D-1956-EB53-E6D9-F59398CF2D9C}"/>
                </a:ext>
              </a:extLst>
            </p:cNvPr>
            <p:cNvSpPr/>
            <p:nvPr/>
          </p:nvSpPr>
          <p:spPr>
            <a:xfrm>
              <a:off x="188770" y="47240"/>
              <a:ext cx="1221882" cy="329184"/>
            </a:xfrm>
            <a:prstGeom prst="roundRect">
              <a:avLst>
                <a:gd name="adj" fmla="val 1882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8" name="文本框 147">
              <a:extLst>
                <a:ext uri="{FF2B5EF4-FFF2-40B4-BE49-F238E27FC236}">
                  <a16:creationId xmlns:a16="http://schemas.microsoft.com/office/drawing/2014/main" id="{A2FFF7B3-C8CB-496A-09C1-6065F1886DAF}"/>
                </a:ext>
              </a:extLst>
            </p:cNvPr>
            <p:cNvSpPr txBox="1"/>
            <p:nvPr/>
          </p:nvSpPr>
          <p:spPr>
            <a:xfrm>
              <a:off x="496280" y="-11103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黑体" panose="02010609060101010101" pitchFamily="49" charset="-122"/>
                  <a:ea typeface="黑体" panose="02010609060101010101" pitchFamily="49" charset="-122"/>
                </a:rPr>
                <a:t>天海地铁</a:t>
              </a:r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6BB0223F-C113-7BD3-69E7-9D58FC460ADA}"/>
                </a:ext>
              </a:extLst>
            </p:cNvPr>
            <p:cNvSpPr txBox="1"/>
            <p:nvPr/>
          </p:nvSpPr>
          <p:spPr>
            <a:xfrm>
              <a:off x="500369" y="204703"/>
              <a:ext cx="96853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00" dirty="0" err="1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Tianhai</a:t>
              </a:r>
              <a:r>
                <a:rPr lang="en-US" altLang="zh-CN" sz="800" dirty="0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 Metro</a:t>
              </a:r>
              <a:endParaRPr lang="zh-CN" altLang="en-US" sz="800" dirty="0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endParaRPr>
            </a:p>
          </p:txBody>
        </p:sp>
        <p:pic>
          <p:nvPicPr>
            <p:cNvPr id="152" name="图片 151">
              <a:extLst>
                <a:ext uri="{FF2B5EF4-FFF2-40B4-BE49-F238E27FC236}">
                  <a16:creationId xmlns:a16="http://schemas.microsoft.com/office/drawing/2014/main" id="{61D34384-5E55-7401-9B93-38046C75ED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7754" y="54959"/>
              <a:ext cx="313746" cy="313746"/>
            </a:xfrm>
            <a:prstGeom prst="rect">
              <a:avLst/>
            </a:prstGeom>
          </p:spPr>
        </p:pic>
      </p:grpSp>
      <p:sp>
        <p:nvSpPr>
          <p:cNvPr id="167" name="文本框 166">
            <a:extLst>
              <a:ext uri="{FF2B5EF4-FFF2-40B4-BE49-F238E27FC236}">
                <a16:creationId xmlns:a16="http://schemas.microsoft.com/office/drawing/2014/main" id="{F95FEFDD-C218-D70C-12D6-3AE72BAF39AB}"/>
              </a:ext>
            </a:extLst>
          </p:cNvPr>
          <p:cNvSpPr txBox="1"/>
          <p:nvPr/>
        </p:nvSpPr>
        <p:spPr>
          <a:xfrm>
            <a:off x="7601248" y="16203"/>
            <a:ext cx="1847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75" name="组合 174">
            <a:extLst>
              <a:ext uri="{FF2B5EF4-FFF2-40B4-BE49-F238E27FC236}">
                <a16:creationId xmlns:a16="http://schemas.microsoft.com/office/drawing/2014/main" id="{F4351922-5957-9108-F11E-231BAD86891B}"/>
              </a:ext>
            </a:extLst>
          </p:cNvPr>
          <p:cNvGrpSpPr/>
          <p:nvPr/>
        </p:nvGrpSpPr>
        <p:grpSpPr>
          <a:xfrm>
            <a:off x="8140497" y="13642"/>
            <a:ext cx="821036" cy="400110"/>
            <a:chOff x="1526333" y="4012"/>
            <a:chExt cx="821036" cy="400110"/>
          </a:xfrm>
        </p:grpSpPr>
        <p:sp>
          <p:nvSpPr>
            <p:cNvPr id="176" name="矩形: 圆角 175">
              <a:extLst>
                <a:ext uri="{FF2B5EF4-FFF2-40B4-BE49-F238E27FC236}">
                  <a16:creationId xmlns:a16="http://schemas.microsoft.com/office/drawing/2014/main" id="{27C14D0D-C72A-7E32-0736-F2E2ABD10D00}"/>
                </a:ext>
              </a:extLst>
            </p:cNvPr>
            <p:cNvSpPr/>
            <p:nvPr/>
          </p:nvSpPr>
          <p:spPr>
            <a:xfrm flipH="1">
              <a:off x="1526333" y="54864"/>
              <a:ext cx="753551" cy="329184"/>
            </a:xfrm>
            <a:prstGeom prst="roundRect">
              <a:avLst>
                <a:gd name="adj" fmla="val 1882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7" name="文本框 176">
              <a:extLst>
                <a:ext uri="{FF2B5EF4-FFF2-40B4-BE49-F238E27FC236}">
                  <a16:creationId xmlns:a16="http://schemas.microsoft.com/office/drawing/2014/main" id="{49C398E3-4964-37EE-E4DA-6A67FABF4375}"/>
                </a:ext>
              </a:extLst>
            </p:cNvPr>
            <p:cNvSpPr txBox="1"/>
            <p:nvPr/>
          </p:nvSpPr>
          <p:spPr>
            <a:xfrm>
              <a:off x="1792890" y="4012"/>
              <a:ext cx="5544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latin typeface="黑体" panose="02010609060101010101" pitchFamily="49" charset="-122"/>
                  <a:ea typeface="黑体" panose="02010609060101010101" pitchFamily="49" charset="-122"/>
                </a:rPr>
                <a:t>号线</a:t>
              </a:r>
              <a:endPara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r>
                <a:rPr lang="en-US" altLang="zh-CN" sz="800" dirty="0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 Line</a:t>
              </a:r>
              <a:endParaRPr lang="zh-CN" altLang="en-US" sz="800" dirty="0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endParaRPr>
            </a:p>
          </p:txBody>
        </p:sp>
        <p:sp>
          <p:nvSpPr>
            <p:cNvPr id="178" name="矩形: 圆角 177">
              <a:extLst>
                <a:ext uri="{FF2B5EF4-FFF2-40B4-BE49-F238E27FC236}">
                  <a16:creationId xmlns:a16="http://schemas.microsoft.com/office/drawing/2014/main" id="{CAFEC4B8-CC9E-9D31-5419-8763448C57D4}"/>
                </a:ext>
              </a:extLst>
            </p:cNvPr>
            <p:cNvSpPr/>
            <p:nvPr/>
          </p:nvSpPr>
          <p:spPr>
            <a:xfrm flipH="1">
              <a:off x="1557516" y="75456"/>
              <a:ext cx="288000" cy="288000"/>
            </a:xfrm>
            <a:prstGeom prst="roundRect">
              <a:avLst>
                <a:gd name="adj" fmla="val 18827"/>
              </a:avLst>
            </a:prstGeom>
            <a:solidFill>
              <a:srgbClr val="E6001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9" name="文本框 178">
              <a:extLst>
                <a:ext uri="{FF2B5EF4-FFF2-40B4-BE49-F238E27FC236}">
                  <a16:creationId xmlns:a16="http://schemas.microsoft.com/office/drawing/2014/main" id="{C4F4B2FE-708B-2A6E-850D-9D29D7579E76}"/>
                </a:ext>
              </a:extLst>
            </p:cNvPr>
            <p:cNvSpPr txBox="1"/>
            <p:nvPr/>
          </p:nvSpPr>
          <p:spPr>
            <a:xfrm>
              <a:off x="1542658" y="34790"/>
              <a:ext cx="317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1</a:t>
              </a:r>
              <a:endParaRPr lang="zh-CN" altLang="en-US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sp>
        <p:nvSpPr>
          <p:cNvPr id="181" name="矩形: 圆角 180">
            <a:extLst>
              <a:ext uri="{FF2B5EF4-FFF2-40B4-BE49-F238E27FC236}">
                <a16:creationId xmlns:a16="http://schemas.microsoft.com/office/drawing/2014/main" id="{A8C54B34-E32F-1AAE-822D-70F0E6CBA655}"/>
              </a:ext>
            </a:extLst>
          </p:cNvPr>
          <p:cNvSpPr/>
          <p:nvPr/>
        </p:nvSpPr>
        <p:spPr>
          <a:xfrm flipH="1">
            <a:off x="7121513" y="62216"/>
            <a:ext cx="959469" cy="329184"/>
          </a:xfrm>
          <a:prstGeom prst="roundRect">
            <a:avLst>
              <a:gd name="adj" fmla="val 188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6" name="文本框 185">
            <a:extLst>
              <a:ext uri="{FF2B5EF4-FFF2-40B4-BE49-F238E27FC236}">
                <a16:creationId xmlns:a16="http://schemas.microsoft.com/office/drawing/2014/main" id="{07AF2529-74CA-3612-2C95-9269D97C03ED}"/>
              </a:ext>
            </a:extLst>
          </p:cNvPr>
          <p:cNvSpPr txBox="1"/>
          <p:nvPr/>
        </p:nvSpPr>
        <p:spPr>
          <a:xfrm>
            <a:off x="7075351" y="24834"/>
            <a:ext cx="10502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dirty="0">
                <a:latin typeface="黑体" panose="02010609060101010101" pitchFamily="49" charset="-122"/>
                <a:ea typeface="黑体" panose="02010609060101010101" pitchFamily="49" charset="-122"/>
              </a:rPr>
              <a:t>终点站</a:t>
            </a:r>
            <a:r>
              <a:rPr lang="en-US" altLang="zh-CN" sz="900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900" dirty="0">
                <a:latin typeface="黑体" panose="02010609060101010101" pitchFamily="49" charset="-122"/>
                <a:ea typeface="黑体" panose="02010609060101010101" pitchFamily="49" charset="-122"/>
              </a:rPr>
              <a:t>天海北站</a:t>
            </a:r>
          </a:p>
        </p:txBody>
      </p:sp>
      <p:pic>
        <p:nvPicPr>
          <p:cNvPr id="189" name="图片 188">
            <a:extLst>
              <a:ext uri="{FF2B5EF4-FFF2-40B4-BE49-F238E27FC236}">
                <a16:creationId xmlns:a16="http://schemas.microsoft.com/office/drawing/2014/main" id="{6C2D20E6-632B-4FC0-E6A6-4D8A2B277F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5821" y="196261"/>
            <a:ext cx="789348" cy="228967"/>
          </a:xfrm>
          <a:prstGeom prst="rect">
            <a:avLst/>
          </a:prstGeom>
        </p:spPr>
      </p:pic>
      <p:sp>
        <p:nvSpPr>
          <p:cNvPr id="461" name="文本框 460">
            <a:extLst>
              <a:ext uri="{FF2B5EF4-FFF2-40B4-BE49-F238E27FC236}">
                <a16:creationId xmlns:a16="http://schemas.microsoft.com/office/drawing/2014/main" id="{3DC9DD83-E4AD-BB16-496B-51711F509F6C}"/>
              </a:ext>
            </a:extLst>
          </p:cNvPr>
          <p:cNvSpPr txBox="1"/>
          <p:nvPr/>
        </p:nvSpPr>
        <p:spPr>
          <a:xfrm>
            <a:off x="3521089" y="34532"/>
            <a:ext cx="22621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注意脚下 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Mind Your Step.</a:t>
            </a:r>
            <a:endParaRPr lang="zh-CN" altLang="en-US" sz="1200" dirty="0">
              <a:latin typeface="Cascadia Code" panose="020B0609020000020004" pitchFamily="49" charset="0"/>
              <a:ea typeface="黑体" panose="02010609060101010101" pitchFamily="49" charset="-122"/>
              <a:cs typeface="Cascadia Code" panose="020B0609020000020004" pitchFamily="49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69284E7-AFC5-C39F-8048-0946DB5C209D}"/>
              </a:ext>
            </a:extLst>
          </p:cNvPr>
          <p:cNvSpPr txBox="1"/>
          <p:nvPr/>
        </p:nvSpPr>
        <p:spPr>
          <a:xfrm>
            <a:off x="7381727" y="1067114"/>
            <a:ext cx="1130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本侧开门</a:t>
            </a:r>
            <a:endParaRPr lang="en-US" altLang="zh-CN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zh-CN" sz="800" dirty="0"/>
              <a:t>This Side Doors Open</a:t>
            </a:r>
          </a:p>
        </p:txBody>
      </p:sp>
      <p:sp>
        <p:nvSpPr>
          <p:cNvPr id="600" name="文本框 599">
            <a:extLst>
              <a:ext uri="{FF2B5EF4-FFF2-40B4-BE49-F238E27FC236}">
                <a16:creationId xmlns:a16="http://schemas.microsoft.com/office/drawing/2014/main" id="{39FAF751-EF0F-FA7B-5790-94DF5F3DC0EA}"/>
              </a:ext>
            </a:extLst>
          </p:cNvPr>
          <p:cNvSpPr txBox="1"/>
          <p:nvPr/>
        </p:nvSpPr>
        <p:spPr>
          <a:xfrm>
            <a:off x="4613724" y="959392"/>
            <a:ext cx="2847254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灯闪铃响请勿上下车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zh-CN" sz="800" dirty="0">
                <a:latin typeface="+mn-ea"/>
              </a:rPr>
              <a:t>Flashing Lights and Alarm Sounding: Do Not Board or Alight</a:t>
            </a:r>
            <a:endParaRPr lang="en-US" altLang="zh-CN" sz="800" dirty="0">
              <a:latin typeface="+mn-ea"/>
            </a:endParaRPr>
          </a:p>
          <a:p>
            <a:pPr algn="ctr"/>
            <a:endParaRPr lang="zh-CN" altLang="en-US" sz="800" dirty="0">
              <a:latin typeface="+mn-ea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5362D83-ECE5-E653-A8E6-178139F5ED16}"/>
              </a:ext>
            </a:extLst>
          </p:cNvPr>
          <p:cNvSpPr txBox="1"/>
          <p:nvPr/>
        </p:nvSpPr>
        <p:spPr>
          <a:xfrm>
            <a:off x="2184821" y="923909"/>
            <a:ext cx="9653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可换乘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zh-CN" sz="800" dirty="0">
                <a:latin typeface="+mn-ea"/>
              </a:rPr>
              <a:t>Transfer Available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EB4B015-7DBC-811B-9E4F-1CBCAAAC66A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3911" y="1007462"/>
            <a:ext cx="646903" cy="37753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BF82F9B-447C-C4F1-F876-374355CB4A0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0150" y="1009582"/>
            <a:ext cx="646903" cy="375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264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81 4.4763E-6 L -1.53466E-6 4.4763E-6 " pathEditMode="relative" rAng="0" ptsTypes="AA">
                                      <p:cBhvr>
                                        <p:cTn id="6" dur="1000" spd="-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2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7862E-6 4.4763E-6 L 0.01782 4.4763E-6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2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9414E-6 8.37927E-7 L 0.77527 -0.00221 " pathEditMode="relative" rAng="0" ptsTypes="AA">
                                      <p:cBhvr>
                                        <p:cTn id="10" dur="1500" fill="hold"/>
                                        <p:tgtEl>
                                          <p:spTgt spid="6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755" y="-1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" presetID="10" presetClass="entr" presetSubtype="0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19" grpId="0" animBg="1"/>
      <p:bldP spid="18" grpId="0" animBg="1"/>
      <p:bldP spid="2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5031C-47D2-60A0-469F-506B51F13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>
            <a:extLst>
              <a:ext uri="{FF2B5EF4-FFF2-40B4-BE49-F238E27FC236}">
                <a16:creationId xmlns:a16="http://schemas.microsoft.com/office/drawing/2014/main" id="{663398B2-9EC3-44FB-FF21-561ACE4EADE3}"/>
              </a:ext>
            </a:extLst>
          </p:cNvPr>
          <p:cNvSpPr txBox="1"/>
          <p:nvPr/>
        </p:nvSpPr>
        <p:spPr>
          <a:xfrm>
            <a:off x="9168" y="486678"/>
            <a:ext cx="21531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天海北站</a:t>
            </a:r>
            <a:endParaRPr lang="en-US" altLang="zh-CN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1200" dirty="0" err="1">
                <a:latin typeface="+mn-ea"/>
              </a:rPr>
              <a:t>Tianhai</a:t>
            </a:r>
            <a:r>
              <a:rPr lang="en-US" altLang="zh-CN" sz="1200" dirty="0">
                <a:latin typeface="+mn-ea"/>
              </a:rPr>
              <a:t> North Railway Station.</a:t>
            </a:r>
            <a:endParaRPr lang="zh-CN" altLang="en-US" sz="1200" dirty="0">
              <a:latin typeface="+mn-ea"/>
            </a:endParaRPr>
          </a:p>
        </p:txBody>
      </p:sp>
      <p:grpSp>
        <p:nvGrpSpPr>
          <p:cNvPr id="648" name="组合 647">
            <a:extLst>
              <a:ext uri="{FF2B5EF4-FFF2-40B4-BE49-F238E27FC236}">
                <a16:creationId xmlns:a16="http://schemas.microsoft.com/office/drawing/2014/main" id="{E6975301-3E99-B970-32C2-44DF032E760A}"/>
              </a:ext>
            </a:extLst>
          </p:cNvPr>
          <p:cNvGrpSpPr/>
          <p:nvPr/>
        </p:nvGrpSpPr>
        <p:grpSpPr>
          <a:xfrm>
            <a:off x="2256835" y="733427"/>
            <a:ext cx="4713780" cy="295254"/>
            <a:chOff x="2180050" y="568594"/>
            <a:chExt cx="4713780" cy="295254"/>
          </a:xfrm>
        </p:grpSpPr>
        <p:grpSp>
          <p:nvGrpSpPr>
            <p:cNvPr id="631" name="组合 630">
              <a:extLst>
                <a:ext uri="{FF2B5EF4-FFF2-40B4-BE49-F238E27FC236}">
                  <a16:creationId xmlns:a16="http://schemas.microsoft.com/office/drawing/2014/main" id="{A6EDC507-D692-2D84-A98B-D014BCE8B74D}"/>
                </a:ext>
              </a:extLst>
            </p:cNvPr>
            <p:cNvGrpSpPr/>
            <p:nvPr/>
          </p:nvGrpSpPr>
          <p:grpSpPr>
            <a:xfrm>
              <a:off x="3758078" y="601135"/>
              <a:ext cx="771789" cy="230164"/>
              <a:chOff x="2969309" y="601138"/>
              <a:chExt cx="771789" cy="230164"/>
            </a:xfrm>
          </p:grpSpPr>
          <p:sp>
            <p:nvSpPr>
              <p:cNvPr id="632" name="矩形 631">
                <a:extLst>
                  <a:ext uri="{FF2B5EF4-FFF2-40B4-BE49-F238E27FC236}">
                    <a16:creationId xmlns:a16="http://schemas.microsoft.com/office/drawing/2014/main" id="{F642F389-E20B-215A-9663-E298ECEADB36}"/>
                  </a:ext>
                </a:extLst>
              </p:cNvPr>
              <p:cNvSpPr/>
              <p:nvPr/>
            </p:nvSpPr>
            <p:spPr>
              <a:xfrm>
                <a:off x="2969309" y="601138"/>
                <a:ext cx="769621" cy="2301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3" name="矩形: 圆角 632">
                <a:extLst>
                  <a:ext uri="{FF2B5EF4-FFF2-40B4-BE49-F238E27FC236}">
                    <a16:creationId xmlns:a16="http://schemas.microsoft.com/office/drawing/2014/main" id="{5F25A4C3-0A9D-CC67-8EB9-9F90C4F5BA59}"/>
                  </a:ext>
                </a:extLst>
              </p:cNvPr>
              <p:cNvSpPr/>
              <p:nvPr/>
            </p:nvSpPr>
            <p:spPr>
              <a:xfrm>
                <a:off x="2971478" y="633445"/>
                <a:ext cx="769620" cy="97294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634" name="直接连接符 633">
                <a:extLst>
                  <a:ext uri="{FF2B5EF4-FFF2-40B4-BE49-F238E27FC236}">
                    <a16:creationId xmlns:a16="http://schemas.microsoft.com/office/drawing/2014/main" id="{C30BAF1A-2304-7E08-0729-C8344EF529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478" y="76426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5" name="直接连接符 634">
                <a:extLst>
                  <a:ext uri="{FF2B5EF4-FFF2-40B4-BE49-F238E27FC236}">
                    <a16:creationId xmlns:a16="http://schemas.microsoft.com/office/drawing/2014/main" id="{A5633BF7-9734-8F26-3D22-8AC5342F17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36399" y="63344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03" name="组合 602">
              <a:extLst>
                <a:ext uri="{FF2B5EF4-FFF2-40B4-BE49-F238E27FC236}">
                  <a16:creationId xmlns:a16="http://schemas.microsoft.com/office/drawing/2014/main" id="{8657471E-8703-D52C-54BB-BDD759809B5D}"/>
                </a:ext>
              </a:extLst>
            </p:cNvPr>
            <p:cNvGrpSpPr/>
            <p:nvPr/>
          </p:nvGrpSpPr>
          <p:grpSpPr>
            <a:xfrm>
              <a:off x="2969309" y="601138"/>
              <a:ext cx="771789" cy="230164"/>
              <a:chOff x="2969309" y="601138"/>
              <a:chExt cx="771789" cy="230164"/>
            </a:xfrm>
          </p:grpSpPr>
          <p:sp>
            <p:nvSpPr>
              <p:cNvPr id="602" name="矩形 601">
                <a:extLst>
                  <a:ext uri="{FF2B5EF4-FFF2-40B4-BE49-F238E27FC236}">
                    <a16:creationId xmlns:a16="http://schemas.microsoft.com/office/drawing/2014/main" id="{B207C65D-71E7-A953-2B26-F60E27D236EB}"/>
                  </a:ext>
                </a:extLst>
              </p:cNvPr>
              <p:cNvSpPr/>
              <p:nvPr/>
            </p:nvSpPr>
            <p:spPr>
              <a:xfrm>
                <a:off x="2969309" y="601138"/>
                <a:ext cx="769621" cy="2301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5" name="矩形: 圆角 134">
                <a:extLst>
                  <a:ext uri="{FF2B5EF4-FFF2-40B4-BE49-F238E27FC236}">
                    <a16:creationId xmlns:a16="http://schemas.microsoft.com/office/drawing/2014/main" id="{016C8362-53F4-8A36-00E7-546359A04554}"/>
                  </a:ext>
                </a:extLst>
              </p:cNvPr>
              <p:cNvSpPr/>
              <p:nvPr/>
            </p:nvSpPr>
            <p:spPr>
              <a:xfrm>
                <a:off x="2971478" y="633445"/>
                <a:ext cx="769620" cy="97294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36" name="直接连接符 135">
                <a:extLst>
                  <a:ext uri="{FF2B5EF4-FFF2-40B4-BE49-F238E27FC236}">
                    <a16:creationId xmlns:a16="http://schemas.microsoft.com/office/drawing/2014/main" id="{F24106AE-6CB6-D5FF-9EDD-8F3B0EE962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478" y="76426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直接连接符 136">
                <a:extLst>
                  <a:ext uri="{FF2B5EF4-FFF2-40B4-BE49-F238E27FC236}">
                    <a16:creationId xmlns:a16="http://schemas.microsoft.com/office/drawing/2014/main" id="{A86894DD-DFDE-D3F3-CB65-2B12389241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36399" y="63344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4" name="组合 183">
              <a:extLst>
                <a:ext uri="{FF2B5EF4-FFF2-40B4-BE49-F238E27FC236}">
                  <a16:creationId xmlns:a16="http://schemas.microsoft.com/office/drawing/2014/main" id="{0CD45C65-7DC5-75E6-E508-B8FCE76585AB}"/>
                </a:ext>
              </a:extLst>
            </p:cNvPr>
            <p:cNvGrpSpPr/>
            <p:nvPr/>
          </p:nvGrpSpPr>
          <p:grpSpPr>
            <a:xfrm flipH="1">
              <a:off x="6096902" y="601138"/>
              <a:ext cx="796928" cy="230167"/>
              <a:chOff x="2533557" y="715860"/>
              <a:chExt cx="796928" cy="230167"/>
            </a:xfrm>
          </p:grpSpPr>
          <p:sp>
            <p:nvSpPr>
              <p:cNvPr id="187" name="矩形: 圆角 186">
                <a:extLst>
                  <a:ext uri="{FF2B5EF4-FFF2-40B4-BE49-F238E27FC236}">
                    <a16:creationId xmlns:a16="http://schemas.microsoft.com/office/drawing/2014/main" id="{0AC8EB7D-506D-2873-ABA0-7C31BB3DC2E1}"/>
                  </a:ext>
                </a:extLst>
              </p:cNvPr>
              <p:cNvSpPr/>
              <p:nvPr/>
            </p:nvSpPr>
            <p:spPr>
              <a:xfrm>
                <a:off x="2533557" y="715860"/>
                <a:ext cx="783274" cy="230167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8" name="矩形: 圆角 187">
                <a:extLst>
                  <a:ext uri="{FF2B5EF4-FFF2-40B4-BE49-F238E27FC236}">
                    <a16:creationId xmlns:a16="http://schemas.microsoft.com/office/drawing/2014/main" id="{A0122BDF-F0F0-0923-37E5-6B23B9528CB4}"/>
                  </a:ext>
                </a:extLst>
              </p:cNvPr>
              <p:cNvSpPr/>
              <p:nvPr/>
            </p:nvSpPr>
            <p:spPr>
              <a:xfrm>
                <a:off x="2601967" y="748165"/>
                <a:ext cx="728518" cy="97294"/>
              </a:xfrm>
              <a:prstGeom prst="roundRect">
                <a:avLst>
                  <a:gd name="adj" fmla="val 2937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91" name="直接连接符 190">
                <a:extLst>
                  <a:ext uri="{FF2B5EF4-FFF2-40B4-BE49-F238E27FC236}">
                    <a16:creationId xmlns:a16="http://schemas.microsoft.com/office/drawing/2014/main" id="{F9D4B818-7F91-2C79-C0F6-D54C7ADF0C3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41223" y="87898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" name="直接连接符 255">
                <a:extLst>
                  <a:ext uri="{FF2B5EF4-FFF2-40B4-BE49-F238E27FC236}">
                    <a16:creationId xmlns:a16="http://schemas.microsoft.com/office/drawing/2014/main" id="{196480F2-A719-2F8E-98AD-C2A94ABD47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06144" y="74816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09" name="组合 608">
              <a:extLst>
                <a:ext uri="{FF2B5EF4-FFF2-40B4-BE49-F238E27FC236}">
                  <a16:creationId xmlns:a16="http://schemas.microsoft.com/office/drawing/2014/main" id="{609E6128-1CEA-8922-29BE-87B2289B0EB2}"/>
                </a:ext>
              </a:extLst>
            </p:cNvPr>
            <p:cNvGrpSpPr/>
            <p:nvPr/>
          </p:nvGrpSpPr>
          <p:grpSpPr>
            <a:xfrm>
              <a:off x="2180050" y="568597"/>
              <a:ext cx="836837" cy="295251"/>
              <a:chOff x="2180050" y="568597"/>
              <a:chExt cx="836837" cy="295251"/>
            </a:xfrm>
          </p:grpSpPr>
          <p:sp>
            <p:nvSpPr>
              <p:cNvPr id="601" name="矩形: 单圆角 600">
                <a:extLst>
                  <a:ext uri="{FF2B5EF4-FFF2-40B4-BE49-F238E27FC236}">
                    <a16:creationId xmlns:a16="http://schemas.microsoft.com/office/drawing/2014/main" id="{F5753745-7018-746E-2650-992BAE5ECFCA}"/>
                  </a:ext>
                </a:extLst>
              </p:cNvPr>
              <p:cNvSpPr/>
              <p:nvPr/>
            </p:nvSpPr>
            <p:spPr>
              <a:xfrm flipH="1">
                <a:off x="2180050" y="601138"/>
                <a:ext cx="779683" cy="230167"/>
              </a:xfrm>
              <a:prstGeom prst="round1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8" name="矩形: 圆角 507">
                <a:extLst>
                  <a:ext uri="{FF2B5EF4-FFF2-40B4-BE49-F238E27FC236}">
                    <a16:creationId xmlns:a16="http://schemas.microsoft.com/office/drawing/2014/main" id="{0D4ED40B-F86D-FFB9-982B-240978DC0856}"/>
                  </a:ext>
                </a:extLst>
              </p:cNvPr>
              <p:cNvSpPr/>
              <p:nvPr/>
            </p:nvSpPr>
            <p:spPr>
              <a:xfrm>
                <a:off x="2248948" y="633445"/>
                <a:ext cx="767939" cy="97294"/>
              </a:xfrm>
              <a:prstGeom prst="roundRect">
                <a:avLst>
                  <a:gd name="adj" fmla="val 2937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509" name="直接连接符 508">
                <a:extLst>
                  <a:ext uri="{FF2B5EF4-FFF2-40B4-BE49-F238E27FC236}">
                    <a16:creationId xmlns:a16="http://schemas.microsoft.com/office/drawing/2014/main" id="{AAA70827-BF64-3A43-BB84-3872577A2F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88205" y="76426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0" name="直接连接符 509">
                <a:extLst>
                  <a:ext uri="{FF2B5EF4-FFF2-40B4-BE49-F238E27FC236}">
                    <a16:creationId xmlns:a16="http://schemas.microsoft.com/office/drawing/2014/main" id="{6AE7B4E1-CC79-9D75-C35E-CF4B1D0A69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53126" y="63344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6" name="直接连接符 505">
                <a:extLst>
                  <a:ext uri="{FF2B5EF4-FFF2-40B4-BE49-F238E27FC236}">
                    <a16:creationId xmlns:a16="http://schemas.microsoft.com/office/drawing/2014/main" id="{7EC13F50-BC4F-CB74-026A-C1EB573DF7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63813" y="568597"/>
                <a:ext cx="0" cy="295251"/>
              </a:xfrm>
              <a:prstGeom prst="line">
                <a:avLst/>
              </a:prstGeom>
              <a:ln w="254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11" name="矩形: 单圆角 610">
              <a:extLst>
                <a:ext uri="{FF2B5EF4-FFF2-40B4-BE49-F238E27FC236}">
                  <a16:creationId xmlns:a16="http://schemas.microsoft.com/office/drawing/2014/main" id="{80A8C4F8-5748-B7A5-C352-FCA44E3EC45E}"/>
                </a:ext>
              </a:extLst>
            </p:cNvPr>
            <p:cNvSpPr/>
            <p:nvPr/>
          </p:nvSpPr>
          <p:spPr>
            <a:xfrm>
              <a:off x="6108241" y="601135"/>
              <a:ext cx="779683" cy="230167"/>
            </a:xfrm>
            <a:prstGeom prst="round1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2" name="矩形: 圆角 611">
              <a:extLst>
                <a:ext uri="{FF2B5EF4-FFF2-40B4-BE49-F238E27FC236}">
                  <a16:creationId xmlns:a16="http://schemas.microsoft.com/office/drawing/2014/main" id="{D595D939-F993-0058-765D-BA30DD453F1A}"/>
                </a:ext>
              </a:extLst>
            </p:cNvPr>
            <p:cNvSpPr/>
            <p:nvPr/>
          </p:nvSpPr>
          <p:spPr>
            <a:xfrm flipH="1">
              <a:off x="6051087" y="633442"/>
              <a:ext cx="767939" cy="97294"/>
            </a:xfrm>
            <a:prstGeom prst="roundRect">
              <a:avLst>
                <a:gd name="adj" fmla="val 2937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13" name="直接连接符 612">
              <a:extLst>
                <a:ext uri="{FF2B5EF4-FFF2-40B4-BE49-F238E27FC236}">
                  <a16:creationId xmlns:a16="http://schemas.microsoft.com/office/drawing/2014/main" id="{470F1F49-6098-7882-BD1A-5521C503CB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11828" y="764259"/>
              <a:ext cx="767941" cy="0"/>
            </a:xfrm>
            <a:prstGeom prst="line">
              <a:avLst/>
            </a:prstGeom>
            <a:ln>
              <a:solidFill>
                <a:srgbClr val="E6001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4" name="直接连接符 613">
              <a:extLst>
                <a:ext uri="{FF2B5EF4-FFF2-40B4-BE49-F238E27FC236}">
                  <a16:creationId xmlns:a16="http://schemas.microsoft.com/office/drawing/2014/main" id="{4F1FF171-94BE-CA1C-3BB9-06B4091D3BE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14848" y="633442"/>
              <a:ext cx="0" cy="9729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970788A7-2B99-2E46-6483-CA0AA44849A0}"/>
                </a:ext>
              </a:extLst>
            </p:cNvPr>
            <p:cNvCxnSpPr>
              <a:cxnSpLocks/>
            </p:cNvCxnSpPr>
            <p:nvPr/>
          </p:nvCxnSpPr>
          <p:spPr>
            <a:xfrm>
              <a:off x="3747086" y="568597"/>
              <a:ext cx="0" cy="295251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36" name="组合 635">
              <a:extLst>
                <a:ext uri="{FF2B5EF4-FFF2-40B4-BE49-F238E27FC236}">
                  <a16:creationId xmlns:a16="http://schemas.microsoft.com/office/drawing/2014/main" id="{5A829931-C7AF-5231-15EE-B7B925546C3C}"/>
                </a:ext>
              </a:extLst>
            </p:cNvPr>
            <p:cNvGrpSpPr/>
            <p:nvPr/>
          </p:nvGrpSpPr>
          <p:grpSpPr>
            <a:xfrm>
              <a:off x="4548425" y="601135"/>
              <a:ext cx="771789" cy="230164"/>
              <a:chOff x="2969309" y="601138"/>
              <a:chExt cx="771789" cy="230164"/>
            </a:xfrm>
          </p:grpSpPr>
          <p:sp>
            <p:nvSpPr>
              <p:cNvPr id="637" name="矩形 636">
                <a:extLst>
                  <a:ext uri="{FF2B5EF4-FFF2-40B4-BE49-F238E27FC236}">
                    <a16:creationId xmlns:a16="http://schemas.microsoft.com/office/drawing/2014/main" id="{7C012B68-A368-7C35-5086-C640B44EE353}"/>
                  </a:ext>
                </a:extLst>
              </p:cNvPr>
              <p:cNvSpPr/>
              <p:nvPr/>
            </p:nvSpPr>
            <p:spPr>
              <a:xfrm>
                <a:off x="2969309" y="601138"/>
                <a:ext cx="769621" cy="2301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8" name="矩形: 圆角 637">
                <a:extLst>
                  <a:ext uri="{FF2B5EF4-FFF2-40B4-BE49-F238E27FC236}">
                    <a16:creationId xmlns:a16="http://schemas.microsoft.com/office/drawing/2014/main" id="{08D34682-9FD6-F6B8-CDBC-AD2C7EDFEEB2}"/>
                  </a:ext>
                </a:extLst>
              </p:cNvPr>
              <p:cNvSpPr/>
              <p:nvPr/>
            </p:nvSpPr>
            <p:spPr>
              <a:xfrm>
                <a:off x="2971478" y="633445"/>
                <a:ext cx="769620" cy="97294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639" name="直接连接符 638">
                <a:extLst>
                  <a:ext uri="{FF2B5EF4-FFF2-40B4-BE49-F238E27FC236}">
                    <a16:creationId xmlns:a16="http://schemas.microsoft.com/office/drawing/2014/main" id="{FA4B7C54-F1C2-F51B-8993-1693ABE8DC0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478" y="76426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0" name="直接连接符 639">
                <a:extLst>
                  <a:ext uri="{FF2B5EF4-FFF2-40B4-BE49-F238E27FC236}">
                    <a16:creationId xmlns:a16="http://schemas.microsoft.com/office/drawing/2014/main" id="{C9A144A3-0F25-29E2-7034-764D4F11BE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36399" y="63344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41" name="直接连接符 640">
              <a:extLst>
                <a:ext uri="{FF2B5EF4-FFF2-40B4-BE49-F238E27FC236}">
                  <a16:creationId xmlns:a16="http://schemas.microsoft.com/office/drawing/2014/main" id="{8D22B65F-9A28-DE62-EDE3-B7084F9A8559}"/>
                </a:ext>
              </a:extLst>
            </p:cNvPr>
            <p:cNvCxnSpPr>
              <a:cxnSpLocks/>
            </p:cNvCxnSpPr>
            <p:nvPr/>
          </p:nvCxnSpPr>
          <p:spPr>
            <a:xfrm>
              <a:off x="4537433" y="568597"/>
              <a:ext cx="0" cy="295251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42" name="组合 641">
              <a:extLst>
                <a:ext uri="{FF2B5EF4-FFF2-40B4-BE49-F238E27FC236}">
                  <a16:creationId xmlns:a16="http://schemas.microsoft.com/office/drawing/2014/main" id="{E0F299E9-3ECB-CE5B-4F84-A2A53CA8AA04}"/>
                </a:ext>
              </a:extLst>
            </p:cNvPr>
            <p:cNvGrpSpPr/>
            <p:nvPr/>
          </p:nvGrpSpPr>
          <p:grpSpPr>
            <a:xfrm>
              <a:off x="5330874" y="601132"/>
              <a:ext cx="771789" cy="230164"/>
              <a:chOff x="2969309" y="601138"/>
              <a:chExt cx="771789" cy="230164"/>
            </a:xfrm>
          </p:grpSpPr>
          <p:sp>
            <p:nvSpPr>
              <p:cNvPr id="643" name="矩形 642">
                <a:extLst>
                  <a:ext uri="{FF2B5EF4-FFF2-40B4-BE49-F238E27FC236}">
                    <a16:creationId xmlns:a16="http://schemas.microsoft.com/office/drawing/2014/main" id="{C630A881-EC7C-15B2-2548-B2DC40F25D9D}"/>
                  </a:ext>
                </a:extLst>
              </p:cNvPr>
              <p:cNvSpPr/>
              <p:nvPr/>
            </p:nvSpPr>
            <p:spPr>
              <a:xfrm>
                <a:off x="2969309" y="601138"/>
                <a:ext cx="769621" cy="2301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4" name="矩形: 圆角 643">
                <a:extLst>
                  <a:ext uri="{FF2B5EF4-FFF2-40B4-BE49-F238E27FC236}">
                    <a16:creationId xmlns:a16="http://schemas.microsoft.com/office/drawing/2014/main" id="{CAB7C574-635B-EE28-1E08-6612294544F0}"/>
                  </a:ext>
                </a:extLst>
              </p:cNvPr>
              <p:cNvSpPr/>
              <p:nvPr/>
            </p:nvSpPr>
            <p:spPr>
              <a:xfrm>
                <a:off x="2971478" y="633445"/>
                <a:ext cx="769620" cy="97294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645" name="直接连接符 644">
                <a:extLst>
                  <a:ext uri="{FF2B5EF4-FFF2-40B4-BE49-F238E27FC236}">
                    <a16:creationId xmlns:a16="http://schemas.microsoft.com/office/drawing/2014/main" id="{45CCF647-4555-5C6D-FDD3-6D40807F00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71478" y="764262"/>
                <a:ext cx="767941" cy="0"/>
              </a:xfrm>
              <a:prstGeom prst="line">
                <a:avLst/>
              </a:prstGeom>
              <a:ln>
                <a:solidFill>
                  <a:srgbClr val="E6001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6" name="直接连接符 645">
                <a:extLst>
                  <a:ext uri="{FF2B5EF4-FFF2-40B4-BE49-F238E27FC236}">
                    <a16:creationId xmlns:a16="http://schemas.microsoft.com/office/drawing/2014/main" id="{6B1F1E3E-A157-5520-E5A8-F13C40E942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36399" y="633445"/>
                <a:ext cx="0" cy="9729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47" name="直接连接符 646">
              <a:extLst>
                <a:ext uri="{FF2B5EF4-FFF2-40B4-BE49-F238E27FC236}">
                  <a16:creationId xmlns:a16="http://schemas.microsoft.com/office/drawing/2014/main" id="{D05DE29F-5FC4-0ADF-127B-DE246AABB6FE}"/>
                </a:ext>
              </a:extLst>
            </p:cNvPr>
            <p:cNvCxnSpPr>
              <a:cxnSpLocks/>
            </p:cNvCxnSpPr>
            <p:nvPr/>
          </p:nvCxnSpPr>
          <p:spPr>
            <a:xfrm>
              <a:off x="5319882" y="568594"/>
              <a:ext cx="0" cy="295251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5" name="直接连接符 614">
              <a:extLst>
                <a:ext uri="{FF2B5EF4-FFF2-40B4-BE49-F238E27FC236}">
                  <a16:creationId xmlns:a16="http://schemas.microsoft.com/office/drawing/2014/main" id="{A8E3E4BE-1091-544D-61A8-76DF1A97A7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4161" y="568594"/>
              <a:ext cx="0" cy="295251"/>
            </a:xfrm>
            <a:prstGeom prst="line">
              <a:avLst/>
            </a:prstGeom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矩形 3">
            <a:extLst>
              <a:ext uri="{FF2B5EF4-FFF2-40B4-BE49-F238E27FC236}">
                <a16:creationId xmlns:a16="http://schemas.microsoft.com/office/drawing/2014/main" id="{86A31114-B5DC-66E6-1657-AF5E511527AD}"/>
              </a:ext>
            </a:extLst>
          </p:cNvPr>
          <p:cNvSpPr/>
          <p:nvPr/>
        </p:nvSpPr>
        <p:spPr>
          <a:xfrm>
            <a:off x="0" y="0"/>
            <a:ext cx="8999538" cy="438912"/>
          </a:xfrm>
          <a:prstGeom prst="rect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174DB381-D7EB-DCCB-5F8F-90D03DE2FF9C}"/>
              </a:ext>
            </a:extLst>
          </p:cNvPr>
          <p:cNvSpPr/>
          <p:nvPr/>
        </p:nvSpPr>
        <p:spPr>
          <a:xfrm>
            <a:off x="2408841" y="54864"/>
            <a:ext cx="4181856" cy="329184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53" name="组合 152">
            <a:extLst>
              <a:ext uri="{FF2B5EF4-FFF2-40B4-BE49-F238E27FC236}">
                <a16:creationId xmlns:a16="http://schemas.microsoft.com/office/drawing/2014/main" id="{84D11A06-4F6D-C5D5-DAF0-E54F795E2F79}"/>
              </a:ext>
            </a:extLst>
          </p:cNvPr>
          <p:cNvGrpSpPr/>
          <p:nvPr/>
        </p:nvGrpSpPr>
        <p:grpSpPr>
          <a:xfrm>
            <a:off x="390597" y="4959"/>
            <a:ext cx="1280134" cy="431250"/>
            <a:chOff x="188770" y="-11103"/>
            <a:chExt cx="1280134" cy="431250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FCC7DF4B-79C7-30B8-EAE1-CC8AAF92C507}"/>
                </a:ext>
              </a:extLst>
            </p:cNvPr>
            <p:cNvSpPr/>
            <p:nvPr/>
          </p:nvSpPr>
          <p:spPr>
            <a:xfrm>
              <a:off x="188770" y="47240"/>
              <a:ext cx="1221882" cy="329184"/>
            </a:xfrm>
            <a:prstGeom prst="roundRect">
              <a:avLst>
                <a:gd name="adj" fmla="val 1882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8" name="文本框 147">
              <a:extLst>
                <a:ext uri="{FF2B5EF4-FFF2-40B4-BE49-F238E27FC236}">
                  <a16:creationId xmlns:a16="http://schemas.microsoft.com/office/drawing/2014/main" id="{C18934B0-393C-6E86-6599-98A4642E1433}"/>
                </a:ext>
              </a:extLst>
            </p:cNvPr>
            <p:cNvSpPr txBox="1"/>
            <p:nvPr/>
          </p:nvSpPr>
          <p:spPr>
            <a:xfrm>
              <a:off x="496280" y="-11103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黑体" panose="02010609060101010101" pitchFamily="49" charset="-122"/>
                  <a:ea typeface="黑体" panose="02010609060101010101" pitchFamily="49" charset="-122"/>
                </a:rPr>
                <a:t>天海地铁</a:t>
              </a:r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FCC633FA-73CB-29F7-F52D-7FB52EE68B3A}"/>
                </a:ext>
              </a:extLst>
            </p:cNvPr>
            <p:cNvSpPr txBox="1"/>
            <p:nvPr/>
          </p:nvSpPr>
          <p:spPr>
            <a:xfrm>
              <a:off x="500369" y="204703"/>
              <a:ext cx="96853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800" dirty="0" err="1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Tianhai</a:t>
              </a:r>
              <a:r>
                <a:rPr lang="en-US" altLang="zh-CN" sz="800" dirty="0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 Metro</a:t>
              </a:r>
              <a:endParaRPr lang="zh-CN" altLang="en-US" sz="800" dirty="0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endParaRPr>
            </a:p>
          </p:txBody>
        </p:sp>
        <p:pic>
          <p:nvPicPr>
            <p:cNvPr id="152" name="图片 151">
              <a:extLst>
                <a:ext uri="{FF2B5EF4-FFF2-40B4-BE49-F238E27FC236}">
                  <a16:creationId xmlns:a16="http://schemas.microsoft.com/office/drawing/2014/main" id="{22DF3782-AA00-C8AD-A595-E3EB5A87DD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7754" y="54959"/>
              <a:ext cx="313746" cy="313746"/>
            </a:xfrm>
            <a:prstGeom prst="rect">
              <a:avLst/>
            </a:prstGeom>
          </p:spPr>
        </p:pic>
      </p:grpSp>
      <p:sp>
        <p:nvSpPr>
          <p:cNvPr id="167" name="文本框 166">
            <a:extLst>
              <a:ext uri="{FF2B5EF4-FFF2-40B4-BE49-F238E27FC236}">
                <a16:creationId xmlns:a16="http://schemas.microsoft.com/office/drawing/2014/main" id="{058D24FD-2576-5098-5CB0-BF0DC401F3EC}"/>
              </a:ext>
            </a:extLst>
          </p:cNvPr>
          <p:cNvSpPr txBox="1"/>
          <p:nvPr/>
        </p:nvSpPr>
        <p:spPr>
          <a:xfrm>
            <a:off x="7601248" y="16203"/>
            <a:ext cx="1847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75" name="组合 174">
            <a:extLst>
              <a:ext uri="{FF2B5EF4-FFF2-40B4-BE49-F238E27FC236}">
                <a16:creationId xmlns:a16="http://schemas.microsoft.com/office/drawing/2014/main" id="{76E361C0-F612-0DF4-E068-8D0290C3D0C6}"/>
              </a:ext>
            </a:extLst>
          </p:cNvPr>
          <p:cNvGrpSpPr/>
          <p:nvPr/>
        </p:nvGrpSpPr>
        <p:grpSpPr>
          <a:xfrm>
            <a:off x="8140497" y="13642"/>
            <a:ext cx="821036" cy="400110"/>
            <a:chOff x="1526333" y="4012"/>
            <a:chExt cx="821036" cy="400110"/>
          </a:xfrm>
        </p:grpSpPr>
        <p:sp>
          <p:nvSpPr>
            <p:cNvPr id="176" name="矩形: 圆角 175">
              <a:extLst>
                <a:ext uri="{FF2B5EF4-FFF2-40B4-BE49-F238E27FC236}">
                  <a16:creationId xmlns:a16="http://schemas.microsoft.com/office/drawing/2014/main" id="{A5646571-38C8-233A-7D83-7E8E27D88091}"/>
                </a:ext>
              </a:extLst>
            </p:cNvPr>
            <p:cNvSpPr/>
            <p:nvPr/>
          </p:nvSpPr>
          <p:spPr>
            <a:xfrm flipH="1">
              <a:off x="1526333" y="54864"/>
              <a:ext cx="753551" cy="329184"/>
            </a:xfrm>
            <a:prstGeom prst="roundRect">
              <a:avLst>
                <a:gd name="adj" fmla="val 1882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7" name="文本框 176">
              <a:extLst>
                <a:ext uri="{FF2B5EF4-FFF2-40B4-BE49-F238E27FC236}">
                  <a16:creationId xmlns:a16="http://schemas.microsoft.com/office/drawing/2014/main" id="{4A93B60D-BFA7-6BA7-A6A5-2FA7892A811A}"/>
                </a:ext>
              </a:extLst>
            </p:cNvPr>
            <p:cNvSpPr txBox="1"/>
            <p:nvPr/>
          </p:nvSpPr>
          <p:spPr>
            <a:xfrm>
              <a:off x="1792890" y="4012"/>
              <a:ext cx="5544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latin typeface="黑体" panose="02010609060101010101" pitchFamily="49" charset="-122"/>
                  <a:ea typeface="黑体" panose="02010609060101010101" pitchFamily="49" charset="-122"/>
                </a:rPr>
                <a:t>号线</a:t>
              </a:r>
              <a:endPara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r>
                <a:rPr lang="en-US" altLang="zh-CN" sz="800" dirty="0">
                  <a:latin typeface="Cascadia Code" panose="020B0609020000020004" pitchFamily="49" charset="0"/>
                  <a:ea typeface="黑体" panose="02010609060101010101" pitchFamily="49" charset="-122"/>
                  <a:cs typeface="Cascadia Code" panose="020B0609020000020004" pitchFamily="49" charset="0"/>
                </a:rPr>
                <a:t> Line</a:t>
              </a:r>
              <a:endParaRPr lang="zh-CN" altLang="en-US" sz="800" dirty="0">
                <a:latin typeface="Cascadia Code" panose="020B0609020000020004" pitchFamily="49" charset="0"/>
                <a:ea typeface="黑体" panose="02010609060101010101" pitchFamily="49" charset="-122"/>
                <a:cs typeface="Cascadia Code" panose="020B0609020000020004" pitchFamily="49" charset="0"/>
              </a:endParaRPr>
            </a:p>
          </p:txBody>
        </p:sp>
        <p:sp>
          <p:nvSpPr>
            <p:cNvPr id="178" name="矩形: 圆角 177">
              <a:extLst>
                <a:ext uri="{FF2B5EF4-FFF2-40B4-BE49-F238E27FC236}">
                  <a16:creationId xmlns:a16="http://schemas.microsoft.com/office/drawing/2014/main" id="{7646480C-D21A-D803-031E-13C2A7379DA6}"/>
                </a:ext>
              </a:extLst>
            </p:cNvPr>
            <p:cNvSpPr/>
            <p:nvPr/>
          </p:nvSpPr>
          <p:spPr>
            <a:xfrm flipH="1">
              <a:off x="1557516" y="75456"/>
              <a:ext cx="288000" cy="288000"/>
            </a:xfrm>
            <a:prstGeom prst="roundRect">
              <a:avLst>
                <a:gd name="adj" fmla="val 18827"/>
              </a:avLst>
            </a:prstGeom>
            <a:solidFill>
              <a:srgbClr val="E6001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9" name="文本框 178">
              <a:extLst>
                <a:ext uri="{FF2B5EF4-FFF2-40B4-BE49-F238E27FC236}">
                  <a16:creationId xmlns:a16="http://schemas.microsoft.com/office/drawing/2014/main" id="{C0E79DA4-A63A-ED96-5250-2719241613BB}"/>
                </a:ext>
              </a:extLst>
            </p:cNvPr>
            <p:cNvSpPr txBox="1"/>
            <p:nvPr/>
          </p:nvSpPr>
          <p:spPr>
            <a:xfrm>
              <a:off x="1542658" y="34790"/>
              <a:ext cx="317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1</a:t>
              </a:r>
              <a:endParaRPr lang="zh-CN" altLang="en-US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sp>
        <p:nvSpPr>
          <p:cNvPr id="181" name="矩形: 圆角 180">
            <a:extLst>
              <a:ext uri="{FF2B5EF4-FFF2-40B4-BE49-F238E27FC236}">
                <a16:creationId xmlns:a16="http://schemas.microsoft.com/office/drawing/2014/main" id="{CC18C063-ACD3-6D74-78AD-8C1A3EBBD7F2}"/>
              </a:ext>
            </a:extLst>
          </p:cNvPr>
          <p:cNvSpPr/>
          <p:nvPr/>
        </p:nvSpPr>
        <p:spPr>
          <a:xfrm flipH="1">
            <a:off x="7121513" y="62216"/>
            <a:ext cx="959469" cy="329184"/>
          </a:xfrm>
          <a:prstGeom prst="roundRect">
            <a:avLst>
              <a:gd name="adj" fmla="val 1882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6" name="文本框 185">
            <a:extLst>
              <a:ext uri="{FF2B5EF4-FFF2-40B4-BE49-F238E27FC236}">
                <a16:creationId xmlns:a16="http://schemas.microsoft.com/office/drawing/2014/main" id="{89CE193A-60DE-CBEE-716F-358A23003BA8}"/>
              </a:ext>
            </a:extLst>
          </p:cNvPr>
          <p:cNvSpPr txBox="1"/>
          <p:nvPr/>
        </p:nvSpPr>
        <p:spPr>
          <a:xfrm>
            <a:off x="7075351" y="24834"/>
            <a:ext cx="10502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dirty="0">
                <a:latin typeface="黑体" panose="02010609060101010101" pitchFamily="49" charset="-122"/>
                <a:ea typeface="黑体" panose="02010609060101010101" pitchFamily="49" charset="-122"/>
              </a:rPr>
              <a:t>终点站</a:t>
            </a:r>
            <a:r>
              <a:rPr lang="en-US" altLang="zh-CN" sz="900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900" dirty="0">
                <a:latin typeface="黑体" panose="02010609060101010101" pitchFamily="49" charset="-122"/>
                <a:ea typeface="黑体" panose="02010609060101010101" pitchFamily="49" charset="-122"/>
              </a:rPr>
              <a:t>天海北站</a:t>
            </a:r>
          </a:p>
        </p:txBody>
      </p:sp>
      <p:pic>
        <p:nvPicPr>
          <p:cNvPr id="189" name="图片 188">
            <a:extLst>
              <a:ext uri="{FF2B5EF4-FFF2-40B4-BE49-F238E27FC236}">
                <a16:creationId xmlns:a16="http://schemas.microsoft.com/office/drawing/2014/main" id="{1DFBA17B-0351-F8D1-4356-E5C2F82EDF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5821" y="196261"/>
            <a:ext cx="789348" cy="228967"/>
          </a:xfrm>
          <a:prstGeom prst="rect">
            <a:avLst/>
          </a:prstGeom>
        </p:spPr>
      </p:pic>
      <p:sp>
        <p:nvSpPr>
          <p:cNvPr id="461" name="文本框 460">
            <a:extLst>
              <a:ext uri="{FF2B5EF4-FFF2-40B4-BE49-F238E27FC236}">
                <a16:creationId xmlns:a16="http://schemas.microsoft.com/office/drawing/2014/main" id="{286382A1-B8B3-D3F5-20C5-204A22A2935B}"/>
              </a:ext>
            </a:extLst>
          </p:cNvPr>
          <p:cNvSpPr txBox="1"/>
          <p:nvPr/>
        </p:nvSpPr>
        <p:spPr>
          <a:xfrm>
            <a:off x="3598063" y="34532"/>
            <a:ext cx="20313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  <a:cs typeface="Cascadia Code" panose="020B0609020000020004" pitchFamily="49" charset="0"/>
              </a:rPr>
              <a:t>感谢您乘坐本次列车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F500FEA-9995-FB29-2C89-CBB35CB3EBCF}"/>
              </a:ext>
            </a:extLst>
          </p:cNvPr>
          <p:cNvSpPr txBox="1"/>
          <p:nvPr/>
        </p:nvSpPr>
        <p:spPr>
          <a:xfrm>
            <a:off x="7341890" y="509620"/>
            <a:ext cx="15696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终点站</a:t>
            </a:r>
            <a:endParaRPr lang="en-US" altLang="zh-CN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1200" dirty="0">
                <a:latin typeface="+mn-ea"/>
              </a:rPr>
              <a:t>T</a:t>
            </a:r>
            <a:r>
              <a:rPr lang="zh-CN" altLang="zh-CN" sz="1200" dirty="0">
                <a:latin typeface="+mn-ea"/>
              </a:rPr>
              <a:t>he </a:t>
            </a:r>
            <a:r>
              <a:rPr lang="en-US" altLang="zh-CN" sz="1200" dirty="0">
                <a:latin typeface="+mn-ea"/>
              </a:rPr>
              <a:t>T</a:t>
            </a:r>
            <a:r>
              <a:rPr lang="zh-CN" altLang="zh-CN" sz="1200" dirty="0">
                <a:latin typeface="+mn-ea"/>
              </a:rPr>
              <a:t>erminal</a:t>
            </a:r>
            <a:r>
              <a:rPr lang="en-US" altLang="zh-CN" sz="1200" dirty="0">
                <a:latin typeface="+mn-ea"/>
              </a:rPr>
              <a:t> S</a:t>
            </a:r>
            <a:r>
              <a:rPr lang="zh-CN" altLang="zh-CN" sz="1200" dirty="0">
                <a:latin typeface="+mn-ea"/>
              </a:rPr>
              <a:t>tation.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14A0940-6A4E-449A-15B2-43579678779E}"/>
              </a:ext>
            </a:extLst>
          </p:cNvPr>
          <p:cNvSpPr txBox="1"/>
          <p:nvPr/>
        </p:nvSpPr>
        <p:spPr>
          <a:xfrm>
            <a:off x="3531113" y="1035999"/>
            <a:ext cx="2146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0014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天海</a:t>
            </a:r>
            <a:r>
              <a:rPr lang="zh-CN" altLang="en-US" b="1" dirty="0">
                <a:solidFill>
                  <a:srgbClr val="E6001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地铁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幸福相伴</a:t>
            </a:r>
          </a:p>
        </p:txBody>
      </p:sp>
    </p:spTree>
    <p:extLst>
      <p:ext uri="{BB962C8B-B14F-4D97-AF65-F5344CB8AC3E}">
        <p14:creationId xmlns:p14="http://schemas.microsoft.com/office/powerpoint/2010/main" val="134096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1262</TotalTime>
  <Words>3929</Words>
  <Application>Microsoft Office PowerPoint</Application>
  <PresentationFormat>自定义</PresentationFormat>
  <Paragraphs>860</Paragraphs>
  <Slides>31</Slides>
  <Notes>31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0" baseType="lpstr">
      <vt:lpstr>Microsoft JhengHei</vt:lpstr>
      <vt:lpstr>等线</vt:lpstr>
      <vt:lpstr>黑体</vt:lpstr>
      <vt:lpstr>宋体</vt:lpstr>
      <vt:lpstr>Aptos</vt:lpstr>
      <vt:lpstr>Aptos Display</vt:lpstr>
      <vt:lpstr>Arial</vt:lpstr>
      <vt:lpstr>Cascadia Code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猜 你</dc:creator>
  <cp:lastModifiedBy>猜 你</cp:lastModifiedBy>
  <cp:revision>9</cp:revision>
  <dcterms:created xsi:type="dcterms:W3CDTF">2026-07-14T12:57:18Z</dcterms:created>
  <dcterms:modified xsi:type="dcterms:W3CDTF">2026-08-23T06:29:08Z</dcterms:modified>
</cp:coreProperties>
</file>